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heme/themeOverride2.xml" ContentType="application/vnd.openxmlformats-officedocument.themeOverr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427" r:id="rId2"/>
    <p:sldId id="478" r:id="rId3"/>
    <p:sldId id="395" r:id="rId4"/>
    <p:sldId id="465" r:id="rId5"/>
    <p:sldId id="467" r:id="rId6"/>
    <p:sldId id="468" r:id="rId7"/>
    <p:sldId id="470" r:id="rId8"/>
    <p:sldId id="471" r:id="rId9"/>
    <p:sldId id="472" r:id="rId10"/>
    <p:sldId id="473" r:id="rId11"/>
    <p:sldId id="475" r:id="rId12"/>
    <p:sldId id="479" r:id="rId13"/>
    <p:sldId id="476" r:id="rId14"/>
    <p:sldId id="477" r:id="rId15"/>
    <p:sldId id="480" r:id="rId16"/>
    <p:sldId id="496" r:id="rId17"/>
    <p:sldId id="497" r:id="rId18"/>
    <p:sldId id="495" r:id="rId19"/>
    <p:sldId id="482" r:id="rId20"/>
    <p:sldId id="483" r:id="rId21"/>
    <p:sldId id="484" r:id="rId22"/>
    <p:sldId id="485" r:id="rId23"/>
    <p:sldId id="487" r:id="rId24"/>
    <p:sldId id="474" r:id="rId25"/>
    <p:sldId id="489" r:id="rId26"/>
    <p:sldId id="490" r:id="rId27"/>
    <p:sldId id="488" r:id="rId28"/>
    <p:sldId id="493" r:id="rId29"/>
    <p:sldId id="494" r:id="rId30"/>
    <p:sldId id="492" r:id="rId31"/>
    <p:sldId id="498" r:id="rId32"/>
    <p:sldId id="486" r:id="rId33"/>
  </p:sldIdLst>
  <p:sldSz cx="9144000" cy="5143500" type="screen16x9"/>
  <p:notesSz cx="6858000" cy="9144000"/>
  <p:custDataLst>
    <p:tags r:id="rId35"/>
  </p:custDataLst>
  <p:defaultTex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p:defaultTextStyle>
  <p:extLst>
    <p:ext uri="{521415D9-36F7-43E2-AB2F-B90AF26B5E84}">
      <p14:sectionLst xmlns:p14="http://schemas.microsoft.com/office/powerpoint/2010/main">
        <p14:section name="Default Section" id="{6C002E4D-0E16-4792-8300-D1260C09FBBA}">
          <p14:sldIdLst>
            <p14:sldId id="427"/>
            <p14:sldId id="478"/>
            <p14:sldId id="395"/>
            <p14:sldId id="465"/>
            <p14:sldId id="467"/>
            <p14:sldId id="468"/>
          </p14:sldIdLst>
        </p14:section>
        <p14:section name="Untitled Section" id="{729C1C55-A5F6-4E59-8098-4066F88F49DF}">
          <p14:sldIdLst>
            <p14:sldId id="470"/>
            <p14:sldId id="471"/>
          </p14:sldIdLst>
        </p14:section>
        <p14:section name="Untitled Section" id="{2184FB47-F10D-4C79-9326-4C5B8FB3727E}">
          <p14:sldIdLst>
            <p14:sldId id="472"/>
            <p14:sldId id="473"/>
            <p14:sldId id="475"/>
          </p14:sldIdLst>
        </p14:section>
        <p14:section name="Untitled Section" id="{67B8BAE0-5609-42AE-B8E9-1B2D77D0EF63}">
          <p14:sldIdLst>
            <p14:sldId id="479"/>
            <p14:sldId id="476"/>
            <p14:sldId id="477"/>
            <p14:sldId id="480"/>
            <p14:sldId id="496"/>
            <p14:sldId id="497"/>
            <p14:sldId id="495"/>
            <p14:sldId id="482"/>
            <p14:sldId id="483"/>
            <p14:sldId id="484"/>
            <p14:sldId id="485"/>
            <p14:sldId id="487"/>
            <p14:sldId id="474"/>
            <p14:sldId id="489"/>
            <p14:sldId id="490"/>
            <p14:sldId id="488"/>
            <p14:sldId id="493"/>
            <p14:sldId id="494"/>
            <p14:sldId id="492"/>
            <p14:sldId id="498"/>
            <p14:sldId id="486"/>
          </p14:sldIdLst>
        </p14:section>
      </p14:sectionLst>
    </p:ext>
    <p:ext uri="{EFAFB233-063F-42B5-8137-9DF3F51BA10A}">
      <p15:sldGuideLst xmlns:p15="http://schemas.microsoft.com/office/powerpoint/2012/main">
        <p15:guide id="1" orient="horz" pos="441"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7500"/>
    <a:srgbClr val="9E9E9E"/>
    <a:srgbClr val="B48900"/>
    <a:srgbClr val="227AB4"/>
    <a:srgbClr val="00ACCB"/>
    <a:srgbClr val="48469F"/>
    <a:srgbClr val="00ACC4"/>
    <a:srgbClr val="1368AA"/>
    <a:srgbClr val="2574B1"/>
    <a:srgbClr val="1474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88" autoAdjust="0"/>
    <p:restoredTop sz="93557" autoAdjust="0"/>
  </p:normalViewPr>
  <p:slideViewPr>
    <p:cSldViewPr>
      <p:cViewPr varScale="1">
        <p:scale>
          <a:sx n="82" d="100"/>
          <a:sy n="82" d="100"/>
        </p:scale>
        <p:origin x="1028" y="40"/>
      </p:cViewPr>
      <p:guideLst>
        <p:guide orient="horz" pos="441"/>
        <p:guide pos="2880"/>
      </p:guideLst>
    </p:cSldViewPr>
  </p:slideViewPr>
  <p:notesTextViewPr>
    <p:cViewPr>
      <p:scale>
        <a:sx n="125" d="100"/>
        <a:sy n="125" d="100"/>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74DD23-507F-4728-B348-68C3B699586C}" type="doc">
      <dgm:prSet loTypeId="urn:microsoft.com/office/officeart/2005/8/layout/process4" loCatId="process" qsTypeId="urn:microsoft.com/office/officeart/2005/8/quickstyle/3d3" qsCatId="3D" csTypeId="urn:microsoft.com/office/officeart/2005/8/colors/accent6_1" csCatId="accent6" phldr="1"/>
      <dgm:spPr>
        <a:scene3d>
          <a:camera prst="orthographicFront">
            <a:rot lat="0" lon="0" rev="0"/>
          </a:camera>
          <a:lightRig rig="contrasting" dir="t">
            <a:rot lat="0" lon="0" rev="1500000"/>
          </a:lightRig>
        </a:scene3d>
      </dgm:spPr>
    </dgm:pt>
    <dgm:pt modelId="{6238DDCE-F942-430C-8C6A-41CA1A44C6C8}">
      <dgm:prSet phldrT="[Text]">
        <dgm:style>
          <a:lnRef idx="0">
            <a:schemeClr val="accent5"/>
          </a:lnRef>
          <a:fillRef idx="3">
            <a:schemeClr val="accent5"/>
          </a:fillRef>
          <a:effectRef idx="3">
            <a:schemeClr val="accent5"/>
          </a:effectRef>
          <a:fontRef idx="minor">
            <a:schemeClr val="lt1"/>
          </a:fontRef>
        </dgm:style>
      </dgm:prSet>
      <dgm:spPr>
        <a:solidFill>
          <a:schemeClr val="accent1">
            <a:lumMod val="50000"/>
          </a:schemeClr>
        </a:solidFill>
        <a:ln>
          <a:solidFill>
            <a:schemeClr val="accent1">
              <a:lumMod val="50000"/>
            </a:schemeClr>
          </a:solidFill>
        </a:ln>
      </dgm:spPr>
      <dgm:t>
        <a:bodyPr/>
        <a:lstStyle/>
        <a:p>
          <a:r>
            <a:rPr lang="en-US" b="1" dirty="0">
              <a:solidFill>
                <a:schemeClr val="tx2">
                  <a:lumMod val="95000"/>
                </a:schemeClr>
              </a:solidFill>
            </a:rPr>
            <a:t>Technical Interview</a:t>
          </a:r>
        </a:p>
      </dgm:t>
    </dgm:pt>
    <dgm:pt modelId="{8869C130-ADF6-498E-8881-2322BC2D20C1}" type="parTrans" cxnId="{4FEEADC4-F2DC-4E83-9844-F93128810D43}">
      <dgm:prSet/>
      <dgm:spPr/>
      <dgm:t>
        <a:bodyPr/>
        <a:lstStyle/>
        <a:p>
          <a:endParaRPr lang="en-US"/>
        </a:p>
      </dgm:t>
    </dgm:pt>
    <dgm:pt modelId="{A441E854-5919-4DA7-AB6A-47977F01B2FB}" type="sibTrans" cxnId="{4FEEADC4-F2DC-4E83-9844-F93128810D43}">
      <dgm:prSet/>
      <dgm:spPr/>
      <dgm:t>
        <a:bodyPr/>
        <a:lstStyle/>
        <a:p>
          <a:endParaRPr lang="en-US"/>
        </a:p>
      </dgm:t>
    </dgm:pt>
    <dgm:pt modelId="{DDFB3B6E-6875-41AC-B6A0-F55E6B0B5D28}">
      <dgm:prSet phldrT="[Text]">
        <dgm:style>
          <a:lnRef idx="0">
            <a:schemeClr val="accent5"/>
          </a:lnRef>
          <a:fillRef idx="3">
            <a:schemeClr val="accent5"/>
          </a:fillRef>
          <a:effectRef idx="3">
            <a:schemeClr val="accent5"/>
          </a:effectRef>
          <a:fontRef idx="minor">
            <a:schemeClr val="lt1"/>
          </a:fontRef>
        </dgm:style>
      </dgm:prSet>
      <dgm:spPr>
        <a:solidFill>
          <a:schemeClr val="accent1">
            <a:lumMod val="50000"/>
          </a:schemeClr>
        </a:solidFill>
        <a:ln>
          <a:solidFill>
            <a:schemeClr val="accent1">
              <a:lumMod val="50000"/>
            </a:schemeClr>
          </a:solidFill>
        </a:ln>
      </dgm:spPr>
      <dgm:t>
        <a:bodyPr/>
        <a:lstStyle/>
        <a:p>
          <a:r>
            <a:rPr lang="en-US" b="1" dirty="0">
              <a:solidFill>
                <a:schemeClr val="tx2">
                  <a:lumMod val="95000"/>
                </a:schemeClr>
              </a:solidFill>
            </a:rPr>
            <a:t>Manager Interview</a:t>
          </a:r>
        </a:p>
      </dgm:t>
    </dgm:pt>
    <dgm:pt modelId="{FC5BC3B7-5222-4858-A4FC-76B068B60A42}" type="parTrans" cxnId="{BCCFE5DE-A0D6-4EFC-8846-B719E5065645}">
      <dgm:prSet/>
      <dgm:spPr/>
      <dgm:t>
        <a:bodyPr/>
        <a:lstStyle/>
        <a:p>
          <a:endParaRPr lang="en-US"/>
        </a:p>
      </dgm:t>
    </dgm:pt>
    <dgm:pt modelId="{7671F27A-31C4-41C3-BD95-01BFDC8399F9}" type="sibTrans" cxnId="{BCCFE5DE-A0D6-4EFC-8846-B719E5065645}">
      <dgm:prSet/>
      <dgm:spPr/>
      <dgm:t>
        <a:bodyPr/>
        <a:lstStyle/>
        <a:p>
          <a:endParaRPr lang="en-US"/>
        </a:p>
      </dgm:t>
    </dgm:pt>
    <dgm:pt modelId="{28BFD599-C5DD-4BBA-9FAA-7E36F3F3875A}">
      <dgm:prSet phldrT="[Text]">
        <dgm:style>
          <a:lnRef idx="0">
            <a:schemeClr val="accent5"/>
          </a:lnRef>
          <a:fillRef idx="3">
            <a:schemeClr val="accent5"/>
          </a:fillRef>
          <a:effectRef idx="3">
            <a:schemeClr val="accent5"/>
          </a:effectRef>
          <a:fontRef idx="minor">
            <a:schemeClr val="lt1"/>
          </a:fontRef>
        </dgm:style>
      </dgm:prSet>
      <dgm:spPr>
        <a:solidFill>
          <a:schemeClr val="accent1">
            <a:lumMod val="50000"/>
          </a:schemeClr>
        </a:solidFill>
        <a:ln>
          <a:solidFill>
            <a:schemeClr val="accent1">
              <a:lumMod val="50000"/>
            </a:schemeClr>
          </a:solidFill>
        </a:ln>
      </dgm:spPr>
      <dgm:t>
        <a:bodyPr/>
        <a:lstStyle/>
        <a:p>
          <a:r>
            <a:rPr lang="en-US" b="1" dirty="0">
              <a:solidFill>
                <a:schemeClr val="tx2">
                  <a:lumMod val="95000"/>
                </a:schemeClr>
              </a:solidFill>
            </a:rPr>
            <a:t>Client Interview</a:t>
          </a:r>
        </a:p>
      </dgm:t>
    </dgm:pt>
    <dgm:pt modelId="{A4BB06F3-0BF1-43DB-B696-0D1631336E20}" type="parTrans" cxnId="{BF2CC711-7742-4F7E-AA63-36D1ACBF473F}">
      <dgm:prSet/>
      <dgm:spPr/>
      <dgm:t>
        <a:bodyPr/>
        <a:lstStyle/>
        <a:p>
          <a:endParaRPr lang="en-US"/>
        </a:p>
      </dgm:t>
    </dgm:pt>
    <dgm:pt modelId="{A44EECBB-2FD0-4C06-8F82-66F4FA18D4B7}" type="sibTrans" cxnId="{BF2CC711-7742-4F7E-AA63-36D1ACBF473F}">
      <dgm:prSet/>
      <dgm:spPr/>
      <dgm:t>
        <a:bodyPr/>
        <a:lstStyle/>
        <a:p>
          <a:endParaRPr lang="en-US"/>
        </a:p>
      </dgm:t>
    </dgm:pt>
    <dgm:pt modelId="{32BF65E7-956A-484F-80A6-82E5B47732AA}">
      <dgm:prSet phldrT="[Text]">
        <dgm:style>
          <a:lnRef idx="0">
            <a:schemeClr val="accent5"/>
          </a:lnRef>
          <a:fillRef idx="3">
            <a:schemeClr val="accent5"/>
          </a:fillRef>
          <a:effectRef idx="3">
            <a:schemeClr val="accent5"/>
          </a:effectRef>
          <a:fontRef idx="minor">
            <a:schemeClr val="lt1"/>
          </a:fontRef>
        </dgm:style>
      </dgm:prSet>
      <dgm:spPr>
        <a:solidFill>
          <a:schemeClr val="accent1">
            <a:lumMod val="50000"/>
          </a:schemeClr>
        </a:solidFill>
        <a:ln>
          <a:solidFill>
            <a:schemeClr val="accent1">
              <a:lumMod val="50000"/>
            </a:schemeClr>
          </a:solidFill>
        </a:ln>
      </dgm:spPr>
      <dgm:t>
        <a:bodyPr/>
        <a:lstStyle/>
        <a:p>
          <a:r>
            <a:rPr lang="en-US" b="1" dirty="0">
              <a:solidFill>
                <a:schemeClr val="tx2">
                  <a:lumMod val="95000"/>
                </a:schemeClr>
              </a:solidFill>
            </a:rPr>
            <a:t>HR Interview</a:t>
          </a:r>
        </a:p>
      </dgm:t>
    </dgm:pt>
    <dgm:pt modelId="{5DF182F5-84AE-4CDA-948B-6EC05519A19B}" type="parTrans" cxnId="{C49AA55A-455F-4000-8CFC-75F92C7412C9}">
      <dgm:prSet/>
      <dgm:spPr/>
      <dgm:t>
        <a:bodyPr/>
        <a:lstStyle/>
        <a:p>
          <a:endParaRPr lang="en-US"/>
        </a:p>
      </dgm:t>
    </dgm:pt>
    <dgm:pt modelId="{D8B5AE76-2CB5-4132-89D7-A15FA85AAC87}" type="sibTrans" cxnId="{C49AA55A-455F-4000-8CFC-75F92C7412C9}">
      <dgm:prSet/>
      <dgm:spPr/>
      <dgm:t>
        <a:bodyPr/>
        <a:lstStyle/>
        <a:p>
          <a:endParaRPr lang="en-US"/>
        </a:p>
      </dgm:t>
    </dgm:pt>
    <dgm:pt modelId="{F8F73068-FA74-4012-B91D-D74FBF8E5FDC}" type="pres">
      <dgm:prSet presAssocID="{AF74DD23-507F-4728-B348-68C3B699586C}" presName="Name0" presStyleCnt="0">
        <dgm:presLayoutVars>
          <dgm:dir/>
          <dgm:animLvl val="lvl"/>
          <dgm:resizeHandles val="exact"/>
        </dgm:presLayoutVars>
      </dgm:prSet>
      <dgm:spPr/>
    </dgm:pt>
    <dgm:pt modelId="{0E471A34-312A-4D53-B9D2-5533BFC635DF}" type="pres">
      <dgm:prSet presAssocID="{32BF65E7-956A-484F-80A6-82E5B47732AA}" presName="boxAndChildren"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5D17F860-7CDC-4CE9-97E6-60C29BFB6B92}" type="pres">
      <dgm:prSet presAssocID="{32BF65E7-956A-484F-80A6-82E5B47732AA}" presName="parentTextBox" presStyleLbl="node1" presStyleIdx="0" presStyleCnt="4"/>
      <dgm:spPr/>
    </dgm:pt>
    <dgm:pt modelId="{120B7F68-5A91-410B-AE38-2F458B895C30}" type="pres">
      <dgm:prSet presAssocID="{A44EECBB-2FD0-4C06-8F82-66F4FA18D4B7}" presName="sp"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7BCB588F-0694-42A5-ADB6-BD4245F07586}" type="pres">
      <dgm:prSet presAssocID="{28BFD599-C5DD-4BBA-9FAA-7E36F3F3875A}" presName="arrowAndChildren"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D9FA63CF-6C61-40DC-A0F5-DD03966615F2}" type="pres">
      <dgm:prSet presAssocID="{28BFD599-C5DD-4BBA-9FAA-7E36F3F3875A}" presName="parentTextArrow" presStyleLbl="node1" presStyleIdx="1" presStyleCnt="4"/>
      <dgm:spPr/>
    </dgm:pt>
    <dgm:pt modelId="{C90509A9-133E-406E-BC91-2DACC3277B65}" type="pres">
      <dgm:prSet presAssocID="{7671F27A-31C4-41C3-BD95-01BFDC8399F9}" presName="sp"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592CBB29-6C6E-4455-96A9-FE7640DBDB9E}" type="pres">
      <dgm:prSet presAssocID="{DDFB3B6E-6875-41AC-B6A0-F55E6B0B5D28}" presName="arrowAndChildren"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30A43853-AD06-4035-9F3F-03F420926A83}" type="pres">
      <dgm:prSet presAssocID="{DDFB3B6E-6875-41AC-B6A0-F55E6B0B5D28}" presName="parentTextArrow" presStyleLbl="node1" presStyleIdx="2" presStyleCnt="4" custLinFactNeighborX="0" custLinFactNeighborY="-4655"/>
      <dgm:spPr/>
    </dgm:pt>
    <dgm:pt modelId="{EB8D36AF-56DA-483A-960B-DC08B2E5242C}" type="pres">
      <dgm:prSet presAssocID="{A441E854-5919-4DA7-AB6A-47977F01B2FB}" presName="sp"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3D19CE1A-AFB6-4C4B-85E9-A88DB37B755D}" type="pres">
      <dgm:prSet presAssocID="{6238DDCE-F942-430C-8C6A-41CA1A44C6C8}" presName="arrowAndChildren"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0EF9DAD0-3861-4A7B-9E0F-680D1E352C22}" type="pres">
      <dgm:prSet presAssocID="{6238DDCE-F942-430C-8C6A-41CA1A44C6C8}" presName="parentTextArrow" presStyleLbl="node1" presStyleIdx="3" presStyleCnt="4"/>
      <dgm:spPr/>
    </dgm:pt>
  </dgm:ptLst>
  <dgm:cxnLst>
    <dgm:cxn modelId="{BF2CC711-7742-4F7E-AA63-36D1ACBF473F}" srcId="{AF74DD23-507F-4728-B348-68C3B699586C}" destId="{28BFD599-C5DD-4BBA-9FAA-7E36F3F3875A}" srcOrd="2" destOrd="0" parTransId="{A4BB06F3-0BF1-43DB-B696-0D1631336E20}" sibTransId="{A44EECBB-2FD0-4C06-8F82-66F4FA18D4B7}"/>
    <dgm:cxn modelId="{AEE76E20-DFA3-4570-8FF7-1E491F4768CF}" type="presOf" srcId="{32BF65E7-956A-484F-80A6-82E5B47732AA}" destId="{5D17F860-7CDC-4CE9-97E6-60C29BFB6B92}" srcOrd="0" destOrd="0" presId="urn:microsoft.com/office/officeart/2005/8/layout/process4"/>
    <dgm:cxn modelId="{1B744926-2671-4087-968E-8CA930E99D04}" type="presOf" srcId="{28BFD599-C5DD-4BBA-9FAA-7E36F3F3875A}" destId="{D9FA63CF-6C61-40DC-A0F5-DD03966615F2}" srcOrd="0" destOrd="0" presId="urn:microsoft.com/office/officeart/2005/8/layout/process4"/>
    <dgm:cxn modelId="{AAFA3F5C-1A77-4BAE-80F2-80618162289A}" type="presOf" srcId="{AF74DD23-507F-4728-B348-68C3B699586C}" destId="{F8F73068-FA74-4012-B91D-D74FBF8E5FDC}" srcOrd="0" destOrd="0" presId="urn:microsoft.com/office/officeart/2005/8/layout/process4"/>
    <dgm:cxn modelId="{C49AA55A-455F-4000-8CFC-75F92C7412C9}" srcId="{AF74DD23-507F-4728-B348-68C3B699586C}" destId="{32BF65E7-956A-484F-80A6-82E5B47732AA}" srcOrd="3" destOrd="0" parTransId="{5DF182F5-84AE-4CDA-948B-6EC05519A19B}" sibTransId="{D8B5AE76-2CB5-4132-89D7-A15FA85AAC87}"/>
    <dgm:cxn modelId="{4FEEADC4-F2DC-4E83-9844-F93128810D43}" srcId="{AF74DD23-507F-4728-B348-68C3B699586C}" destId="{6238DDCE-F942-430C-8C6A-41CA1A44C6C8}" srcOrd="0" destOrd="0" parTransId="{8869C130-ADF6-498E-8881-2322BC2D20C1}" sibTransId="{A441E854-5919-4DA7-AB6A-47977F01B2FB}"/>
    <dgm:cxn modelId="{BCCFE5DE-A0D6-4EFC-8846-B719E5065645}" srcId="{AF74DD23-507F-4728-B348-68C3B699586C}" destId="{DDFB3B6E-6875-41AC-B6A0-F55E6B0B5D28}" srcOrd="1" destOrd="0" parTransId="{FC5BC3B7-5222-4858-A4FC-76B068B60A42}" sibTransId="{7671F27A-31C4-41C3-BD95-01BFDC8399F9}"/>
    <dgm:cxn modelId="{DB3833E3-41BD-41F9-B00A-E8F27263075A}" type="presOf" srcId="{DDFB3B6E-6875-41AC-B6A0-F55E6B0B5D28}" destId="{30A43853-AD06-4035-9F3F-03F420926A83}" srcOrd="0" destOrd="0" presId="urn:microsoft.com/office/officeart/2005/8/layout/process4"/>
    <dgm:cxn modelId="{0BE036F5-77F5-43B1-8307-7393E62F8C95}" type="presOf" srcId="{6238DDCE-F942-430C-8C6A-41CA1A44C6C8}" destId="{0EF9DAD0-3861-4A7B-9E0F-680D1E352C22}" srcOrd="0" destOrd="0" presId="urn:microsoft.com/office/officeart/2005/8/layout/process4"/>
    <dgm:cxn modelId="{A3D70404-B752-44E4-B711-D5EBFDAF2338}" type="presParOf" srcId="{F8F73068-FA74-4012-B91D-D74FBF8E5FDC}" destId="{0E471A34-312A-4D53-B9D2-5533BFC635DF}" srcOrd="0" destOrd="0" presId="urn:microsoft.com/office/officeart/2005/8/layout/process4"/>
    <dgm:cxn modelId="{50C771AC-57A4-406F-9E15-1DAA58F3E39C}" type="presParOf" srcId="{0E471A34-312A-4D53-B9D2-5533BFC635DF}" destId="{5D17F860-7CDC-4CE9-97E6-60C29BFB6B92}" srcOrd="0" destOrd="0" presId="urn:microsoft.com/office/officeart/2005/8/layout/process4"/>
    <dgm:cxn modelId="{B1BE8C24-F473-4564-B412-11894F9600C6}" type="presParOf" srcId="{F8F73068-FA74-4012-B91D-D74FBF8E5FDC}" destId="{120B7F68-5A91-410B-AE38-2F458B895C30}" srcOrd="1" destOrd="0" presId="urn:microsoft.com/office/officeart/2005/8/layout/process4"/>
    <dgm:cxn modelId="{74BFAB4E-5C07-45DC-85FD-B5141009B842}" type="presParOf" srcId="{F8F73068-FA74-4012-B91D-D74FBF8E5FDC}" destId="{7BCB588F-0694-42A5-ADB6-BD4245F07586}" srcOrd="2" destOrd="0" presId="urn:microsoft.com/office/officeart/2005/8/layout/process4"/>
    <dgm:cxn modelId="{866A4F1F-8277-4497-9680-DFC92F10782B}" type="presParOf" srcId="{7BCB588F-0694-42A5-ADB6-BD4245F07586}" destId="{D9FA63CF-6C61-40DC-A0F5-DD03966615F2}" srcOrd="0" destOrd="0" presId="urn:microsoft.com/office/officeart/2005/8/layout/process4"/>
    <dgm:cxn modelId="{5CA2C278-D494-44A6-B669-4EFE21559BF8}" type="presParOf" srcId="{F8F73068-FA74-4012-B91D-D74FBF8E5FDC}" destId="{C90509A9-133E-406E-BC91-2DACC3277B65}" srcOrd="3" destOrd="0" presId="urn:microsoft.com/office/officeart/2005/8/layout/process4"/>
    <dgm:cxn modelId="{8529B611-85FC-458A-8642-FCCDD4F0127F}" type="presParOf" srcId="{F8F73068-FA74-4012-B91D-D74FBF8E5FDC}" destId="{592CBB29-6C6E-4455-96A9-FE7640DBDB9E}" srcOrd="4" destOrd="0" presId="urn:microsoft.com/office/officeart/2005/8/layout/process4"/>
    <dgm:cxn modelId="{27AE7CD9-49B9-4218-8BB1-FE21E024A644}" type="presParOf" srcId="{592CBB29-6C6E-4455-96A9-FE7640DBDB9E}" destId="{30A43853-AD06-4035-9F3F-03F420926A83}" srcOrd="0" destOrd="0" presId="urn:microsoft.com/office/officeart/2005/8/layout/process4"/>
    <dgm:cxn modelId="{8DDF4090-54E3-4987-9C75-9817ADC02710}" type="presParOf" srcId="{F8F73068-FA74-4012-B91D-D74FBF8E5FDC}" destId="{EB8D36AF-56DA-483A-960B-DC08B2E5242C}" srcOrd="5" destOrd="0" presId="urn:microsoft.com/office/officeart/2005/8/layout/process4"/>
    <dgm:cxn modelId="{49D4EC24-DE76-4B79-9E1D-07EED5DAEF3E}" type="presParOf" srcId="{F8F73068-FA74-4012-B91D-D74FBF8E5FDC}" destId="{3D19CE1A-AFB6-4C4B-85E9-A88DB37B755D}" srcOrd="6" destOrd="0" presId="urn:microsoft.com/office/officeart/2005/8/layout/process4"/>
    <dgm:cxn modelId="{B396CB8A-B118-4653-AAC5-5744D162EE0F}" type="presParOf" srcId="{3D19CE1A-AFB6-4C4B-85E9-A88DB37B755D}" destId="{0EF9DAD0-3861-4A7B-9E0F-680D1E352C22}" srcOrd="0" destOrd="0" presId="urn:microsoft.com/office/officeart/2005/8/layout/process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D10562-414D-4CF2-8057-1899F61D9688}" type="doc">
      <dgm:prSet loTypeId="urn:microsoft.com/office/officeart/2005/8/layout/process5" loCatId="process" qsTypeId="urn:microsoft.com/office/officeart/2005/8/quickstyle/3d3" qsCatId="3D" csTypeId="urn:microsoft.com/office/officeart/2005/8/colors/accent3_3" csCatId="accent3" phldr="1"/>
      <dgm:spPr/>
      <dgm:t>
        <a:bodyPr/>
        <a:lstStyle/>
        <a:p>
          <a:endParaRPr lang="en-US"/>
        </a:p>
      </dgm:t>
    </dgm:pt>
    <dgm:pt modelId="{B3844FF0-75CD-40C3-9E3E-269FC5DA2001}">
      <dgm:prSet phldrT="[Text]"/>
      <dgm:spPr/>
      <dgm:t>
        <a:bodyPr/>
        <a:lstStyle/>
        <a:p>
          <a:r>
            <a:rPr lang="en-US" b="1" dirty="0">
              <a:latin typeface="Aptos" panose="020B0004020202020204" pitchFamily="34" charset="0"/>
            </a:rPr>
            <a:t>01. Enroll for batch</a:t>
          </a:r>
          <a:endParaRPr lang="en-US" dirty="0">
            <a:latin typeface="Aptos" panose="020B0004020202020204" pitchFamily="34" charset="0"/>
          </a:endParaRPr>
        </a:p>
      </dgm:t>
    </dgm:pt>
    <dgm:pt modelId="{5B4A1FD4-FE31-45BA-B7A4-5DD3261EC621}" type="parTrans" cxnId="{FF0F2968-7F1F-434B-A634-C1729B6B6E24}">
      <dgm:prSet/>
      <dgm:spPr/>
      <dgm:t>
        <a:bodyPr/>
        <a:lstStyle/>
        <a:p>
          <a:endParaRPr lang="en-US"/>
        </a:p>
      </dgm:t>
    </dgm:pt>
    <dgm:pt modelId="{B70B65CC-9D1A-453D-9B59-435064DE9A9A}" type="sibTrans" cxnId="{FF0F2968-7F1F-434B-A634-C1729B6B6E24}">
      <dgm:prSet/>
      <dgm:spPr/>
      <dgm:t>
        <a:bodyPr/>
        <a:lstStyle/>
        <a:p>
          <a:endParaRPr lang="en-US">
            <a:solidFill>
              <a:schemeClr val="bg1"/>
            </a:solidFill>
            <a:latin typeface="Aptos" panose="020B0004020202020204" pitchFamily="34" charset="0"/>
          </a:endParaRPr>
        </a:p>
      </dgm:t>
    </dgm:pt>
    <dgm:pt modelId="{3F375027-73E1-4989-995B-247B9E1B641E}">
      <dgm:prSet phldrT="[Text]"/>
      <dgm:spPr/>
      <dgm:t>
        <a:bodyPr/>
        <a:lstStyle/>
        <a:p>
          <a:r>
            <a:rPr lang="en-US" b="1" dirty="0">
              <a:latin typeface="Aptos" panose="020B0004020202020204" pitchFamily="34" charset="0"/>
            </a:rPr>
            <a:t>02. Attend Demo Session</a:t>
          </a:r>
          <a:endParaRPr lang="en-US" dirty="0">
            <a:latin typeface="Aptos" panose="020B0004020202020204" pitchFamily="34" charset="0"/>
          </a:endParaRPr>
        </a:p>
      </dgm:t>
    </dgm:pt>
    <dgm:pt modelId="{917611AA-18A9-4990-8499-69B3DEF38F2B}" type="parTrans" cxnId="{7E56CA9C-95C6-498F-B3B2-3E1C795E668D}">
      <dgm:prSet/>
      <dgm:spPr/>
      <dgm:t>
        <a:bodyPr/>
        <a:lstStyle/>
        <a:p>
          <a:endParaRPr lang="en-US"/>
        </a:p>
      </dgm:t>
    </dgm:pt>
    <dgm:pt modelId="{1BD6A418-6FC1-42FB-B05B-BD2557882D94}" type="sibTrans" cxnId="{7E56CA9C-95C6-498F-B3B2-3E1C795E668D}">
      <dgm:prSet/>
      <dgm:spPr/>
      <dgm:t>
        <a:bodyPr/>
        <a:lstStyle/>
        <a:p>
          <a:endParaRPr lang="en-US">
            <a:solidFill>
              <a:schemeClr val="bg1"/>
            </a:solidFill>
            <a:latin typeface="Aptos" panose="020B0004020202020204" pitchFamily="34" charset="0"/>
          </a:endParaRPr>
        </a:p>
      </dgm:t>
    </dgm:pt>
    <dgm:pt modelId="{77D1CFE0-621E-46B2-B672-602515114239}">
      <dgm:prSet phldrT="[Text]"/>
      <dgm:spPr/>
      <dgm:t>
        <a:bodyPr/>
        <a:lstStyle/>
        <a:p>
          <a:r>
            <a:rPr lang="en-US" b="1" dirty="0">
              <a:latin typeface="Aptos" panose="020B0004020202020204" pitchFamily="34" charset="0"/>
            </a:rPr>
            <a:t>03. Confirm the admission</a:t>
          </a:r>
          <a:endParaRPr lang="en-US" dirty="0">
            <a:latin typeface="Aptos" panose="020B0004020202020204" pitchFamily="34" charset="0"/>
          </a:endParaRPr>
        </a:p>
      </dgm:t>
    </dgm:pt>
    <dgm:pt modelId="{58071F1A-B93F-4FF6-AFB9-47F7AD4B8004}" type="parTrans" cxnId="{70D48C04-3EAB-4AAD-96F8-AFBF72B0278E}">
      <dgm:prSet/>
      <dgm:spPr/>
      <dgm:t>
        <a:bodyPr/>
        <a:lstStyle/>
        <a:p>
          <a:endParaRPr lang="en-US"/>
        </a:p>
      </dgm:t>
    </dgm:pt>
    <dgm:pt modelId="{A10EFC2C-321D-4B06-B75B-D3E8624422B4}" type="sibTrans" cxnId="{70D48C04-3EAB-4AAD-96F8-AFBF72B0278E}">
      <dgm:prSet/>
      <dgm:spPr/>
      <dgm:t>
        <a:bodyPr/>
        <a:lstStyle/>
        <a:p>
          <a:endParaRPr lang="en-US">
            <a:solidFill>
              <a:schemeClr val="bg1"/>
            </a:solidFill>
            <a:latin typeface="Aptos" panose="020B0004020202020204" pitchFamily="34" charset="0"/>
          </a:endParaRPr>
        </a:p>
      </dgm:t>
    </dgm:pt>
    <dgm:pt modelId="{61DD6C9E-839D-4565-9459-FBA98AC43217}">
      <dgm:prSet phldrT="[Text]"/>
      <dgm:spPr/>
      <dgm:t>
        <a:bodyPr/>
        <a:lstStyle/>
        <a:p>
          <a:r>
            <a:rPr lang="en-US" b="1" dirty="0">
              <a:latin typeface="Aptos" panose="020B0004020202020204" pitchFamily="34" charset="0"/>
            </a:rPr>
            <a:t>04. Attend</a:t>
          </a:r>
          <a:r>
            <a:rPr lang="en-US" b="1" baseline="0" dirty="0">
              <a:latin typeface="Aptos" panose="020B0004020202020204" pitchFamily="34" charset="0"/>
            </a:rPr>
            <a:t> daily sessions Regularly </a:t>
          </a:r>
          <a:endParaRPr lang="en-US" dirty="0">
            <a:latin typeface="Aptos" panose="020B0004020202020204" pitchFamily="34" charset="0"/>
          </a:endParaRPr>
        </a:p>
      </dgm:t>
    </dgm:pt>
    <dgm:pt modelId="{F059AF1B-9356-4789-A798-CB3382387FE5}" type="parTrans" cxnId="{94B42A1D-EE67-47E3-907B-5647C28466A8}">
      <dgm:prSet/>
      <dgm:spPr/>
      <dgm:t>
        <a:bodyPr/>
        <a:lstStyle/>
        <a:p>
          <a:endParaRPr lang="en-US"/>
        </a:p>
      </dgm:t>
    </dgm:pt>
    <dgm:pt modelId="{F6D21E68-2A82-45DA-B2BA-4EB8E22B087F}" type="sibTrans" cxnId="{94B42A1D-EE67-47E3-907B-5647C28466A8}">
      <dgm:prSet/>
      <dgm:spPr/>
      <dgm:t>
        <a:bodyPr/>
        <a:lstStyle/>
        <a:p>
          <a:endParaRPr lang="en-US">
            <a:solidFill>
              <a:schemeClr val="bg1"/>
            </a:solidFill>
            <a:latin typeface="Aptos" panose="020B0004020202020204" pitchFamily="34" charset="0"/>
          </a:endParaRPr>
        </a:p>
      </dgm:t>
    </dgm:pt>
    <dgm:pt modelId="{689FE855-FD1D-4AEE-9B9C-8D727620B233}">
      <dgm:prSet phldrT="[Text]"/>
      <dgm:spPr/>
      <dgm:t>
        <a:bodyPr/>
        <a:lstStyle/>
        <a:p>
          <a:r>
            <a:rPr lang="en-US" b="1" dirty="0">
              <a:latin typeface="Aptos" panose="020B0004020202020204" pitchFamily="34" charset="0"/>
            </a:rPr>
            <a:t>06. Attend</a:t>
          </a:r>
          <a:r>
            <a:rPr lang="en-US" b="1" baseline="0" dirty="0">
              <a:latin typeface="Aptos" panose="020B0004020202020204" pitchFamily="34" charset="0"/>
            </a:rPr>
            <a:t> group mock interviews</a:t>
          </a:r>
        </a:p>
      </dgm:t>
    </dgm:pt>
    <dgm:pt modelId="{B49A2ECB-FC24-4447-9A57-CC78826D30B1}" type="parTrans" cxnId="{BE382303-897B-4BF1-8573-8541A4AE7663}">
      <dgm:prSet/>
      <dgm:spPr/>
      <dgm:t>
        <a:bodyPr/>
        <a:lstStyle/>
        <a:p>
          <a:endParaRPr lang="en-US"/>
        </a:p>
      </dgm:t>
    </dgm:pt>
    <dgm:pt modelId="{A06944B3-FBC2-4810-9C64-F77FB84EFA3D}" type="sibTrans" cxnId="{BE382303-897B-4BF1-8573-8541A4AE7663}">
      <dgm:prSet/>
      <dgm:spPr/>
      <dgm:t>
        <a:bodyPr/>
        <a:lstStyle/>
        <a:p>
          <a:endParaRPr lang="en-US">
            <a:solidFill>
              <a:schemeClr val="bg1"/>
            </a:solidFill>
            <a:latin typeface="Aptos" panose="020B0004020202020204" pitchFamily="34" charset="0"/>
          </a:endParaRPr>
        </a:p>
      </dgm:t>
    </dgm:pt>
    <dgm:pt modelId="{E264E301-8711-4E26-9F6D-F69336E2C7F1}">
      <dgm:prSet phldrT="[Text]"/>
      <dgm:spPr/>
      <dgm:t>
        <a:bodyPr/>
        <a:lstStyle/>
        <a:p>
          <a:r>
            <a:rPr lang="en-US" b="1" dirty="0">
              <a:latin typeface="Aptos" panose="020B0004020202020204" pitchFamily="34" charset="0"/>
            </a:rPr>
            <a:t>07. Daily practice of at least 2 hours is required</a:t>
          </a:r>
          <a:endParaRPr lang="en-US" dirty="0">
            <a:latin typeface="Aptos" panose="020B0004020202020204" pitchFamily="34" charset="0"/>
          </a:endParaRPr>
        </a:p>
      </dgm:t>
    </dgm:pt>
    <dgm:pt modelId="{1A8444B1-D12F-4154-9DC2-8BC575188237}" type="parTrans" cxnId="{C4B6B158-4C49-409E-8109-D638E604A69C}">
      <dgm:prSet/>
      <dgm:spPr/>
      <dgm:t>
        <a:bodyPr/>
        <a:lstStyle/>
        <a:p>
          <a:endParaRPr lang="en-US"/>
        </a:p>
      </dgm:t>
    </dgm:pt>
    <dgm:pt modelId="{3EBA995C-1E7F-41CE-8FE5-9D61B7755F3C}" type="sibTrans" cxnId="{C4B6B158-4C49-409E-8109-D638E604A69C}">
      <dgm:prSet/>
      <dgm:spPr/>
      <dgm:t>
        <a:bodyPr/>
        <a:lstStyle/>
        <a:p>
          <a:endParaRPr lang="en-US">
            <a:solidFill>
              <a:schemeClr val="bg1"/>
            </a:solidFill>
            <a:latin typeface="Aptos" panose="020B0004020202020204" pitchFamily="34" charset="0"/>
          </a:endParaRPr>
        </a:p>
      </dgm:t>
    </dgm:pt>
    <dgm:pt modelId="{A940372F-F6F5-48B2-86CB-B0EC9547B905}">
      <dgm:prSet phldrT="[Text]"/>
      <dgm:spPr/>
      <dgm:t>
        <a:bodyPr/>
        <a:lstStyle/>
        <a:p>
          <a:r>
            <a:rPr lang="en-US" b="1" dirty="0">
              <a:latin typeface="Aptos" panose="020B0004020202020204" pitchFamily="34" charset="0"/>
            </a:rPr>
            <a:t>09. Attend</a:t>
          </a:r>
          <a:r>
            <a:rPr lang="en-US" b="1" baseline="0" dirty="0">
              <a:latin typeface="Aptos" panose="020B0004020202020204" pitchFamily="34" charset="0"/>
            </a:rPr>
            <a:t> 1-1 mock interview</a:t>
          </a:r>
          <a:endParaRPr lang="en-US" dirty="0">
            <a:latin typeface="Aptos" panose="020B0004020202020204" pitchFamily="34" charset="0"/>
          </a:endParaRPr>
        </a:p>
      </dgm:t>
    </dgm:pt>
    <dgm:pt modelId="{98F93E22-7E22-4C68-AE30-541D9111231E}" type="parTrans" cxnId="{E8A4AD31-0413-4154-8AC2-953C32B8973C}">
      <dgm:prSet/>
      <dgm:spPr/>
      <dgm:t>
        <a:bodyPr/>
        <a:lstStyle/>
        <a:p>
          <a:endParaRPr lang="en-US"/>
        </a:p>
      </dgm:t>
    </dgm:pt>
    <dgm:pt modelId="{D9368DF6-D658-4060-A487-A0AFE18E21FB}" type="sibTrans" cxnId="{E8A4AD31-0413-4154-8AC2-953C32B8973C}">
      <dgm:prSet/>
      <dgm:spPr/>
      <dgm:t>
        <a:bodyPr/>
        <a:lstStyle/>
        <a:p>
          <a:endParaRPr lang="en-US">
            <a:solidFill>
              <a:schemeClr val="bg1"/>
            </a:solidFill>
            <a:latin typeface="Aptos" panose="020B0004020202020204" pitchFamily="34" charset="0"/>
          </a:endParaRPr>
        </a:p>
      </dgm:t>
    </dgm:pt>
    <dgm:pt modelId="{B0546C2D-A184-43A8-AB8D-F79268B20D91}">
      <dgm:prSet phldrT="[Text]"/>
      <dgm:spPr/>
      <dgm:t>
        <a:bodyPr/>
        <a:lstStyle/>
        <a:p>
          <a:r>
            <a:rPr lang="en-US" b="1" dirty="0">
              <a:latin typeface="Aptos" panose="020B0004020202020204" pitchFamily="34" charset="0"/>
            </a:rPr>
            <a:t>10. Collect</a:t>
          </a:r>
          <a:r>
            <a:rPr lang="en-US" b="1" baseline="0" dirty="0">
              <a:latin typeface="Aptos" panose="020B0004020202020204" pitchFamily="34" charset="0"/>
            </a:rPr>
            <a:t> the Resume</a:t>
          </a:r>
          <a:endParaRPr lang="en-US" dirty="0">
            <a:latin typeface="Aptos" panose="020B0004020202020204" pitchFamily="34" charset="0"/>
          </a:endParaRPr>
        </a:p>
      </dgm:t>
    </dgm:pt>
    <dgm:pt modelId="{7E64DB8E-7D74-44F7-9B20-83DDC8B7F5D8}" type="parTrans" cxnId="{CF0806DF-77A6-4D42-9738-0037A188D005}">
      <dgm:prSet/>
      <dgm:spPr/>
      <dgm:t>
        <a:bodyPr/>
        <a:lstStyle/>
        <a:p>
          <a:endParaRPr lang="en-US"/>
        </a:p>
      </dgm:t>
    </dgm:pt>
    <dgm:pt modelId="{AAB1A5C7-F0CB-4067-8CF9-2338046A5E86}" type="sibTrans" cxnId="{CF0806DF-77A6-4D42-9738-0037A188D005}">
      <dgm:prSet/>
      <dgm:spPr/>
      <dgm:t>
        <a:bodyPr/>
        <a:lstStyle/>
        <a:p>
          <a:endParaRPr lang="en-US">
            <a:solidFill>
              <a:schemeClr val="bg1"/>
            </a:solidFill>
            <a:latin typeface="Aptos" panose="020B0004020202020204" pitchFamily="34" charset="0"/>
          </a:endParaRPr>
        </a:p>
      </dgm:t>
    </dgm:pt>
    <dgm:pt modelId="{7DA1D279-CE5A-4688-A54D-8A9363E6486A}">
      <dgm:prSet phldrT="[Text]"/>
      <dgm:spPr/>
      <dgm:t>
        <a:bodyPr/>
        <a:lstStyle/>
        <a:p>
          <a:r>
            <a:rPr lang="en-US" b="1" dirty="0">
              <a:latin typeface="Aptos" panose="020B0004020202020204" pitchFamily="34" charset="0"/>
            </a:rPr>
            <a:t>11. Attend real time Interview and clear it</a:t>
          </a:r>
          <a:endParaRPr lang="en-US" dirty="0">
            <a:latin typeface="Aptos" panose="020B0004020202020204" pitchFamily="34" charset="0"/>
          </a:endParaRPr>
        </a:p>
      </dgm:t>
    </dgm:pt>
    <dgm:pt modelId="{C969B2CD-5DCB-4C34-ADA7-6CE2CF1E8F8B}" type="parTrans" cxnId="{65599EB1-E732-4450-9655-F94FAEA4BD06}">
      <dgm:prSet/>
      <dgm:spPr/>
      <dgm:t>
        <a:bodyPr/>
        <a:lstStyle/>
        <a:p>
          <a:endParaRPr lang="en-US"/>
        </a:p>
      </dgm:t>
    </dgm:pt>
    <dgm:pt modelId="{1172D721-A9A0-48B7-B365-A35D9F305AE3}" type="sibTrans" cxnId="{65599EB1-E732-4450-9655-F94FAEA4BD06}">
      <dgm:prSet/>
      <dgm:spPr/>
      <dgm:t>
        <a:bodyPr/>
        <a:lstStyle/>
        <a:p>
          <a:endParaRPr lang="en-US">
            <a:solidFill>
              <a:schemeClr val="bg1"/>
            </a:solidFill>
          </a:endParaRPr>
        </a:p>
      </dgm:t>
    </dgm:pt>
    <dgm:pt modelId="{68BC540F-4889-44CE-96EF-5D5C0C6A136A}">
      <dgm:prSet phldrT="[Text]"/>
      <dgm:spPr/>
      <dgm:t>
        <a:bodyPr/>
        <a:lstStyle/>
        <a:p>
          <a:r>
            <a:rPr lang="en-US" b="1" dirty="0">
              <a:latin typeface="Aptos" panose="020B0004020202020204" pitchFamily="34" charset="0"/>
            </a:rPr>
            <a:t>12. Selection and Job is Done</a:t>
          </a:r>
          <a:endParaRPr lang="en-US" dirty="0">
            <a:latin typeface="Aptos" panose="020B0004020202020204" pitchFamily="34" charset="0"/>
          </a:endParaRPr>
        </a:p>
      </dgm:t>
    </dgm:pt>
    <dgm:pt modelId="{E30D945A-5180-477D-8132-09165B6AD7E9}" type="parTrans" cxnId="{FBCB26B3-CC0F-4B16-92A8-9F15BA109AB8}">
      <dgm:prSet/>
      <dgm:spPr/>
      <dgm:t>
        <a:bodyPr/>
        <a:lstStyle/>
        <a:p>
          <a:endParaRPr lang="en-US"/>
        </a:p>
      </dgm:t>
    </dgm:pt>
    <dgm:pt modelId="{AA1D0559-2339-4CA1-8AD6-1DC036E43C24}" type="sibTrans" cxnId="{FBCB26B3-CC0F-4B16-92A8-9F15BA109AB8}">
      <dgm:prSet/>
      <dgm:spPr/>
      <dgm:t>
        <a:bodyPr/>
        <a:lstStyle/>
        <a:p>
          <a:endParaRPr lang="en-US"/>
        </a:p>
      </dgm:t>
    </dgm:pt>
    <dgm:pt modelId="{93173AD7-24DC-4011-AFA6-4044CE419774}">
      <dgm:prSet phldrT="[Text]"/>
      <dgm:spPr/>
      <dgm:t>
        <a:bodyPr/>
        <a:lstStyle/>
        <a:p>
          <a:r>
            <a:rPr lang="en-US" b="1" dirty="0">
              <a:latin typeface="Aptos" panose="020B0004020202020204" pitchFamily="34" charset="0"/>
            </a:rPr>
            <a:t>08. Complete the Course </a:t>
          </a:r>
          <a:endParaRPr lang="en-US" dirty="0">
            <a:latin typeface="Aptos" panose="020B0004020202020204" pitchFamily="34" charset="0"/>
          </a:endParaRPr>
        </a:p>
      </dgm:t>
    </dgm:pt>
    <dgm:pt modelId="{BDCA0AE5-0E20-46DA-A556-505020EADDF6}" type="parTrans" cxnId="{A1477FD3-C3D2-4425-B3E5-B190193FC6F8}">
      <dgm:prSet/>
      <dgm:spPr/>
      <dgm:t>
        <a:bodyPr/>
        <a:lstStyle/>
        <a:p>
          <a:endParaRPr lang="en-US"/>
        </a:p>
      </dgm:t>
    </dgm:pt>
    <dgm:pt modelId="{5390F335-B154-42D6-9B5A-5E61010C7963}" type="sibTrans" cxnId="{A1477FD3-C3D2-4425-B3E5-B190193FC6F8}">
      <dgm:prSet/>
      <dgm:spPr/>
      <dgm:t>
        <a:bodyPr/>
        <a:lstStyle/>
        <a:p>
          <a:endParaRPr lang="en-US"/>
        </a:p>
      </dgm:t>
    </dgm:pt>
    <dgm:pt modelId="{3B8630C9-406A-42D5-BA88-67823269F601}">
      <dgm:prSet phldrT="[Text]"/>
      <dgm:spPr/>
      <dgm:t>
        <a:bodyPr/>
        <a:lstStyle/>
        <a:p>
          <a:r>
            <a:rPr lang="en-US" b="1" dirty="0">
              <a:latin typeface="Aptos" panose="020B0004020202020204" pitchFamily="34" charset="0"/>
            </a:rPr>
            <a:t>05. Attend</a:t>
          </a:r>
          <a:r>
            <a:rPr lang="en-US" b="1" baseline="0" dirty="0">
              <a:latin typeface="Aptos" panose="020B0004020202020204" pitchFamily="34" charset="0"/>
            </a:rPr>
            <a:t> Telephonic and group mock interview</a:t>
          </a:r>
          <a:endParaRPr lang="en-US" dirty="0">
            <a:latin typeface="Aptos" panose="020B0004020202020204" pitchFamily="34" charset="0"/>
          </a:endParaRPr>
        </a:p>
      </dgm:t>
    </dgm:pt>
    <dgm:pt modelId="{895645F1-28C1-4F96-9E09-098CA61886EF}" type="parTrans" cxnId="{63128BD0-0411-493B-8D0B-44A6FAF6E264}">
      <dgm:prSet/>
      <dgm:spPr/>
      <dgm:t>
        <a:bodyPr/>
        <a:lstStyle/>
        <a:p>
          <a:endParaRPr lang="en-US"/>
        </a:p>
      </dgm:t>
    </dgm:pt>
    <dgm:pt modelId="{BD1684AC-7C65-468A-9728-0D215572008E}" type="sibTrans" cxnId="{63128BD0-0411-493B-8D0B-44A6FAF6E264}">
      <dgm:prSet/>
      <dgm:spPr/>
      <dgm:t>
        <a:bodyPr/>
        <a:lstStyle/>
        <a:p>
          <a:endParaRPr lang="en-US"/>
        </a:p>
      </dgm:t>
    </dgm:pt>
    <dgm:pt modelId="{8D3E253B-31D1-494B-98A1-6A0387E8F773}" type="pres">
      <dgm:prSet presAssocID="{51D10562-414D-4CF2-8057-1899F61D9688}" presName="diagram" presStyleCnt="0">
        <dgm:presLayoutVars>
          <dgm:dir/>
          <dgm:resizeHandles val="exact"/>
        </dgm:presLayoutVars>
      </dgm:prSet>
      <dgm:spPr/>
    </dgm:pt>
    <dgm:pt modelId="{D2DA033B-E681-44E7-8499-EB4EF10491AC}" type="pres">
      <dgm:prSet presAssocID="{B3844FF0-75CD-40C3-9E3E-269FC5DA2001}" presName="node" presStyleLbl="node1" presStyleIdx="0" presStyleCnt="12">
        <dgm:presLayoutVars>
          <dgm:bulletEnabled val="1"/>
        </dgm:presLayoutVars>
      </dgm:prSet>
      <dgm:spPr/>
    </dgm:pt>
    <dgm:pt modelId="{AEAF860F-89B6-4376-B7FD-CDD6F478588D}" type="pres">
      <dgm:prSet presAssocID="{B70B65CC-9D1A-453D-9B59-435064DE9A9A}" presName="sibTrans" presStyleLbl="sibTrans2D1" presStyleIdx="0" presStyleCnt="11"/>
      <dgm:spPr/>
    </dgm:pt>
    <dgm:pt modelId="{80758F4F-EC63-40CE-ABF2-B799A1FF1CCB}" type="pres">
      <dgm:prSet presAssocID="{B70B65CC-9D1A-453D-9B59-435064DE9A9A}" presName="connectorText" presStyleLbl="sibTrans2D1" presStyleIdx="0" presStyleCnt="11"/>
      <dgm:spPr/>
    </dgm:pt>
    <dgm:pt modelId="{51BEF2C3-1304-4D5F-82FB-0DCAA8889A32}" type="pres">
      <dgm:prSet presAssocID="{3F375027-73E1-4989-995B-247B9E1B641E}" presName="node" presStyleLbl="node1" presStyleIdx="1" presStyleCnt="12">
        <dgm:presLayoutVars>
          <dgm:bulletEnabled val="1"/>
        </dgm:presLayoutVars>
      </dgm:prSet>
      <dgm:spPr/>
    </dgm:pt>
    <dgm:pt modelId="{EA01ADEF-0D21-44B9-9396-C55C9E599480}" type="pres">
      <dgm:prSet presAssocID="{1BD6A418-6FC1-42FB-B05B-BD2557882D94}" presName="sibTrans" presStyleLbl="sibTrans2D1" presStyleIdx="1" presStyleCnt="11"/>
      <dgm:spPr/>
    </dgm:pt>
    <dgm:pt modelId="{5067881C-F1FE-4B3B-8182-B0DE01CCF84B}" type="pres">
      <dgm:prSet presAssocID="{1BD6A418-6FC1-42FB-B05B-BD2557882D94}" presName="connectorText" presStyleLbl="sibTrans2D1" presStyleIdx="1" presStyleCnt="11"/>
      <dgm:spPr/>
    </dgm:pt>
    <dgm:pt modelId="{76679F54-3A82-4626-9E59-EB96404C4FDD}" type="pres">
      <dgm:prSet presAssocID="{77D1CFE0-621E-46B2-B672-602515114239}" presName="node" presStyleLbl="node1" presStyleIdx="2" presStyleCnt="12">
        <dgm:presLayoutVars>
          <dgm:bulletEnabled val="1"/>
        </dgm:presLayoutVars>
      </dgm:prSet>
      <dgm:spPr/>
    </dgm:pt>
    <dgm:pt modelId="{47BBB78C-669D-4601-B726-870ED1626A32}" type="pres">
      <dgm:prSet presAssocID="{A10EFC2C-321D-4B06-B75B-D3E8624422B4}" presName="sibTrans" presStyleLbl="sibTrans2D1" presStyleIdx="2" presStyleCnt="11"/>
      <dgm:spPr/>
    </dgm:pt>
    <dgm:pt modelId="{11BEF143-E053-4CDE-8385-F0FED6D04276}" type="pres">
      <dgm:prSet presAssocID="{A10EFC2C-321D-4B06-B75B-D3E8624422B4}" presName="connectorText" presStyleLbl="sibTrans2D1" presStyleIdx="2" presStyleCnt="11"/>
      <dgm:spPr/>
    </dgm:pt>
    <dgm:pt modelId="{BB894735-4C29-412E-8174-662AC2C0DEF7}" type="pres">
      <dgm:prSet presAssocID="{61DD6C9E-839D-4565-9459-FBA98AC43217}" presName="node" presStyleLbl="node1" presStyleIdx="3" presStyleCnt="12">
        <dgm:presLayoutVars>
          <dgm:bulletEnabled val="1"/>
        </dgm:presLayoutVars>
      </dgm:prSet>
      <dgm:spPr/>
    </dgm:pt>
    <dgm:pt modelId="{D2252FAF-32A7-4D53-A156-503F36BD43AE}" type="pres">
      <dgm:prSet presAssocID="{F6D21E68-2A82-45DA-B2BA-4EB8E22B087F}" presName="sibTrans" presStyleLbl="sibTrans2D1" presStyleIdx="3" presStyleCnt="11"/>
      <dgm:spPr/>
    </dgm:pt>
    <dgm:pt modelId="{2C2EFC5E-165D-4E91-89D0-FE617487FB2B}" type="pres">
      <dgm:prSet presAssocID="{F6D21E68-2A82-45DA-B2BA-4EB8E22B087F}" presName="connectorText" presStyleLbl="sibTrans2D1" presStyleIdx="3" presStyleCnt="11"/>
      <dgm:spPr/>
    </dgm:pt>
    <dgm:pt modelId="{C227E98C-F053-4F02-8EF2-4336978C382F}" type="pres">
      <dgm:prSet presAssocID="{3B8630C9-406A-42D5-BA88-67823269F601}" presName="node" presStyleLbl="node1" presStyleIdx="4" presStyleCnt="12">
        <dgm:presLayoutVars>
          <dgm:bulletEnabled val="1"/>
        </dgm:presLayoutVars>
      </dgm:prSet>
      <dgm:spPr/>
    </dgm:pt>
    <dgm:pt modelId="{6A2DB789-2C79-4EF9-8038-3DBAD91216E8}" type="pres">
      <dgm:prSet presAssocID="{BD1684AC-7C65-468A-9728-0D215572008E}" presName="sibTrans" presStyleLbl="sibTrans2D1" presStyleIdx="4" presStyleCnt="11"/>
      <dgm:spPr/>
    </dgm:pt>
    <dgm:pt modelId="{C168AAEB-13AE-4978-B85B-0D5DDC34D7FC}" type="pres">
      <dgm:prSet presAssocID="{BD1684AC-7C65-468A-9728-0D215572008E}" presName="connectorText" presStyleLbl="sibTrans2D1" presStyleIdx="4" presStyleCnt="11"/>
      <dgm:spPr/>
    </dgm:pt>
    <dgm:pt modelId="{ACE41C59-5BA5-4E0C-A4F3-4D15AFC7B99F}" type="pres">
      <dgm:prSet presAssocID="{689FE855-FD1D-4AEE-9B9C-8D727620B233}" presName="node" presStyleLbl="node1" presStyleIdx="5" presStyleCnt="12">
        <dgm:presLayoutVars>
          <dgm:bulletEnabled val="1"/>
        </dgm:presLayoutVars>
      </dgm:prSet>
      <dgm:spPr/>
    </dgm:pt>
    <dgm:pt modelId="{F5E9D4A3-B6ED-46BD-9E55-3EC6CEF25167}" type="pres">
      <dgm:prSet presAssocID="{A06944B3-FBC2-4810-9C64-F77FB84EFA3D}" presName="sibTrans" presStyleLbl="sibTrans2D1" presStyleIdx="5" presStyleCnt="11"/>
      <dgm:spPr/>
    </dgm:pt>
    <dgm:pt modelId="{26ABFF16-51A2-4ED6-95C7-8A293189E5FC}" type="pres">
      <dgm:prSet presAssocID="{A06944B3-FBC2-4810-9C64-F77FB84EFA3D}" presName="connectorText" presStyleLbl="sibTrans2D1" presStyleIdx="5" presStyleCnt="11"/>
      <dgm:spPr/>
    </dgm:pt>
    <dgm:pt modelId="{18E1A0E7-FD23-4376-971C-6468B446A227}" type="pres">
      <dgm:prSet presAssocID="{E264E301-8711-4E26-9F6D-F69336E2C7F1}" presName="node" presStyleLbl="node1" presStyleIdx="6" presStyleCnt="12">
        <dgm:presLayoutVars>
          <dgm:bulletEnabled val="1"/>
        </dgm:presLayoutVars>
      </dgm:prSet>
      <dgm:spPr/>
    </dgm:pt>
    <dgm:pt modelId="{F73230B1-F18E-4ACA-80BA-F5B4F6E0A8DB}" type="pres">
      <dgm:prSet presAssocID="{3EBA995C-1E7F-41CE-8FE5-9D61B7755F3C}" presName="sibTrans" presStyleLbl="sibTrans2D1" presStyleIdx="6" presStyleCnt="11"/>
      <dgm:spPr/>
    </dgm:pt>
    <dgm:pt modelId="{CA449B06-A040-405A-892D-B067A523AAAD}" type="pres">
      <dgm:prSet presAssocID="{3EBA995C-1E7F-41CE-8FE5-9D61B7755F3C}" presName="connectorText" presStyleLbl="sibTrans2D1" presStyleIdx="6" presStyleCnt="11"/>
      <dgm:spPr/>
    </dgm:pt>
    <dgm:pt modelId="{106B0AFF-0BCA-43D2-9838-0AA400CFA565}" type="pres">
      <dgm:prSet presAssocID="{93173AD7-24DC-4011-AFA6-4044CE419774}" presName="node" presStyleLbl="node1" presStyleIdx="7" presStyleCnt="12">
        <dgm:presLayoutVars>
          <dgm:bulletEnabled val="1"/>
        </dgm:presLayoutVars>
      </dgm:prSet>
      <dgm:spPr/>
    </dgm:pt>
    <dgm:pt modelId="{64EFC6D2-A9E3-49FC-BFC4-73BBFE49ED32}" type="pres">
      <dgm:prSet presAssocID="{5390F335-B154-42D6-9B5A-5E61010C7963}" presName="sibTrans" presStyleLbl="sibTrans2D1" presStyleIdx="7" presStyleCnt="11"/>
      <dgm:spPr/>
    </dgm:pt>
    <dgm:pt modelId="{DBAE046D-24E0-4BBF-B847-55ED9F279A41}" type="pres">
      <dgm:prSet presAssocID="{5390F335-B154-42D6-9B5A-5E61010C7963}" presName="connectorText" presStyleLbl="sibTrans2D1" presStyleIdx="7" presStyleCnt="11"/>
      <dgm:spPr/>
    </dgm:pt>
    <dgm:pt modelId="{FE5F62E4-5C0C-4D8F-8166-E4E75C1DECDF}" type="pres">
      <dgm:prSet presAssocID="{A940372F-F6F5-48B2-86CB-B0EC9547B905}" presName="node" presStyleLbl="node1" presStyleIdx="8" presStyleCnt="12">
        <dgm:presLayoutVars>
          <dgm:bulletEnabled val="1"/>
        </dgm:presLayoutVars>
      </dgm:prSet>
      <dgm:spPr/>
    </dgm:pt>
    <dgm:pt modelId="{2036E138-E6A9-4562-8A2A-D2CCA52314DE}" type="pres">
      <dgm:prSet presAssocID="{D9368DF6-D658-4060-A487-A0AFE18E21FB}" presName="sibTrans" presStyleLbl="sibTrans2D1" presStyleIdx="8" presStyleCnt="11"/>
      <dgm:spPr/>
    </dgm:pt>
    <dgm:pt modelId="{F1408CC5-4223-4560-8A5F-811D1E1AA2B9}" type="pres">
      <dgm:prSet presAssocID="{D9368DF6-D658-4060-A487-A0AFE18E21FB}" presName="connectorText" presStyleLbl="sibTrans2D1" presStyleIdx="8" presStyleCnt="11"/>
      <dgm:spPr/>
    </dgm:pt>
    <dgm:pt modelId="{E894DC52-DCAE-4F55-BD95-8E72D55098C3}" type="pres">
      <dgm:prSet presAssocID="{B0546C2D-A184-43A8-AB8D-F79268B20D91}" presName="node" presStyleLbl="node1" presStyleIdx="9" presStyleCnt="12">
        <dgm:presLayoutVars>
          <dgm:bulletEnabled val="1"/>
        </dgm:presLayoutVars>
      </dgm:prSet>
      <dgm:spPr/>
    </dgm:pt>
    <dgm:pt modelId="{4579C851-9AB5-44E1-8EEB-81B8F1A22D90}" type="pres">
      <dgm:prSet presAssocID="{AAB1A5C7-F0CB-4067-8CF9-2338046A5E86}" presName="sibTrans" presStyleLbl="sibTrans2D1" presStyleIdx="9" presStyleCnt="11"/>
      <dgm:spPr/>
    </dgm:pt>
    <dgm:pt modelId="{DCC45E24-9140-43EE-BBD2-3FB7B43462FD}" type="pres">
      <dgm:prSet presAssocID="{AAB1A5C7-F0CB-4067-8CF9-2338046A5E86}" presName="connectorText" presStyleLbl="sibTrans2D1" presStyleIdx="9" presStyleCnt="11"/>
      <dgm:spPr/>
    </dgm:pt>
    <dgm:pt modelId="{151F5EF0-60A6-479D-91E7-45048D33CEEC}" type="pres">
      <dgm:prSet presAssocID="{7DA1D279-CE5A-4688-A54D-8A9363E6486A}" presName="node" presStyleLbl="node1" presStyleIdx="10" presStyleCnt="12">
        <dgm:presLayoutVars>
          <dgm:bulletEnabled val="1"/>
        </dgm:presLayoutVars>
      </dgm:prSet>
      <dgm:spPr/>
    </dgm:pt>
    <dgm:pt modelId="{3FCE66F1-D573-4254-BF8D-C59020F57606}" type="pres">
      <dgm:prSet presAssocID="{1172D721-A9A0-48B7-B365-A35D9F305AE3}" presName="sibTrans" presStyleLbl="sibTrans2D1" presStyleIdx="10" presStyleCnt="11"/>
      <dgm:spPr/>
    </dgm:pt>
    <dgm:pt modelId="{D39DEF57-CDDD-4E3E-966E-D71F97858199}" type="pres">
      <dgm:prSet presAssocID="{1172D721-A9A0-48B7-B365-A35D9F305AE3}" presName="connectorText" presStyleLbl="sibTrans2D1" presStyleIdx="10" presStyleCnt="11"/>
      <dgm:spPr/>
    </dgm:pt>
    <dgm:pt modelId="{1B12814A-F4E8-4545-A000-8C990CB0D6FD}" type="pres">
      <dgm:prSet presAssocID="{68BC540F-4889-44CE-96EF-5D5C0C6A136A}" presName="node" presStyleLbl="node1" presStyleIdx="11" presStyleCnt="12">
        <dgm:presLayoutVars>
          <dgm:bulletEnabled val="1"/>
        </dgm:presLayoutVars>
      </dgm:prSet>
      <dgm:spPr/>
    </dgm:pt>
  </dgm:ptLst>
  <dgm:cxnLst>
    <dgm:cxn modelId="{BE382303-897B-4BF1-8573-8541A4AE7663}" srcId="{51D10562-414D-4CF2-8057-1899F61D9688}" destId="{689FE855-FD1D-4AEE-9B9C-8D727620B233}" srcOrd="5" destOrd="0" parTransId="{B49A2ECB-FC24-4447-9A57-CC78826D30B1}" sibTransId="{A06944B3-FBC2-4810-9C64-F77FB84EFA3D}"/>
    <dgm:cxn modelId="{70D48C04-3EAB-4AAD-96F8-AFBF72B0278E}" srcId="{51D10562-414D-4CF2-8057-1899F61D9688}" destId="{77D1CFE0-621E-46B2-B672-602515114239}" srcOrd="2" destOrd="0" parTransId="{58071F1A-B93F-4FF6-AFB9-47F7AD4B8004}" sibTransId="{A10EFC2C-321D-4B06-B75B-D3E8624422B4}"/>
    <dgm:cxn modelId="{833BC805-B9B4-4652-B9D2-1A0C8F70DD62}" type="presOf" srcId="{BD1684AC-7C65-468A-9728-0D215572008E}" destId="{6A2DB789-2C79-4EF9-8038-3DBAD91216E8}" srcOrd="0" destOrd="0" presId="urn:microsoft.com/office/officeart/2005/8/layout/process5"/>
    <dgm:cxn modelId="{68771316-CE9F-4097-B3B4-D7C371542869}" type="presOf" srcId="{F6D21E68-2A82-45DA-B2BA-4EB8E22B087F}" destId="{2C2EFC5E-165D-4E91-89D0-FE617487FB2B}" srcOrd="1" destOrd="0" presId="urn:microsoft.com/office/officeart/2005/8/layout/process5"/>
    <dgm:cxn modelId="{5C7E0418-C2E9-43ED-B833-D7BF9E123733}" type="presOf" srcId="{3F375027-73E1-4989-995B-247B9E1B641E}" destId="{51BEF2C3-1304-4D5F-82FB-0DCAA8889A32}" srcOrd="0" destOrd="0" presId="urn:microsoft.com/office/officeart/2005/8/layout/process5"/>
    <dgm:cxn modelId="{94B42A1D-EE67-47E3-907B-5647C28466A8}" srcId="{51D10562-414D-4CF2-8057-1899F61D9688}" destId="{61DD6C9E-839D-4565-9459-FBA98AC43217}" srcOrd="3" destOrd="0" parTransId="{F059AF1B-9356-4789-A798-CB3382387FE5}" sibTransId="{F6D21E68-2A82-45DA-B2BA-4EB8E22B087F}"/>
    <dgm:cxn modelId="{CD12611F-6529-477E-B000-4BC1F30B774C}" type="presOf" srcId="{5390F335-B154-42D6-9B5A-5E61010C7963}" destId="{64EFC6D2-A9E3-49FC-BFC4-73BBFE49ED32}" srcOrd="0" destOrd="0" presId="urn:microsoft.com/office/officeart/2005/8/layout/process5"/>
    <dgm:cxn modelId="{06E4BC22-7918-4A99-A38A-2B65A3975D26}" type="presOf" srcId="{A06944B3-FBC2-4810-9C64-F77FB84EFA3D}" destId="{26ABFF16-51A2-4ED6-95C7-8A293189E5FC}" srcOrd="1" destOrd="0" presId="urn:microsoft.com/office/officeart/2005/8/layout/process5"/>
    <dgm:cxn modelId="{B4DDB125-D04E-44AD-8913-7933026F36FD}" type="presOf" srcId="{A10EFC2C-321D-4B06-B75B-D3E8624422B4}" destId="{11BEF143-E053-4CDE-8385-F0FED6D04276}" srcOrd="1" destOrd="0" presId="urn:microsoft.com/office/officeart/2005/8/layout/process5"/>
    <dgm:cxn modelId="{E8A4AD31-0413-4154-8AC2-953C32B8973C}" srcId="{51D10562-414D-4CF2-8057-1899F61D9688}" destId="{A940372F-F6F5-48B2-86CB-B0EC9547B905}" srcOrd="8" destOrd="0" parTransId="{98F93E22-7E22-4C68-AE30-541D9111231E}" sibTransId="{D9368DF6-D658-4060-A487-A0AFE18E21FB}"/>
    <dgm:cxn modelId="{8998183E-B720-48B5-B9D7-C4B3E3415B8D}" type="presOf" srcId="{1BD6A418-6FC1-42FB-B05B-BD2557882D94}" destId="{EA01ADEF-0D21-44B9-9396-C55C9E599480}" srcOrd="0" destOrd="0" presId="urn:microsoft.com/office/officeart/2005/8/layout/process5"/>
    <dgm:cxn modelId="{FF0F2968-7F1F-434B-A634-C1729B6B6E24}" srcId="{51D10562-414D-4CF2-8057-1899F61D9688}" destId="{B3844FF0-75CD-40C3-9E3E-269FC5DA2001}" srcOrd="0" destOrd="0" parTransId="{5B4A1FD4-FE31-45BA-B7A4-5DD3261EC621}" sibTransId="{B70B65CC-9D1A-453D-9B59-435064DE9A9A}"/>
    <dgm:cxn modelId="{AEC26268-39CA-4D45-8E41-F5B7A03D11CE}" type="presOf" srcId="{E264E301-8711-4E26-9F6D-F69336E2C7F1}" destId="{18E1A0E7-FD23-4376-971C-6468B446A227}" srcOrd="0" destOrd="0" presId="urn:microsoft.com/office/officeart/2005/8/layout/process5"/>
    <dgm:cxn modelId="{883DF348-90A0-407A-8D97-781853BB4924}" type="presOf" srcId="{B70B65CC-9D1A-453D-9B59-435064DE9A9A}" destId="{80758F4F-EC63-40CE-ABF2-B799A1FF1CCB}" srcOrd="1" destOrd="0" presId="urn:microsoft.com/office/officeart/2005/8/layout/process5"/>
    <dgm:cxn modelId="{776F3749-9F09-4524-996B-7ACA28F4D01A}" type="presOf" srcId="{A06944B3-FBC2-4810-9C64-F77FB84EFA3D}" destId="{F5E9D4A3-B6ED-46BD-9E55-3EC6CEF25167}" srcOrd="0" destOrd="0" presId="urn:microsoft.com/office/officeart/2005/8/layout/process5"/>
    <dgm:cxn modelId="{B5D3D94E-8D43-41E3-AB7E-471FC3DCFCA6}" type="presOf" srcId="{D9368DF6-D658-4060-A487-A0AFE18E21FB}" destId="{F1408CC5-4223-4560-8A5F-811D1E1AA2B9}" srcOrd="1" destOrd="0" presId="urn:microsoft.com/office/officeart/2005/8/layout/process5"/>
    <dgm:cxn modelId="{DFD26C74-55B1-4FE4-B352-491A707C3B42}" type="presOf" srcId="{1BD6A418-6FC1-42FB-B05B-BD2557882D94}" destId="{5067881C-F1FE-4B3B-8182-B0DE01CCF84B}" srcOrd="1" destOrd="0" presId="urn:microsoft.com/office/officeart/2005/8/layout/process5"/>
    <dgm:cxn modelId="{4ADA3155-63E4-4813-B3D1-B6BAE541245B}" type="presOf" srcId="{AAB1A5C7-F0CB-4067-8CF9-2338046A5E86}" destId="{DCC45E24-9140-43EE-BBD2-3FB7B43462FD}" srcOrd="1" destOrd="0" presId="urn:microsoft.com/office/officeart/2005/8/layout/process5"/>
    <dgm:cxn modelId="{E5CEE277-1C6D-4475-B132-8A73312D5D5E}" type="presOf" srcId="{3B8630C9-406A-42D5-BA88-67823269F601}" destId="{C227E98C-F053-4F02-8EF2-4336978C382F}" srcOrd="0" destOrd="0" presId="urn:microsoft.com/office/officeart/2005/8/layout/process5"/>
    <dgm:cxn modelId="{C4B6B158-4C49-409E-8109-D638E604A69C}" srcId="{51D10562-414D-4CF2-8057-1899F61D9688}" destId="{E264E301-8711-4E26-9F6D-F69336E2C7F1}" srcOrd="6" destOrd="0" parTransId="{1A8444B1-D12F-4154-9DC2-8BC575188237}" sibTransId="{3EBA995C-1E7F-41CE-8FE5-9D61B7755F3C}"/>
    <dgm:cxn modelId="{6DD4527A-8B13-412B-98B1-4C39FB46B393}" type="presOf" srcId="{93173AD7-24DC-4011-AFA6-4044CE419774}" destId="{106B0AFF-0BCA-43D2-9838-0AA400CFA565}" srcOrd="0" destOrd="0" presId="urn:microsoft.com/office/officeart/2005/8/layout/process5"/>
    <dgm:cxn modelId="{F77A027E-B902-4E22-AE2B-F3B7E6130DE5}" type="presOf" srcId="{51D10562-414D-4CF2-8057-1899F61D9688}" destId="{8D3E253B-31D1-494B-98A1-6A0387E8F773}" srcOrd="0" destOrd="0" presId="urn:microsoft.com/office/officeart/2005/8/layout/process5"/>
    <dgm:cxn modelId="{72ECEB7E-32A6-47B1-900C-802B46F1FDAB}" type="presOf" srcId="{F6D21E68-2A82-45DA-B2BA-4EB8E22B087F}" destId="{D2252FAF-32A7-4D53-A156-503F36BD43AE}" srcOrd="0" destOrd="0" presId="urn:microsoft.com/office/officeart/2005/8/layout/process5"/>
    <dgm:cxn modelId="{6DF21D85-B92A-4790-9FC1-6501D2C153F8}" type="presOf" srcId="{B3844FF0-75CD-40C3-9E3E-269FC5DA2001}" destId="{D2DA033B-E681-44E7-8499-EB4EF10491AC}" srcOrd="0" destOrd="0" presId="urn:microsoft.com/office/officeart/2005/8/layout/process5"/>
    <dgm:cxn modelId="{7BA23189-1508-4CFB-AFD5-0539DB3CE783}" type="presOf" srcId="{A940372F-F6F5-48B2-86CB-B0EC9547B905}" destId="{FE5F62E4-5C0C-4D8F-8166-E4E75C1DECDF}" srcOrd="0" destOrd="0" presId="urn:microsoft.com/office/officeart/2005/8/layout/process5"/>
    <dgm:cxn modelId="{F748398F-913D-4FB8-9A79-0715C48699DC}" type="presOf" srcId="{7DA1D279-CE5A-4688-A54D-8A9363E6486A}" destId="{151F5EF0-60A6-479D-91E7-45048D33CEEC}" srcOrd="0" destOrd="0" presId="urn:microsoft.com/office/officeart/2005/8/layout/process5"/>
    <dgm:cxn modelId="{AFD1A295-C2AA-4952-98C7-11D241FDB320}" type="presOf" srcId="{3EBA995C-1E7F-41CE-8FE5-9D61B7755F3C}" destId="{F73230B1-F18E-4ACA-80BA-F5B4F6E0A8DB}" srcOrd="0" destOrd="0" presId="urn:microsoft.com/office/officeart/2005/8/layout/process5"/>
    <dgm:cxn modelId="{64957B99-9A12-4915-8889-D221D36FC7ED}" type="presOf" srcId="{1172D721-A9A0-48B7-B365-A35D9F305AE3}" destId="{D39DEF57-CDDD-4E3E-966E-D71F97858199}" srcOrd="1" destOrd="0" presId="urn:microsoft.com/office/officeart/2005/8/layout/process5"/>
    <dgm:cxn modelId="{7E56CA9C-95C6-498F-B3B2-3E1C795E668D}" srcId="{51D10562-414D-4CF2-8057-1899F61D9688}" destId="{3F375027-73E1-4989-995B-247B9E1B641E}" srcOrd="1" destOrd="0" parTransId="{917611AA-18A9-4990-8499-69B3DEF38F2B}" sibTransId="{1BD6A418-6FC1-42FB-B05B-BD2557882D94}"/>
    <dgm:cxn modelId="{A6C95A9F-F7A2-4789-A2DE-0C605BFD543A}" type="presOf" srcId="{B70B65CC-9D1A-453D-9B59-435064DE9A9A}" destId="{AEAF860F-89B6-4376-B7FD-CDD6F478588D}" srcOrd="0" destOrd="0" presId="urn:microsoft.com/office/officeart/2005/8/layout/process5"/>
    <dgm:cxn modelId="{A05BCBAA-60FD-4612-B54C-F96562D90696}" type="presOf" srcId="{3EBA995C-1E7F-41CE-8FE5-9D61B7755F3C}" destId="{CA449B06-A040-405A-892D-B067A523AAAD}" srcOrd="1" destOrd="0" presId="urn:microsoft.com/office/officeart/2005/8/layout/process5"/>
    <dgm:cxn modelId="{772EDDAA-304F-49EA-979A-880811F71808}" type="presOf" srcId="{61DD6C9E-839D-4565-9459-FBA98AC43217}" destId="{BB894735-4C29-412E-8174-662AC2C0DEF7}" srcOrd="0" destOrd="0" presId="urn:microsoft.com/office/officeart/2005/8/layout/process5"/>
    <dgm:cxn modelId="{1E9B5FAC-264C-4AA5-8920-994F652C966A}" type="presOf" srcId="{5390F335-B154-42D6-9B5A-5E61010C7963}" destId="{DBAE046D-24E0-4BBF-B847-55ED9F279A41}" srcOrd="1" destOrd="0" presId="urn:microsoft.com/office/officeart/2005/8/layout/process5"/>
    <dgm:cxn modelId="{65599EB1-E732-4450-9655-F94FAEA4BD06}" srcId="{51D10562-414D-4CF2-8057-1899F61D9688}" destId="{7DA1D279-CE5A-4688-A54D-8A9363E6486A}" srcOrd="10" destOrd="0" parTransId="{C969B2CD-5DCB-4C34-ADA7-6CE2CF1E8F8B}" sibTransId="{1172D721-A9A0-48B7-B365-A35D9F305AE3}"/>
    <dgm:cxn modelId="{8806BAB1-6B95-4A8B-8E0D-31B666989134}" type="presOf" srcId="{BD1684AC-7C65-468A-9728-0D215572008E}" destId="{C168AAEB-13AE-4978-B85B-0D5DDC34D7FC}" srcOrd="1" destOrd="0" presId="urn:microsoft.com/office/officeart/2005/8/layout/process5"/>
    <dgm:cxn modelId="{FBCB26B3-CC0F-4B16-92A8-9F15BA109AB8}" srcId="{51D10562-414D-4CF2-8057-1899F61D9688}" destId="{68BC540F-4889-44CE-96EF-5D5C0C6A136A}" srcOrd="11" destOrd="0" parTransId="{E30D945A-5180-477D-8132-09165B6AD7E9}" sibTransId="{AA1D0559-2339-4CA1-8AD6-1DC036E43C24}"/>
    <dgm:cxn modelId="{BABCB9B6-31D4-4B47-AB2E-ACEBE2D316D6}" type="presOf" srcId="{AAB1A5C7-F0CB-4067-8CF9-2338046A5E86}" destId="{4579C851-9AB5-44E1-8EEB-81B8F1A22D90}" srcOrd="0" destOrd="0" presId="urn:microsoft.com/office/officeart/2005/8/layout/process5"/>
    <dgm:cxn modelId="{D947EDB6-2975-4756-A907-2BA619701430}" type="presOf" srcId="{A10EFC2C-321D-4B06-B75B-D3E8624422B4}" destId="{47BBB78C-669D-4601-B726-870ED1626A32}" srcOrd="0" destOrd="0" presId="urn:microsoft.com/office/officeart/2005/8/layout/process5"/>
    <dgm:cxn modelId="{01D8B3BE-E328-415A-A614-F0AFA53810F7}" type="presOf" srcId="{B0546C2D-A184-43A8-AB8D-F79268B20D91}" destId="{E894DC52-DCAE-4F55-BD95-8E72D55098C3}" srcOrd="0" destOrd="0" presId="urn:microsoft.com/office/officeart/2005/8/layout/process5"/>
    <dgm:cxn modelId="{F8BFEECC-878C-4C33-97AA-EEB3D8642C77}" type="presOf" srcId="{D9368DF6-D658-4060-A487-A0AFE18E21FB}" destId="{2036E138-E6A9-4562-8A2A-D2CCA52314DE}" srcOrd="0" destOrd="0" presId="urn:microsoft.com/office/officeart/2005/8/layout/process5"/>
    <dgm:cxn modelId="{63128BD0-0411-493B-8D0B-44A6FAF6E264}" srcId="{51D10562-414D-4CF2-8057-1899F61D9688}" destId="{3B8630C9-406A-42D5-BA88-67823269F601}" srcOrd="4" destOrd="0" parTransId="{895645F1-28C1-4F96-9E09-098CA61886EF}" sibTransId="{BD1684AC-7C65-468A-9728-0D215572008E}"/>
    <dgm:cxn modelId="{A1477FD3-C3D2-4425-B3E5-B190193FC6F8}" srcId="{51D10562-414D-4CF2-8057-1899F61D9688}" destId="{93173AD7-24DC-4011-AFA6-4044CE419774}" srcOrd="7" destOrd="0" parTransId="{BDCA0AE5-0E20-46DA-A556-505020EADDF6}" sibTransId="{5390F335-B154-42D6-9B5A-5E61010C7963}"/>
    <dgm:cxn modelId="{CD0F2AD8-2818-48B8-8D99-15C19E3558CA}" type="presOf" srcId="{689FE855-FD1D-4AEE-9B9C-8D727620B233}" destId="{ACE41C59-5BA5-4E0C-A4F3-4D15AFC7B99F}" srcOrd="0" destOrd="0" presId="urn:microsoft.com/office/officeart/2005/8/layout/process5"/>
    <dgm:cxn modelId="{CF0806DF-77A6-4D42-9738-0037A188D005}" srcId="{51D10562-414D-4CF2-8057-1899F61D9688}" destId="{B0546C2D-A184-43A8-AB8D-F79268B20D91}" srcOrd="9" destOrd="0" parTransId="{7E64DB8E-7D74-44F7-9B20-83DDC8B7F5D8}" sibTransId="{AAB1A5C7-F0CB-4067-8CF9-2338046A5E86}"/>
    <dgm:cxn modelId="{4D1C81E5-BEA9-47ED-9C9F-85719A2DD654}" type="presOf" srcId="{1172D721-A9A0-48B7-B365-A35D9F305AE3}" destId="{3FCE66F1-D573-4254-BF8D-C59020F57606}" srcOrd="0" destOrd="0" presId="urn:microsoft.com/office/officeart/2005/8/layout/process5"/>
    <dgm:cxn modelId="{F8BF17EF-DAC4-4FC5-BE7D-609F6A9E0F91}" type="presOf" srcId="{68BC540F-4889-44CE-96EF-5D5C0C6A136A}" destId="{1B12814A-F4E8-4545-A000-8C990CB0D6FD}" srcOrd="0" destOrd="0" presId="urn:microsoft.com/office/officeart/2005/8/layout/process5"/>
    <dgm:cxn modelId="{E7D825F2-548D-422C-9B47-A5B2D57FF4BB}" type="presOf" srcId="{77D1CFE0-621E-46B2-B672-602515114239}" destId="{76679F54-3A82-4626-9E59-EB96404C4FDD}" srcOrd="0" destOrd="0" presId="urn:microsoft.com/office/officeart/2005/8/layout/process5"/>
    <dgm:cxn modelId="{45BD6F3E-4748-40CC-AA9D-7FC093815CEE}" type="presParOf" srcId="{8D3E253B-31D1-494B-98A1-6A0387E8F773}" destId="{D2DA033B-E681-44E7-8499-EB4EF10491AC}" srcOrd="0" destOrd="0" presId="urn:microsoft.com/office/officeart/2005/8/layout/process5"/>
    <dgm:cxn modelId="{4EB69136-16D3-4CED-8165-E74FA26681E3}" type="presParOf" srcId="{8D3E253B-31D1-494B-98A1-6A0387E8F773}" destId="{AEAF860F-89B6-4376-B7FD-CDD6F478588D}" srcOrd="1" destOrd="0" presId="urn:microsoft.com/office/officeart/2005/8/layout/process5"/>
    <dgm:cxn modelId="{2E0F5F84-4666-41BF-9377-03F91E4BDCED}" type="presParOf" srcId="{AEAF860F-89B6-4376-B7FD-CDD6F478588D}" destId="{80758F4F-EC63-40CE-ABF2-B799A1FF1CCB}" srcOrd="0" destOrd="0" presId="urn:microsoft.com/office/officeart/2005/8/layout/process5"/>
    <dgm:cxn modelId="{70A49E0E-A2D4-4C6B-876F-0FDEBB968408}" type="presParOf" srcId="{8D3E253B-31D1-494B-98A1-6A0387E8F773}" destId="{51BEF2C3-1304-4D5F-82FB-0DCAA8889A32}" srcOrd="2" destOrd="0" presId="urn:microsoft.com/office/officeart/2005/8/layout/process5"/>
    <dgm:cxn modelId="{BE88AC9F-8CAD-4DCB-A877-F8BE4B308A93}" type="presParOf" srcId="{8D3E253B-31D1-494B-98A1-6A0387E8F773}" destId="{EA01ADEF-0D21-44B9-9396-C55C9E599480}" srcOrd="3" destOrd="0" presId="urn:microsoft.com/office/officeart/2005/8/layout/process5"/>
    <dgm:cxn modelId="{415A0027-7AAC-4ABF-AFAE-468289DB9F06}" type="presParOf" srcId="{EA01ADEF-0D21-44B9-9396-C55C9E599480}" destId="{5067881C-F1FE-4B3B-8182-B0DE01CCF84B}" srcOrd="0" destOrd="0" presId="urn:microsoft.com/office/officeart/2005/8/layout/process5"/>
    <dgm:cxn modelId="{BD64397B-3A6D-4FB6-8FC1-8DE643D2BF52}" type="presParOf" srcId="{8D3E253B-31D1-494B-98A1-6A0387E8F773}" destId="{76679F54-3A82-4626-9E59-EB96404C4FDD}" srcOrd="4" destOrd="0" presId="urn:microsoft.com/office/officeart/2005/8/layout/process5"/>
    <dgm:cxn modelId="{63A4913E-0B8B-4956-BCCE-8E444EE8765E}" type="presParOf" srcId="{8D3E253B-31D1-494B-98A1-6A0387E8F773}" destId="{47BBB78C-669D-4601-B726-870ED1626A32}" srcOrd="5" destOrd="0" presId="urn:microsoft.com/office/officeart/2005/8/layout/process5"/>
    <dgm:cxn modelId="{6B51D9DF-1A43-4014-9554-55A0E7AE3549}" type="presParOf" srcId="{47BBB78C-669D-4601-B726-870ED1626A32}" destId="{11BEF143-E053-4CDE-8385-F0FED6D04276}" srcOrd="0" destOrd="0" presId="urn:microsoft.com/office/officeart/2005/8/layout/process5"/>
    <dgm:cxn modelId="{8A75A7E1-7159-4B46-A704-A3769E08C0D7}" type="presParOf" srcId="{8D3E253B-31D1-494B-98A1-6A0387E8F773}" destId="{BB894735-4C29-412E-8174-662AC2C0DEF7}" srcOrd="6" destOrd="0" presId="urn:microsoft.com/office/officeart/2005/8/layout/process5"/>
    <dgm:cxn modelId="{3AEBB232-1AC2-4979-88C4-CE5E30DD3C5A}" type="presParOf" srcId="{8D3E253B-31D1-494B-98A1-6A0387E8F773}" destId="{D2252FAF-32A7-4D53-A156-503F36BD43AE}" srcOrd="7" destOrd="0" presId="urn:microsoft.com/office/officeart/2005/8/layout/process5"/>
    <dgm:cxn modelId="{3A880DBB-8947-4E2A-A302-FD7A07DA24C1}" type="presParOf" srcId="{D2252FAF-32A7-4D53-A156-503F36BD43AE}" destId="{2C2EFC5E-165D-4E91-89D0-FE617487FB2B}" srcOrd="0" destOrd="0" presId="urn:microsoft.com/office/officeart/2005/8/layout/process5"/>
    <dgm:cxn modelId="{1F77DCB3-6E83-4E03-A650-8D6DB1974FDB}" type="presParOf" srcId="{8D3E253B-31D1-494B-98A1-6A0387E8F773}" destId="{C227E98C-F053-4F02-8EF2-4336978C382F}" srcOrd="8" destOrd="0" presId="urn:microsoft.com/office/officeart/2005/8/layout/process5"/>
    <dgm:cxn modelId="{2E24CAF9-86C4-4D25-BB56-1854E20457C3}" type="presParOf" srcId="{8D3E253B-31D1-494B-98A1-6A0387E8F773}" destId="{6A2DB789-2C79-4EF9-8038-3DBAD91216E8}" srcOrd="9" destOrd="0" presId="urn:microsoft.com/office/officeart/2005/8/layout/process5"/>
    <dgm:cxn modelId="{878BD71F-E3FE-4922-88DF-788791B35C82}" type="presParOf" srcId="{6A2DB789-2C79-4EF9-8038-3DBAD91216E8}" destId="{C168AAEB-13AE-4978-B85B-0D5DDC34D7FC}" srcOrd="0" destOrd="0" presId="urn:microsoft.com/office/officeart/2005/8/layout/process5"/>
    <dgm:cxn modelId="{3A8EFDB2-3A68-4B5A-97FE-D6AD1C1EFE57}" type="presParOf" srcId="{8D3E253B-31D1-494B-98A1-6A0387E8F773}" destId="{ACE41C59-5BA5-4E0C-A4F3-4D15AFC7B99F}" srcOrd="10" destOrd="0" presId="urn:microsoft.com/office/officeart/2005/8/layout/process5"/>
    <dgm:cxn modelId="{6EED80C4-F543-4D86-93F7-65E2B66AE6D5}" type="presParOf" srcId="{8D3E253B-31D1-494B-98A1-6A0387E8F773}" destId="{F5E9D4A3-B6ED-46BD-9E55-3EC6CEF25167}" srcOrd="11" destOrd="0" presId="urn:microsoft.com/office/officeart/2005/8/layout/process5"/>
    <dgm:cxn modelId="{DD9A19EE-79D2-4AA5-9CC3-02B4ACBE31B3}" type="presParOf" srcId="{F5E9D4A3-B6ED-46BD-9E55-3EC6CEF25167}" destId="{26ABFF16-51A2-4ED6-95C7-8A293189E5FC}" srcOrd="0" destOrd="0" presId="urn:microsoft.com/office/officeart/2005/8/layout/process5"/>
    <dgm:cxn modelId="{8A726CD8-C8BB-412B-AE40-2D1CD0293404}" type="presParOf" srcId="{8D3E253B-31D1-494B-98A1-6A0387E8F773}" destId="{18E1A0E7-FD23-4376-971C-6468B446A227}" srcOrd="12" destOrd="0" presId="urn:microsoft.com/office/officeart/2005/8/layout/process5"/>
    <dgm:cxn modelId="{C2617B1C-83C1-469B-BDC3-021479FE72C1}" type="presParOf" srcId="{8D3E253B-31D1-494B-98A1-6A0387E8F773}" destId="{F73230B1-F18E-4ACA-80BA-F5B4F6E0A8DB}" srcOrd="13" destOrd="0" presId="urn:microsoft.com/office/officeart/2005/8/layout/process5"/>
    <dgm:cxn modelId="{7FE04B43-2F25-4F39-B63E-0AAAE06C0F5D}" type="presParOf" srcId="{F73230B1-F18E-4ACA-80BA-F5B4F6E0A8DB}" destId="{CA449B06-A040-405A-892D-B067A523AAAD}" srcOrd="0" destOrd="0" presId="urn:microsoft.com/office/officeart/2005/8/layout/process5"/>
    <dgm:cxn modelId="{9567A430-3E0A-4CB1-A819-6262D21DF286}" type="presParOf" srcId="{8D3E253B-31D1-494B-98A1-6A0387E8F773}" destId="{106B0AFF-0BCA-43D2-9838-0AA400CFA565}" srcOrd="14" destOrd="0" presId="urn:microsoft.com/office/officeart/2005/8/layout/process5"/>
    <dgm:cxn modelId="{B637C5E9-55A2-45AE-A4D5-809E4920C86F}" type="presParOf" srcId="{8D3E253B-31D1-494B-98A1-6A0387E8F773}" destId="{64EFC6D2-A9E3-49FC-BFC4-73BBFE49ED32}" srcOrd="15" destOrd="0" presId="urn:microsoft.com/office/officeart/2005/8/layout/process5"/>
    <dgm:cxn modelId="{1B9EC06A-491A-41AE-BAE2-BA58EFFFA196}" type="presParOf" srcId="{64EFC6D2-A9E3-49FC-BFC4-73BBFE49ED32}" destId="{DBAE046D-24E0-4BBF-B847-55ED9F279A41}" srcOrd="0" destOrd="0" presId="urn:microsoft.com/office/officeart/2005/8/layout/process5"/>
    <dgm:cxn modelId="{77D5D938-3C6E-4936-931E-2B5628CF4A64}" type="presParOf" srcId="{8D3E253B-31D1-494B-98A1-6A0387E8F773}" destId="{FE5F62E4-5C0C-4D8F-8166-E4E75C1DECDF}" srcOrd="16" destOrd="0" presId="urn:microsoft.com/office/officeart/2005/8/layout/process5"/>
    <dgm:cxn modelId="{0232F707-5C67-4D1D-9A33-9E843AA8E98B}" type="presParOf" srcId="{8D3E253B-31D1-494B-98A1-6A0387E8F773}" destId="{2036E138-E6A9-4562-8A2A-D2CCA52314DE}" srcOrd="17" destOrd="0" presId="urn:microsoft.com/office/officeart/2005/8/layout/process5"/>
    <dgm:cxn modelId="{46BE9750-7981-4D45-96C8-C62BE940C2C9}" type="presParOf" srcId="{2036E138-E6A9-4562-8A2A-D2CCA52314DE}" destId="{F1408CC5-4223-4560-8A5F-811D1E1AA2B9}" srcOrd="0" destOrd="0" presId="urn:microsoft.com/office/officeart/2005/8/layout/process5"/>
    <dgm:cxn modelId="{DE80DB6E-20E3-4EED-AB1E-13CA6A2556E4}" type="presParOf" srcId="{8D3E253B-31D1-494B-98A1-6A0387E8F773}" destId="{E894DC52-DCAE-4F55-BD95-8E72D55098C3}" srcOrd="18" destOrd="0" presId="urn:microsoft.com/office/officeart/2005/8/layout/process5"/>
    <dgm:cxn modelId="{B33E3153-47D2-4435-A847-6D6DCB8D3E0D}" type="presParOf" srcId="{8D3E253B-31D1-494B-98A1-6A0387E8F773}" destId="{4579C851-9AB5-44E1-8EEB-81B8F1A22D90}" srcOrd="19" destOrd="0" presId="urn:microsoft.com/office/officeart/2005/8/layout/process5"/>
    <dgm:cxn modelId="{E025C6ED-ECA6-4224-A53F-AE9D40330B14}" type="presParOf" srcId="{4579C851-9AB5-44E1-8EEB-81B8F1A22D90}" destId="{DCC45E24-9140-43EE-BBD2-3FB7B43462FD}" srcOrd="0" destOrd="0" presId="urn:microsoft.com/office/officeart/2005/8/layout/process5"/>
    <dgm:cxn modelId="{F509017F-CDA8-4C54-B82E-ECBABE0D1624}" type="presParOf" srcId="{8D3E253B-31D1-494B-98A1-6A0387E8F773}" destId="{151F5EF0-60A6-479D-91E7-45048D33CEEC}" srcOrd="20" destOrd="0" presId="urn:microsoft.com/office/officeart/2005/8/layout/process5"/>
    <dgm:cxn modelId="{4712520A-81CD-4994-8568-645F7B099DA9}" type="presParOf" srcId="{8D3E253B-31D1-494B-98A1-6A0387E8F773}" destId="{3FCE66F1-D573-4254-BF8D-C59020F57606}" srcOrd="21" destOrd="0" presId="urn:microsoft.com/office/officeart/2005/8/layout/process5"/>
    <dgm:cxn modelId="{25AFD945-7205-4FDC-B1BC-4BAF15B08D1D}" type="presParOf" srcId="{3FCE66F1-D573-4254-BF8D-C59020F57606}" destId="{D39DEF57-CDDD-4E3E-966E-D71F97858199}" srcOrd="0" destOrd="0" presId="urn:microsoft.com/office/officeart/2005/8/layout/process5"/>
    <dgm:cxn modelId="{C4E74BC5-7BFE-4D54-B4C6-C3A4D33A6035}" type="presParOf" srcId="{8D3E253B-31D1-494B-98A1-6A0387E8F773}" destId="{1B12814A-F4E8-4545-A000-8C990CB0D6FD}" srcOrd="22"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17F860-7CDC-4CE9-97E6-60C29BFB6B92}">
      <dsp:nvSpPr>
        <dsp:cNvPr id="0" name=""/>
        <dsp:cNvSpPr/>
      </dsp:nvSpPr>
      <dsp:spPr>
        <a:xfrm>
          <a:off x="0" y="2126237"/>
          <a:ext cx="7488833" cy="465168"/>
        </a:xfrm>
        <a:prstGeom prst="rect">
          <a:avLst/>
        </a:prstGeom>
        <a:solidFill>
          <a:schemeClr val="accent1">
            <a:lumMod val="50000"/>
          </a:schemeClr>
        </a:solidFill>
        <a:ln>
          <a:solidFill>
            <a:schemeClr val="accent1">
              <a:lumMod val="50000"/>
            </a:schemeClr>
          </a:solidFill>
        </a:ln>
        <a:effectLst>
          <a:outerShdw blurRad="40000" dist="23000" dir="5400000" rotWithShape="0">
            <a:srgbClr val="000000">
              <a:alpha val="35000"/>
            </a:srgbClr>
          </a:outerShdw>
        </a:effectLst>
        <a:scene3d>
          <a:camera prst="orthographicFront">
            <a:rot lat="0" lon="0" rev="0"/>
          </a:camera>
          <a:lightRig rig="contrasting" dir="t">
            <a:rot lat="0" lon="0" rev="1500000"/>
          </a:lightRig>
        </a:scene3d>
        <a:sp3d>
          <a:bevelT w="63500" h="25400"/>
        </a:sp3d>
      </dsp:spPr>
      <dsp:style>
        <a:lnRef idx="0">
          <a:schemeClr val="accent5"/>
        </a:lnRef>
        <a:fillRef idx="3">
          <a:schemeClr val="accent5"/>
        </a:fillRef>
        <a:effectRef idx="3">
          <a:schemeClr val="accent5"/>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2">
                  <a:lumMod val="95000"/>
                </a:schemeClr>
              </a:solidFill>
            </a:rPr>
            <a:t>HR Interview</a:t>
          </a:r>
        </a:p>
      </dsp:txBody>
      <dsp:txXfrm>
        <a:off x="0" y="2126237"/>
        <a:ext cx="7488833" cy="465168"/>
      </dsp:txXfrm>
    </dsp:sp>
    <dsp:sp modelId="{D9FA63CF-6C61-40DC-A0F5-DD03966615F2}">
      <dsp:nvSpPr>
        <dsp:cNvPr id="0" name=""/>
        <dsp:cNvSpPr/>
      </dsp:nvSpPr>
      <dsp:spPr>
        <a:xfrm rot="10800000">
          <a:off x="0" y="1417785"/>
          <a:ext cx="7488833" cy="715429"/>
        </a:xfrm>
        <a:prstGeom prst="upArrowCallout">
          <a:avLst/>
        </a:prstGeom>
        <a:solidFill>
          <a:schemeClr val="accent1">
            <a:lumMod val="50000"/>
          </a:schemeClr>
        </a:solidFill>
        <a:ln>
          <a:solidFill>
            <a:schemeClr val="accent1">
              <a:lumMod val="50000"/>
            </a:schemeClr>
          </a:solidFill>
        </a:ln>
        <a:effectLst>
          <a:outerShdw blurRad="40000" dist="23000" dir="5400000" rotWithShape="0">
            <a:srgbClr val="000000">
              <a:alpha val="35000"/>
            </a:srgbClr>
          </a:outerShdw>
        </a:effectLst>
        <a:scene3d>
          <a:camera prst="orthographicFront">
            <a:rot lat="0" lon="0" rev="0"/>
          </a:camera>
          <a:lightRig rig="contrasting" dir="t">
            <a:rot lat="0" lon="0" rev="1500000"/>
          </a:lightRig>
        </a:scene3d>
        <a:sp3d>
          <a:bevelT w="63500" h="25400"/>
        </a:sp3d>
      </dsp:spPr>
      <dsp:style>
        <a:lnRef idx="0">
          <a:schemeClr val="accent5"/>
        </a:lnRef>
        <a:fillRef idx="3">
          <a:schemeClr val="accent5"/>
        </a:fillRef>
        <a:effectRef idx="3">
          <a:schemeClr val="accent5"/>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2">
                  <a:lumMod val="95000"/>
                </a:schemeClr>
              </a:solidFill>
            </a:rPr>
            <a:t>Client Interview</a:t>
          </a:r>
        </a:p>
      </dsp:txBody>
      <dsp:txXfrm rot="10800000">
        <a:off x="0" y="1417785"/>
        <a:ext cx="7488833" cy="464864"/>
      </dsp:txXfrm>
    </dsp:sp>
    <dsp:sp modelId="{30A43853-AD06-4035-9F3F-03F420926A83}">
      <dsp:nvSpPr>
        <dsp:cNvPr id="0" name=""/>
        <dsp:cNvSpPr/>
      </dsp:nvSpPr>
      <dsp:spPr>
        <a:xfrm rot="10800000">
          <a:off x="0" y="676030"/>
          <a:ext cx="7488833" cy="715429"/>
        </a:xfrm>
        <a:prstGeom prst="upArrowCallout">
          <a:avLst/>
        </a:prstGeom>
        <a:solidFill>
          <a:schemeClr val="accent1">
            <a:lumMod val="50000"/>
          </a:schemeClr>
        </a:solidFill>
        <a:ln>
          <a:solidFill>
            <a:schemeClr val="accent1">
              <a:lumMod val="50000"/>
            </a:schemeClr>
          </a:solidFill>
        </a:ln>
        <a:effectLst>
          <a:outerShdw blurRad="40000" dist="23000" dir="5400000" rotWithShape="0">
            <a:srgbClr val="000000">
              <a:alpha val="35000"/>
            </a:srgbClr>
          </a:outerShdw>
        </a:effectLst>
        <a:scene3d>
          <a:camera prst="orthographicFront">
            <a:rot lat="0" lon="0" rev="0"/>
          </a:camera>
          <a:lightRig rig="contrasting" dir="t">
            <a:rot lat="0" lon="0" rev="1500000"/>
          </a:lightRig>
        </a:scene3d>
        <a:sp3d>
          <a:bevelT w="63500" h="25400"/>
        </a:sp3d>
      </dsp:spPr>
      <dsp:style>
        <a:lnRef idx="0">
          <a:schemeClr val="accent5"/>
        </a:lnRef>
        <a:fillRef idx="3">
          <a:schemeClr val="accent5"/>
        </a:fillRef>
        <a:effectRef idx="3">
          <a:schemeClr val="accent5"/>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2">
                  <a:lumMod val="95000"/>
                </a:schemeClr>
              </a:solidFill>
            </a:rPr>
            <a:t>Manager Interview</a:t>
          </a:r>
        </a:p>
      </dsp:txBody>
      <dsp:txXfrm rot="10800000">
        <a:off x="0" y="676030"/>
        <a:ext cx="7488833" cy="464864"/>
      </dsp:txXfrm>
    </dsp:sp>
    <dsp:sp modelId="{0EF9DAD0-3861-4A7B-9E0F-680D1E352C22}">
      <dsp:nvSpPr>
        <dsp:cNvPr id="0" name=""/>
        <dsp:cNvSpPr/>
      </dsp:nvSpPr>
      <dsp:spPr>
        <a:xfrm rot="10800000">
          <a:off x="0" y="881"/>
          <a:ext cx="7488833" cy="715429"/>
        </a:xfrm>
        <a:prstGeom prst="upArrowCallout">
          <a:avLst/>
        </a:prstGeom>
        <a:solidFill>
          <a:schemeClr val="accent1">
            <a:lumMod val="50000"/>
          </a:schemeClr>
        </a:solidFill>
        <a:ln>
          <a:solidFill>
            <a:schemeClr val="accent1">
              <a:lumMod val="50000"/>
            </a:schemeClr>
          </a:solidFill>
        </a:ln>
        <a:effectLst>
          <a:outerShdw blurRad="40000" dist="23000" dir="5400000" rotWithShape="0">
            <a:srgbClr val="000000">
              <a:alpha val="35000"/>
            </a:srgbClr>
          </a:outerShdw>
        </a:effectLst>
        <a:scene3d>
          <a:camera prst="orthographicFront">
            <a:rot lat="0" lon="0" rev="0"/>
          </a:camera>
          <a:lightRig rig="contrasting" dir="t">
            <a:rot lat="0" lon="0" rev="1500000"/>
          </a:lightRig>
        </a:scene3d>
        <a:sp3d>
          <a:bevelT w="63500" h="25400"/>
        </a:sp3d>
      </dsp:spPr>
      <dsp:style>
        <a:lnRef idx="0">
          <a:schemeClr val="accent5"/>
        </a:lnRef>
        <a:fillRef idx="3">
          <a:schemeClr val="accent5"/>
        </a:fillRef>
        <a:effectRef idx="3">
          <a:schemeClr val="accent5"/>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2">
                  <a:lumMod val="95000"/>
                </a:schemeClr>
              </a:solidFill>
            </a:rPr>
            <a:t>Technical Interview</a:t>
          </a:r>
        </a:p>
      </dsp:txBody>
      <dsp:txXfrm rot="10800000">
        <a:off x="0" y="881"/>
        <a:ext cx="7488833" cy="4648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A033B-E681-44E7-8499-EB4EF10491AC}">
      <dsp:nvSpPr>
        <dsp:cNvPr id="0" name=""/>
        <dsp:cNvSpPr/>
      </dsp:nvSpPr>
      <dsp:spPr>
        <a:xfrm>
          <a:off x="2974" y="109499"/>
          <a:ext cx="1300539" cy="780323"/>
        </a:xfrm>
        <a:prstGeom prst="roundRect">
          <a:avLst>
            <a:gd name="adj" fmla="val 10000"/>
          </a:avLst>
        </a:prstGeom>
        <a:solidFill>
          <a:schemeClr val="accent3">
            <a:shade val="80000"/>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Aptos" panose="020B0004020202020204" pitchFamily="34" charset="0"/>
            </a:rPr>
            <a:t>01. Enroll for batch</a:t>
          </a:r>
          <a:endParaRPr lang="en-US" sz="1100" kern="1200" dirty="0">
            <a:latin typeface="Aptos" panose="020B0004020202020204" pitchFamily="34" charset="0"/>
          </a:endParaRPr>
        </a:p>
      </dsp:txBody>
      <dsp:txXfrm>
        <a:off x="25829" y="132354"/>
        <a:ext cx="1254829" cy="734613"/>
      </dsp:txXfrm>
    </dsp:sp>
    <dsp:sp modelId="{AEAF860F-89B6-4376-B7FD-CDD6F478588D}">
      <dsp:nvSpPr>
        <dsp:cNvPr id="0" name=""/>
        <dsp:cNvSpPr/>
      </dsp:nvSpPr>
      <dsp:spPr>
        <a:xfrm>
          <a:off x="1417961" y="338394"/>
          <a:ext cx="275714" cy="322533"/>
        </a:xfrm>
        <a:prstGeom prst="rightArrow">
          <a:avLst>
            <a:gd name="adj1" fmla="val 60000"/>
            <a:gd name="adj2" fmla="val 50000"/>
          </a:avLst>
        </a:prstGeom>
        <a:solidFill>
          <a:schemeClr val="accent3">
            <a:shade val="9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solidFill>
              <a:schemeClr val="bg1"/>
            </a:solidFill>
            <a:latin typeface="Aptos" panose="020B0004020202020204" pitchFamily="34" charset="0"/>
          </a:endParaRPr>
        </a:p>
      </dsp:txBody>
      <dsp:txXfrm>
        <a:off x="1417961" y="402901"/>
        <a:ext cx="193000" cy="193519"/>
      </dsp:txXfrm>
    </dsp:sp>
    <dsp:sp modelId="{51BEF2C3-1304-4D5F-82FB-0DCAA8889A32}">
      <dsp:nvSpPr>
        <dsp:cNvPr id="0" name=""/>
        <dsp:cNvSpPr/>
      </dsp:nvSpPr>
      <dsp:spPr>
        <a:xfrm>
          <a:off x="1823729" y="109499"/>
          <a:ext cx="1300539" cy="780323"/>
        </a:xfrm>
        <a:prstGeom prst="roundRect">
          <a:avLst>
            <a:gd name="adj" fmla="val 10000"/>
          </a:avLst>
        </a:prstGeom>
        <a:solidFill>
          <a:schemeClr val="accent3">
            <a:shade val="80000"/>
            <a:hueOff val="60735"/>
            <a:satOff val="-4481"/>
            <a:lumOff val="3222"/>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Aptos" panose="020B0004020202020204" pitchFamily="34" charset="0"/>
            </a:rPr>
            <a:t>02. Attend Demo Session</a:t>
          </a:r>
          <a:endParaRPr lang="en-US" sz="1100" kern="1200" dirty="0">
            <a:latin typeface="Aptos" panose="020B0004020202020204" pitchFamily="34" charset="0"/>
          </a:endParaRPr>
        </a:p>
      </dsp:txBody>
      <dsp:txXfrm>
        <a:off x="1846584" y="132354"/>
        <a:ext cx="1254829" cy="734613"/>
      </dsp:txXfrm>
    </dsp:sp>
    <dsp:sp modelId="{EA01ADEF-0D21-44B9-9396-C55C9E599480}">
      <dsp:nvSpPr>
        <dsp:cNvPr id="0" name=""/>
        <dsp:cNvSpPr/>
      </dsp:nvSpPr>
      <dsp:spPr>
        <a:xfrm>
          <a:off x="3238715" y="338394"/>
          <a:ext cx="275714" cy="322533"/>
        </a:xfrm>
        <a:prstGeom prst="rightArrow">
          <a:avLst>
            <a:gd name="adj1" fmla="val 60000"/>
            <a:gd name="adj2" fmla="val 50000"/>
          </a:avLst>
        </a:prstGeom>
        <a:solidFill>
          <a:schemeClr val="accent3">
            <a:shade val="90000"/>
            <a:hueOff val="66818"/>
            <a:satOff val="-4866"/>
            <a:lumOff val="3349"/>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solidFill>
              <a:schemeClr val="bg1"/>
            </a:solidFill>
            <a:latin typeface="Aptos" panose="020B0004020202020204" pitchFamily="34" charset="0"/>
          </a:endParaRPr>
        </a:p>
      </dsp:txBody>
      <dsp:txXfrm>
        <a:off x="3238715" y="402901"/>
        <a:ext cx="193000" cy="193519"/>
      </dsp:txXfrm>
    </dsp:sp>
    <dsp:sp modelId="{76679F54-3A82-4626-9E59-EB96404C4FDD}">
      <dsp:nvSpPr>
        <dsp:cNvPr id="0" name=""/>
        <dsp:cNvSpPr/>
      </dsp:nvSpPr>
      <dsp:spPr>
        <a:xfrm>
          <a:off x="3644483" y="109499"/>
          <a:ext cx="1300539" cy="780323"/>
        </a:xfrm>
        <a:prstGeom prst="roundRect">
          <a:avLst>
            <a:gd name="adj" fmla="val 10000"/>
          </a:avLst>
        </a:prstGeom>
        <a:solidFill>
          <a:schemeClr val="accent3">
            <a:shade val="80000"/>
            <a:hueOff val="121469"/>
            <a:satOff val="-8962"/>
            <a:lumOff val="6444"/>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Aptos" panose="020B0004020202020204" pitchFamily="34" charset="0"/>
            </a:rPr>
            <a:t>03. Confirm the admission</a:t>
          </a:r>
          <a:endParaRPr lang="en-US" sz="1100" kern="1200" dirty="0">
            <a:latin typeface="Aptos" panose="020B0004020202020204" pitchFamily="34" charset="0"/>
          </a:endParaRPr>
        </a:p>
      </dsp:txBody>
      <dsp:txXfrm>
        <a:off x="3667338" y="132354"/>
        <a:ext cx="1254829" cy="734613"/>
      </dsp:txXfrm>
    </dsp:sp>
    <dsp:sp modelId="{47BBB78C-669D-4601-B726-870ED1626A32}">
      <dsp:nvSpPr>
        <dsp:cNvPr id="0" name=""/>
        <dsp:cNvSpPr/>
      </dsp:nvSpPr>
      <dsp:spPr>
        <a:xfrm>
          <a:off x="5059470" y="338394"/>
          <a:ext cx="275714" cy="322533"/>
        </a:xfrm>
        <a:prstGeom prst="rightArrow">
          <a:avLst>
            <a:gd name="adj1" fmla="val 60000"/>
            <a:gd name="adj2" fmla="val 50000"/>
          </a:avLst>
        </a:prstGeom>
        <a:solidFill>
          <a:schemeClr val="accent3">
            <a:shade val="90000"/>
            <a:hueOff val="133635"/>
            <a:satOff val="-9732"/>
            <a:lumOff val="6699"/>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solidFill>
              <a:schemeClr val="bg1"/>
            </a:solidFill>
            <a:latin typeface="Aptos" panose="020B0004020202020204" pitchFamily="34" charset="0"/>
          </a:endParaRPr>
        </a:p>
      </dsp:txBody>
      <dsp:txXfrm>
        <a:off x="5059470" y="402901"/>
        <a:ext cx="193000" cy="193519"/>
      </dsp:txXfrm>
    </dsp:sp>
    <dsp:sp modelId="{BB894735-4C29-412E-8174-662AC2C0DEF7}">
      <dsp:nvSpPr>
        <dsp:cNvPr id="0" name=""/>
        <dsp:cNvSpPr/>
      </dsp:nvSpPr>
      <dsp:spPr>
        <a:xfrm>
          <a:off x="5465238" y="109499"/>
          <a:ext cx="1300539" cy="780323"/>
        </a:xfrm>
        <a:prstGeom prst="roundRect">
          <a:avLst>
            <a:gd name="adj" fmla="val 10000"/>
          </a:avLst>
        </a:prstGeom>
        <a:solidFill>
          <a:schemeClr val="accent3">
            <a:shade val="80000"/>
            <a:hueOff val="182204"/>
            <a:satOff val="-13443"/>
            <a:lumOff val="9667"/>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Aptos" panose="020B0004020202020204" pitchFamily="34" charset="0"/>
            </a:rPr>
            <a:t>04. Attend</a:t>
          </a:r>
          <a:r>
            <a:rPr lang="en-US" sz="1100" b="1" kern="1200" baseline="0" dirty="0">
              <a:latin typeface="Aptos" panose="020B0004020202020204" pitchFamily="34" charset="0"/>
            </a:rPr>
            <a:t> daily sessions Regularly </a:t>
          </a:r>
          <a:endParaRPr lang="en-US" sz="1100" kern="1200" dirty="0">
            <a:latin typeface="Aptos" panose="020B0004020202020204" pitchFamily="34" charset="0"/>
          </a:endParaRPr>
        </a:p>
      </dsp:txBody>
      <dsp:txXfrm>
        <a:off x="5488093" y="132354"/>
        <a:ext cx="1254829" cy="734613"/>
      </dsp:txXfrm>
    </dsp:sp>
    <dsp:sp modelId="{D2252FAF-32A7-4D53-A156-503F36BD43AE}">
      <dsp:nvSpPr>
        <dsp:cNvPr id="0" name=""/>
        <dsp:cNvSpPr/>
      </dsp:nvSpPr>
      <dsp:spPr>
        <a:xfrm rot="5400000">
          <a:off x="5977650" y="980860"/>
          <a:ext cx="275714" cy="322533"/>
        </a:xfrm>
        <a:prstGeom prst="rightArrow">
          <a:avLst>
            <a:gd name="adj1" fmla="val 60000"/>
            <a:gd name="adj2" fmla="val 50000"/>
          </a:avLst>
        </a:prstGeom>
        <a:solidFill>
          <a:schemeClr val="accent3">
            <a:shade val="90000"/>
            <a:hueOff val="200453"/>
            <a:satOff val="-14597"/>
            <a:lumOff val="1004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solidFill>
              <a:schemeClr val="bg1"/>
            </a:solidFill>
            <a:latin typeface="Aptos" panose="020B0004020202020204" pitchFamily="34" charset="0"/>
          </a:endParaRPr>
        </a:p>
      </dsp:txBody>
      <dsp:txXfrm rot="-5400000">
        <a:off x="6018748" y="1004269"/>
        <a:ext cx="193519" cy="193000"/>
      </dsp:txXfrm>
    </dsp:sp>
    <dsp:sp modelId="{C227E98C-F053-4F02-8EF2-4336978C382F}">
      <dsp:nvSpPr>
        <dsp:cNvPr id="0" name=""/>
        <dsp:cNvSpPr/>
      </dsp:nvSpPr>
      <dsp:spPr>
        <a:xfrm>
          <a:off x="5465238" y="1410038"/>
          <a:ext cx="1300539" cy="780323"/>
        </a:xfrm>
        <a:prstGeom prst="roundRect">
          <a:avLst>
            <a:gd name="adj" fmla="val 10000"/>
          </a:avLst>
        </a:prstGeom>
        <a:solidFill>
          <a:schemeClr val="accent3">
            <a:shade val="80000"/>
            <a:hueOff val="242939"/>
            <a:satOff val="-17924"/>
            <a:lumOff val="12889"/>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Aptos" panose="020B0004020202020204" pitchFamily="34" charset="0"/>
            </a:rPr>
            <a:t>05. Attend</a:t>
          </a:r>
          <a:r>
            <a:rPr lang="en-US" sz="1100" b="1" kern="1200" baseline="0" dirty="0">
              <a:latin typeface="Aptos" panose="020B0004020202020204" pitchFamily="34" charset="0"/>
            </a:rPr>
            <a:t> Telephonic and group mock interview</a:t>
          </a:r>
          <a:endParaRPr lang="en-US" sz="1100" kern="1200" dirty="0">
            <a:latin typeface="Aptos" panose="020B0004020202020204" pitchFamily="34" charset="0"/>
          </a:endParaRPr>
        </a:p>
      </dsp:txBody>
      <dsp:txXfrm>
        <a:off x="5488093" y="1432893"/>
        <a:ext cx="1254829" cy="734613"/>
      </dsp:txXfrm>
    </dsp:sp>
    <dsp:sp modelId="{6A2DB789-2C79-4EF9-8038-3DBAD91216E8}">
      <dsp:nvSpPr>
        <dsp:cNvPr id="0" name=""/>
        <dsp:cNvSpPr/>
      </dsp:nvSpPr>
      <dsp:spPr>
        <a:xfrm rot="10800000">
          <a:off x="5075076" y="1638933"/>
          <a:ext cx="275714" cy="322533"/>
        </a:xfrm>
        <a:prstGeom prst="rightArrow">
          <a:avLst>
            <a:gd name="adj1" fmla="val 60000"/>
            <a:gd name="adj2" fmla="val 50000"/>
          </a:avLst>
        </a:prstGeom>
        <a:solidFill>
          <a:schemeClr val="accent3">
            <a:shade val="90000"/>
            <a:hueOff val="267271"/>
            <a:satOff val="-19463"/>
            <a:lumOff val="13397"/>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5157790" y="1703440"/>
        <a:ext cx="193000" cy="193519"/>
      </dsp:txXfrm>
    </dsp:sp>
    <dsp:sp modelId="{ACE41C59-5BA5-4E0C-A4F3-4D15AFC7B99F}">
      <dsp:nvSpPr>
        <dsp:cNvPr id="0" name=""/>
        <dsp:cNvSpPr/>
      </dsp:nvSpPr>
      <dsp:spPr>
        <a:xfrm>
          <a:off x="3644483" y="1410038"/>
          <a:ext cx="1300539" cy="780323"/>
        </a:xfrm>
        <a:prstGeom prst="roundRect">
          <a:avLst>
            <a:gd name="adj" fmla="val 10000"/>
          </a:avLst>
        </a:prstGeom>
        <a:solidFill>
          <a:schemeClr val="accent3">
            <a:shade val="80000"/>
            <a:hueOff val="303673"/>
            <a:satOff val="-22405"/>
            <a:lumOff val="16111"/>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Aptos" panose="020B0004020202020204" pitchFamily="34" charset="0"/>
            </a:rPr>
            <a:t>06. Attend</a:t>
          </a:r>
          <a:r>
            <a:rPr lang="en-US" sz="1100" b="1" kern="1200" baseline="0" dirty="0">
              <a:latin typeface="Aptos" panose="020B0004020202020204" pitchFamily="34" charset="0"/>
            </a:rPr>
            <a:t> group mock interviews</a:t>
          </a:r>
        </a:p>
      </dsp:txBody>
      <dsp:txXfrm>
        <a:off x="3667338" y="1432893"/>
        <a:ext cx="1254829" cy="734613"/>
      </dsp:txXfrm>
    </dsp:sp>
    <dsp:sp modelId="{F5E9D4A3-B6ED-46BD-9E55-3EC6CEF25167}">
      <dsp:nvSpPr>
        <dsp:cNvPr id="0" name=""/>
        <dsp:cNvSpPr/>
      </dsp:nvSpPr>
      <dsp:spPr>
        <a:xfrm rot="10800000">
          <a:off x="3254322" y="1638933"/>
          <a:ext cx="275714" cy="322533"/>
        </a:xfrm>
        <a:prstGeom prst="rightArrow">
          <a:avLst>
            <a:gd name="adj1" fmla="val 60000"/>
            <a:gd name="adj2" fmla="val 50000"/>
          </a:avLst>
        </a:prstGeom>
        <a:solidFill>
          <a:schemeClr val="accent3">
            <a:shade val="90000"/>
            <a:hueOff val="334088"/>
            <a:satOff val="-24329"/>
            <a:lumOff val="16747"/>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solidFill>
              <a:schemeClr val="bg1"/>
            </a:solidFill>
            <a:latin typeface="Aptos" panose="020B0004020202020204" pitchFamily="34" charset="0"/>
          </a:endParaRPr>
        </a:p>
      </dsp:txBody>
      <dsp:txXfrm rot="10800000">
        <a:off x="3337036" y="1703440"/>
        <a:ext cx="193000" cy="193519"/>
      </dsp:txXfrm>
    </dsp:sp>
    <dsp:sp modelId="{18E1A0E7-FD23-4376-971C-6468B446A227}">
      <dsp:nvSpPr>
        <dsp:cNvPr id="0" name=""/>
        <dsp:cNvSpPr/>
      </dsp:nvSpPr>
      <dsp:spPr>
        <a:xfrm>
          <a:off x="1823729" y="1410038"/>
          <a:ext cx="1300539" cy="780323"/>
        </a:xfrm>
        <a:prstGeom prst="roundRect">
          <a:avLst>
            <a:gd name="adj" fmla="val 10000"/>
          </a:avLst>
        </a:prstGeom>
        <a:solidFill>
          <a:schemeClr val="accent3">
            <a:shade val="80000"/>
            <a:hueOff val="364408"/>
            <a:satOff val="-26887"/>
            <a:lumOff val="19333"/>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Aptos" panose="020B0004020202020204" pitchFamily="34" charset="0"/>
            </a:rPr>
            <a:t>07. Daily practice of at least 2 hours is required</a:t>
          </a:r>
          <a:endParaRPr lang="en-US" sz="1100" kern="1200" dirty="0">
            <a:latin typeface="Aptos" panose="020B0004020202020204" pitchFamily="34" charset="0"/>
          </a:endParaRPr>
        </a:p>
      </dsp:txBody>
      <dsp:txXfrm>
        <a:off x="1846584" y="1432893"/>
        <a:ext cx="1254829" cy="734613"/>
      </dsp:txXfrm>
    </dsp:sp>
    <dsp:sp modelId="{F73230B1-F18E-4ACA-80BA-F5B4F6E0A8DB}">
      <dsp:nvSpPr>
        <dsp:cNvPr id="0" name=""/>
        <dsp:cNvSpPr/>
      </dsp:nvSpPr>
      <dsp:spPr>
        <a:xfrm rot="10800000">
          <a:off x="1433567" y="1638933"/>
          <a:ext cx="275714" cy="322533"/>
        </a:xfrm>
        <a:prstGeom prst="rightArrow">
          <a:avLst>
            <a:gd name="adj1" fmla="val 60000"/>
            <a:gd name="adj2" fmla="val 50000"/>
          </a:avLst>
        </a:prstGeom>
        <a:solidFill>
          <a:schemeClr val="accent3">
            <a:shade val="90000"/>
            <a:hueOff val="400906"/>
            <a:satOff val="-29195"/>
            <a:lumOff val="2009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solidFill>
              <a:schemeClr val="bg1"/>
            </a:solidFill>
            <a:latin typeface="Aptos" panose="020B0004020202020204" pitchFamily="34" charset="0"/>
          </a:endParaRPr>
        </a:p>
      </dsp:txBody>
      <dsp:txXfrm rot="10800000">
        <a:off x="1516281" y="1703440"/>
        <a:ext cx="193000" cy="193519"/>
      </dsp:txXfrm>
    </dsp:sp>
    <dsp:sp modelId="{106B0AFF-0BCA-43D2-9838-0AA400CFA565}">
      <dsp:nvSpPr>
        <dsp:cNvPr id="0" name=""/>
        <dsp:cNvSpPr/>
      </dsp:nvSpPr>
      <dsp:spPr>
        <a:xfrm>
          <a:off x="2974" y="1410038"/>
          <a:ext cx="1300539" cy="780323"/>
        </a:xfrm>
        <a:prstGeom prst="roundRect">
          <a:avLst>
            <a:gd name="adj" fmla="val 10000"/>
          </a:avLst>
        </a:prstGeom>
        <a:solidFill>
          <a:schemeClr val="accent3">
            <a:shade val="80000"/>
            <a:hueOff val="425143"/>
            <a:satOff val="-31368"/>
            <a:lumOff val="22555"/>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Aptos" panose="020B0004020202020204" pitchFamily="34" charset="0"/>
            </a:rPr>
            <a:t>08. Complete the Course </a:t>
          </a:r>
          <a:endParaRPr lang="en-US" sz="1100" kern="1200" dirty="0">
            <a:latin typeface="Aptos" panose="020B0004020202020204" pitchFamily="34" charset="0"/>
          </a:endParaRPr>
        </a:p>
      </dsp:txBody>
      <dsp:txXfrm>
        <a:off x="25829" y="1432893"/>
        <a:ext cx="1254829" cy="734613"/>
      </dsp:txXfrm>
    </dsp:sp>
    <dsp:sp modelId="{64EFC6D2-A9E3-49FC-BFC4-73BBFE49ED32}">
      <dsp:nvSpPr>
        <dsp:cNvPr id="0" name=""/>
        <dsp:cNvSpPr/>
      </dsp:nvSpPr>
      <dsp:spPr>
        <a:xfrm rot="5400000">
          <a:off x="515386" y="2281399"/>
          <a:ext cx="275714" cy="322533"/>
        </a:xfrm>
        <a:prstGeom prst="rightArrow">
          <a:avLst>
            <a:gd name="adj1" fmla="val 60000"/>
            <a:gd name="adj2" fmla="val 50000"/>
          </a:avLst>
        </a:prstGeom>
        <a:solidFill>
          <a:schemeClr val="accent3">
            <a:shade val="90000"/>
            <a:hueOff val="467724"/>
            <a:satOff val="-34061"/>
            <a:lumOff val="23445"/>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5400000">
        <a:off x="556484" y="2304808"/>
        <a:ext cx="193519" cy="193000"/>
      </dsp:txXfrm>
    </dsp:sp>
    <dsp:sp modelId="{FE5F62E4-5C0C-4D8F-8166-E4E75C1DECDF}">
      <dsp:nvSpPr>
        <dsp:cNvPr id="0" name=""/>
        <dsp:cNvSpPr/>
      </dsp:nvSpPr>
      <dsp:spPr>
        <a:xfrm>
          <a:off x="2974" y="2710577"/>
          <a:ext cx="1300539" cy="780323"/>
        </a:xfrm>
        <a:prstGeom prst="roundRect">
          <a:avLst>
            <a:gd name="adj" fmla="val 10000"/>
          </a:avLst>
        </a:prstGeom>
        <a:solidFill>
          <a:schemeClr val="accent3">
            <a:shade val="80000"/>
            <a:hueOff val="485877"/>
            <a:satOff val="-35849"/>
            <a:lumOff val="25777"/>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Aptos" panose="020B0004020202020204" pitchFamily="34" charset="0"/>
            </a:rPr>
            <a:t>09. Attend</a:t>
          </a:r>
          <a:r>
            <a:rPr lang="en-US" sz="1100" b="1" kern="1200" baseline="0" dirty="0">
              <a:latin typeface="Aptos" panose="020B0004020202020204" pitchFamily="34" charset="0"/>
            </a:rPr>
            <a:t> 1-1 mock interview</a:t>
          </a:r>
          <a:endParaRPr lang="en-US" sz="1100" kern="1200" dirty="0">
            <a:latin typeface="Aptos" panose="020B0004020202020204" pitchFamily="34" charset="0"/>
          </a:endParaRPr>
        </a:p>
      </dsp:txBody>
      <dsp:txXfrm>
        <a:off x="25829" y="2733432"/>
        <a:ext cx="1254829" cy="734613"/>
      </dsp:txXfrm>
    </dsp:sp>
    <dsp:sp modelId="{2036E138-E6A9-4562-8A2A-D2CCA52314DE}">
      <dsp:nvSpPr>
        <dsp:cNvPr id="0" name=""/>
        <dsp:cNvSpPr/>
      </dsp:nvSpPr>
      <dsp:spPr>
        <a:xfrm>
          <a:off x="1417961" y="2939472"/>
          <a:ext cx="275714" cy="322533"/>
        </a:xfrm>
        <a:prstGeom prst="rightArrow">
          <a:avLst>
            <a:gd name="adj1" fmla="val 60000"/>
            <a:gd name="adj2" fmla="val 50000"/>
          </a:avLst>
        </a:prstGeom>
        <a:solidFill>
          <a:schemeClr val="accent3">
            <a:shade val="90000"/>
            <a:hueOff val="534541"/>
            <a:satOff val="-38926"/>
            <a:lumOff val="26794"/>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solidFill>
              <a:schemeClr val="bg1"/>
            </a:solidFill>
            <a:latin typeface="Aptos" panose="020B0004020202020204" pitchFamily="34" charset="0"/>
          </a:endParaRPr>
        </a:p>
      </dsp:txBody>
      <dsp:txXfrm>
        <a:off x="1417961" y="3003979"/>
        <a:ext cx="193000" cy="193519"/>
      </dsp:txXfrm>
    </dsp:sp>
    <dsp:sp modelId="{E894DC52-DCAE-4F55-BD95-8E72D55098C3}">
      <dsp:nvSpPr>
        <dsp:cNvPr id="0" name=""/>
        <dsp:cNvSpPr/>
      </dsp:nvSpPr>
      <dsp:spPr>
        <a:xfrm>
          <a:off x="1823729" y="2710577"/>
          <a:ext cx="1300539" cy="780323"/>
        </a:xfrm>
        <a:prstGeom prst="roundRect">
          <a:avLst>
            <a:gd name="adj" fmla="val 10000"/>
          </a:avLst>
        </a:prstGeom>
        <a:solidFill>
          <a:schemeClr val="accent3">
            <a:shade val="80000"/>
            <a:hueOff val="546612"/>
            <a:satOff val="-40330"/>
            <a:lumOff val="2900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Aptos" panose="020B0004020202020204" pitchFamily="34" charset="0"/>
            </a:rPr>
            <a:t>10. Collect</a:t>
          </a:r>
          <a:r>
            <a:rPr lang="en-US" sz="1100" b="1" kern="1200" baseline="0" dirty="0">
              <a:latin typeface="Aptos" panose="020B0004020202020204" pitchFamily="34" charset="0"/>
            </a:rPr>
            <a:t> the Resume</a:t>
          </a:r>
          <a:endParaRPr lang="en-US" sz="1100" kern="1200" dirty="0">
            <a:latin typeface="Aptos" panose="020B0004020202020204" pitchFamily="34" charset="0"/>
          </a:endParaRPr>
        </a:p>
      </dsp:txBody>
      <dsp:txXfrm>
        <a:off x="1846584" y="2733432"/>
        <a:ext cx="1254829" cy="734613"/>
      </dsp:txXfrm>
    </dsp:sp>
    <dsp:sp modelId="{4579C851-9AB5-44E1-8EEB-81B8F1A22D90}">
      <dsp:nvSpPr>
        <dsp:cNvPr id="0" name=""/>
        <dsp:cNvSpPr/>
      </dsp:nvSpPr>
      <dsp:spPr>
        <a:xfrm>
          <a:off x="3238715" y="2939472"/>
          <a:ext cx="275714" cy="322533"/>
        </a:xfrm>
        <a:prstGeom prst="rightArrow">
          <a:avLst>
            <a:gd name="adj1" fmla="val 60000"/>
            <a:gd name="adj2" fmla="val 50000"/>
          </a:avLst>
        </a:prstGeom>
        <a:solidFill>
          <a:schemeClr val="accent3">
            <a:shade val="90000"/>
            <a:hueOff val="601359"/>
            <a:satOff val="-43792"/>
            <a:lumOff val="30144"/>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solidFill>
              <a:schemeClr val="bg1"/>
            </a:solidFill>
            <a:latin typeface="Aptos" panose="020B0004020202020204" pitchFamily="34" charset="0"/>
          </a:endParaRPr>
        </a:p>
      </dsp:txBody>
      <dsp:txXfrm>
        <a:off x="3238715" y="3003979"/>
        <a:ext cx="193000" cy="193519"/>
      </dsp:txXfrm>
    </dsp:sp>
    <dsp:sp modelId="{151F5EF0-60A6-479D-91E7-45048D33CEEC}">
      <dsp:nvSpPr>
        <dsp:cNvPr id="0" name=""/>
        <dsp:cNvSpPr/>
      </dsp:nvSpPr>
      <dsp:spPr>
        <a:xfrm>
          <a:off x="3644483" y="2710577"/>
          <a:ext cx="1300539" cy="780323"/>
        </a:xfrm>
        <a:prstGeom prst="roundRect">
          <a:avLst>
            <a:gd name="adj" fmla="val 10000"/>
          </a:avLst>
        </a:prstGeom>
        <a:solidFill>
          <a:schemeClr val="accent3">
            <a:shade val="80000"/>
            <a:hueOff val="607347"/>
            <a:satOff val="-44811"/>
            <a:lumOff val="32222"/>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Aptos" panose="020B0004020202020204" pitchFamily="34" charset="0"/>
            </a:rPr>
            <a:t>11. Attend real time Interview and clear it</a:t>
          </a:r>
          <a:endParaRPr lang="en-US" sz="1100" kern="1200" dirty="0">
            <a:latin typeface="Aptos" panose="020B0004020202020204" pitchFamily="34" charset="0"/>
          </a:endParaRPr>
        </a:p>
      </dsp:txBody>
      <dsp:txXfrm>
        <a:off x="3667338" y="2733432"/>
        <a:ext cx="1254829" cy="734613"/>
      </dsp:txXfrm>
    </dsp:sp>
    <dsp:sp modelId="{3FCE66F1-D573-4254-BF8D-C59020F57606}">
      <dsp:nvSpPr>
        <dsp:cNvPr id="0" name=""/>
        <dsp:cNvSpPr/>
      </dsp:nvSpPr>
      <dsp:spPr>
        <a:xfrm>
          <a:off x="5059470" y="2939472"/>
          <a:ext cx="275714" cy="322533"/>
        </a:xfrm>
        <a:prstGeom prst="rightArrow">
          <a:avLst>
            <a:gd name="adj1" fmla="val 60000"/>
            <a:gd name="adj2" fmla="val 50000"/>
          </a:avLst>
        </a:prstGeom>
        <a:solidFill>
          <a:schemeClr val="accent3">
            <a:shade val="90000"/>
            <a:hueOff val="668177"/>
            <a:satOff val="-48658"/>
            <a:lumOff val="33493"/>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solidFill>
              <a:schemeClr val="bg1"/>
            </a:solidFill>
          </a:endParaRPr>
        </a:p>
      </dsp:txBody>
      <dsp:txXfrm>
        <a:off x="5059470" y="3003979"/>
        <a:ext cx="193000" cy="193519"/>
      </dsp:txXfrm>
    </dsp:sp>
    <dsp:sp modelId="{1B12814A-F4E8-4545-A000-8C990CB0D6FD}">
      <dsp:nvSpPr>
        <dsp:cNvPr id="0" name=""/>
        <dsp:cNvSpPr/>
      </dsp:nvSpPr>
      <dsp:spPr>
        <a:xfrm>
          <a:off x="5465238" y="2710577"/>
          <a:ext cx="1300539" cy="780323"/>
        </a:xfrm>
        <a:prstGeom prst="roundRect">
          <a:avLst>
            <a:gd name="adj" fmla="val 10000"/>
          </a:avLst>
        </a:prstGeom>
        <a:solidFill>
          <a:schemeClr val="accent3">
            <a:shade val="80000"/>
            <a:hueOff val="668081"/>
            <a:satOff val="-49292"/>
            <a:lumOff val="35444"/>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Aptos" panose="020B0004020202020204" pitchFamily="34" charset="0"/>
            </a:rPr>
            <a:t>12. Selection and Job is Done</a:t>
          </a:r>
          <a:endParaRPr lang="en-US" sz="1100" kern="1200" dirty="0">
            <a:latin typeface="Aptos" panose="020B0004020202020204" pitchFamily="34" charset="0"/>
          </a:endParaRPr>
        </a:p>
      </dsp:txBody>
      <dsp:txXfrm>
        <a:off x="5488093" y="2733432"/>
        <a:ext cx="1254829" cy="73461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微软雅黑" pitchFamily="34" charset="-122"/>
              </a:defRPr>
            </a:lvl1pPr>
          </a:lstStyle>
          <a:p>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微软雅黑" pitchFamily="34" charset="-122"/>
              </a:defRPr>
            </a:lvl1pPr>
          </a:lstStyle>
          <a:p>
            <a:fld id="{673B58EF-4ABD-40F4-ACA4-FE81D742E6DD}" type="datetimeFigureOut">
              <a:rPr lang="zh-CN" altLang="en-US" smtClean="0"/>
              <a:pPr/>
              <a:t>2025/10/12</a:t>
            </a:fld>
            <a:endParaRPr lang="zh-CN" altLang="en-US" dirty="0"/>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微软雅黑"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微软雅黑" pitchFamily="34" charset="-122"/>
              </a:defRPr>
            </a:lvl1pPr>
          </a:lstStyle>
          <a:p>
            <a:fld id="{A11FC198-2D83-4DFC-8CDD-7D23AF44D411}" type="slidenum">
              <a:rPr lang="zh-CN" altLang="en-US" smtClean="0"/>
              <a:pPr/>
              <a:t>‹#›</a:t>
            </a:fld>
            <a:endParaRPr lang="zh-CN" altLang="en-US" dirty="0"/>
          </a:p>
        </p:txBody>
      </p:sp>
    </p:spTree>
    <p:extLst>
      <p:ext uri="{BB962C8B-B14F-4D97-AF65-F5344CB8AC3E}">
        <p14:creationId xmlns:p14="http://schemas.microsoft.com/office/powerpoint/2010/main" val="2294111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itchFamily="34" charset="-122"/>
        <a:cs typeface="+mn-cs"/>
      </a:defRPr>
    </a:lvl1pPr>
    <a:lvl2pPr marL="457200" algn="l" defTabSz="914400" rtl="0" eaLnBrk="1" latinLnBrk="0" hangingPunct="1">
      <a:defRPr sz="1200" kern="1200">
        <a:solidFill>
          <a:schemeClr val="tx1"/>
        </a:solidFill>
        <a:latin typeface="+mn-lt"/>
        <a:ea typeface="微软雅黑" pitchFamily="34" charset="-122"/>
        <a:cs typeface="+mn-cs"/>
      </a:defRPr>
    </a:lvl2pPr>
    <a:lvl3pPr marL="914400" algn="l" defTabSz="914400" rtl="0" eaLnBrk="1" latinLnBrk="0" hangingPunct="1">
      <a:defRPr sz="1200" kern="1200">
        <a:solidFill>
          <a:schemeClr val="tx1"/>
        </a:solidFill>
        <a:latin typeface="+mn-lt"/>
        <a:ea typeface="微软雅黑" pitchFamily="34" charset="-122"/>
        <a:cs typeface="+mn-cs"/>
      </a:defRPr>
    </a:lvl3pPr>
    <a:lvl4pPr marL="1371600" algn="l" defTabSz="914400" rtl="0" eaLnBrk="1" latinLnBrk="0" hangingPunct="1">
      <a:defRPr sz="1200" kern="1200">
        <a:solidFill>
          <a:schemeClr val="tx1"/>
        </a:solidFill>
        <a:latin typeface="+mn-lt"/>
        <a:ea typeface="微软雅黑" pitchFamily="34" charset="-122"/>
        <a:cs typeface="+mn-cs"/>
      </a:defRPr>
    </a:lvl4pPr>
    <a:lvl5pPr marL="1828800" algn="l" defTabSz="914400" rtl="0" eaLnBrk="1" latinLnBrk="0" hangingPunct="1">
      <a:defRPr sz="1200" kern="1200">
        <a:solidFill>
          <a:schemeClr val="tx1"/>
        </a:solidFill>
        <a:latin typeface="+mn-lt"/>
        <a:ea typeface="微软雅黑"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a:t>
            </a:fld>
            <a:endParaRPr lang="zh-CN" altLang="en-US" dirty="0"/>
          </a:p>
        </p:txBody>
      </p:sp>
    </p:spTree>
    <p:extLst>
      <p:ext uri="{BB962C8B-B14F-4D97-AF65-F5344CB8AC3E}">
        <p14:creationId xmlns:p14="http://schemas.microsoft.com/office/powerpoint/2010/main" val="1377516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a:t>
            </a:fld>
            <a:endParaRPr lang="zh-CN" altLang="en-US" dirty="0"/>
          </a:p>
        </p:txBody>
      </p:sp>
    </p:spTree>
    <p:extLst>
      <p:ext uri="{BB962C8B-B14F-4D97-AF65-F5344CB8AC3E}">
        <p14:creationId xmlns:p14="http://schemas.microsoft.com/office/powerpoint/2010/main" val="764492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a:t>
            </a:fld>
            <a:endParaRPr lang="zh-CN" altLang="en-US" dirty="0"/>
          </a:p>
        </p:txBody>
      </p:sp>
    </p:spTree>
    <p:extLst>
      <p:ext uri="{BB962C8B-B14F-4D97-AF65-F5344CB8AC3E}">
        <p14:creationId xmlns:p14="http://schemas.microsoft.com/office/powerpoint/2010/main" val="1831125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a:t>
            </a:fld>
            <a:endParaRPr lang="zh-CN" altLang="en-US" dirty="0"/>
          </a:p>
        </p:txBody>
      </p:sp>
    </p:spTree>
    <p:extLst>
      <p:ext uri="{BB962C8B-B14F-4D97-AF65-F5344CB8AC3E}">
        <p14:creationId xmlns:p14="http://schemas.microsoft.com/office/powerpoint/2010/main" val="3602079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a:t>
            </a:fld>
            <a:endParaRPr lang="zh-CN" altLang="en-US" dirty="0"/>
          </a:p>
        </p:txBody>
      </p:sp>
    </p:spTree>
    <p:extLst>
      <p:ext uri="{BB962C8B-B14F-4D97-AF65-F5344CB8AC3E}">
        <p14:creationId xmlns:p14="http://schemas.microsoft.com/office/powerpoint/2010/main" val="1090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6</a:t>
            </a:fld>
            <a:endParaRPr lang="zh-CN" altLang="en-US" dirty="0"/>
          </a:p>
        </p:txBody>
      </p:sp>
    </p:spTree>
    <p:extLst>
      <p:ext uri="{BB962C8B-B14F-4D97-AF65-F5344CB8AC3E}">
        <p14:creationId xmlns:p14="http://schemas.microsoft.com/office/powerpoint/2010/main" val="2713397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7</a:t>
            </a:fld>
            <a:endParaRPr lang="zh-CN" altLang="en-US" dirty="0"/>
          </a:p>
        </p:txBody>
      </p:sp>
    </p:spTree>
    <p:extLst>
      <p:ext uri="{BB962C8B-B14F-4D97-AF65-F5344CB8AC3E}">
        <p14:creationId xmlns:p14="http://schemas.microsoft.com/office/powerpoint/2010/main" val="3376579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8</a:t>
            </a:fld>
            <a:endParaRPr lang="zh-CN" altLang="en-US" dirty="0"/>
          </a:p>
        </p:txBody>
      </p:sp>
    </p:spTree>
    <p:extLst>
      <p:ext uri="{BB962C8B-B14F-4D97-AF65-F5344CB8AC3E}">
        <p14:creationId xmlns:p14="http://schemas.microsoft.com/office/powerpoint/2010/main" val="1190735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9</a:t>
            </a:fld>
            <a:endParaRPr lang="zh-CN" altLang="en-US" dirty="0"/>
          </a:p>
        </p:txBody>
      </p:sp>
    </p:spTree>
    <p:extLst>
      <p:ext uri="{BB962C8B-B14F-4D97-AF65-F5344CB8AC3E}">
        <p14:creationId xmlns:p14="http://schemas.microsoft.com/office/powerpoint/2010/main" val="2942867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10</a:t>
            </a:fld>
            <a:endParaRPr lang="zh-CN" altLang="en-US" dirty="0"/>
          </a:p>
        </p:txBody>
      </p:sp>
    </p:spTree>
    <p:extLst>
      <p:ext uri="{BB962C8B-B14F-4D97-AF65-F5344CB8AC3E}">
        <p14:creationId xmlns:p14="http://schemas.microsoft.com/office/powerpoint/2010/main" val="3412433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11</a:t>
            </a:fld>
            <a:endParaRPr lang="zh-CN" altLang="en-US" dirty="0"/>
          </a:p>
        </p:txBody>
      </p:sp>
    </p:spTree>
    <p:extLst>
      <p:ext uri="{BB962C8B-B14F-4D97-AF65-F5344CB8AC3E}">
        <p14:creationId xmlns:p14="http://schemas.microsoft.com/office/powerpoint/2010/main" val="3265054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12</a:t>
            </a:fld>
            <a:endParaRPr lang="zh-CN" altLang="en-US" dirty="0"/>
          </a:p>
        </p:txBody>
      </p:sp>
    </p:spTree>
    <p:extLst>
      <p:ext uri="{BB962C8B-B14F-4D97-AF65-F5344CB8AC3E}">
        <p14:creationId xmlns:p14="http://schemas.microsoft.com/office/powerpoint/2010/main" val="1828154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13</a:t>
            </a:fld>
            <a:endParaRPr lang="zh-CN" altLang="en-US" dirty="0"/>
          </a:p>
        </p:txBody>
      </p:sp>
    </p:spTree>
    <p:extLst>
      <p:ext uri="{BB962C8B-B14F-4D97-AF65-F5344CB8AC3E}">
        <p14:creationId xmlns:p14="http://schemas.microsoft.com/office/powerpoint/2010/main" val="1070268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14</a:t>
            </a:fld>
            <a:endParaRPr lang="zh-CN" altLang="en-US" dirty="0"/>
          </a:p>
        </p:txBody>
      </p:sp>
    </p:spTree>
    <p:extLst>
      <p:ext uri="{BB962C8B-B14F-4D97-AF65-F5344CB8AC3E}">
        <p14:creationId xmlns:p14="http://schemas.microsoft.com/office/powerpoint/2010/main" val="14580361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15</a:t>
            </a:fld>
            <a:endParaRPr lang="zh-CN" altLang="en-US" dirty="0"/>
          </a:p>
        </p:txBody>
      </p:sp>
    </p:spTree>
    <p:extLst>
      <p:ext uri="{BB962C8B-B14F-4D97-AF65-F5344CB8AC3E}">
        <p14:creationId xmlns:p14="http://schemas.microsoft.com/office/powerpoint/2010/main" val="4051890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16</a:t>
            </a:fld>
            <a:endParaRPr lang="zh-CN" altLang="en-US" dirty="0"/>
          </a:p>
        </p:txBody>
      </p:sp>
    </p:spTree>
    <p:extLst>
      <p:ext uri="{BB962C8B-B14F-4D97-AF65-F5344CB8AC3E}">
        <p14:creationId xmlns:p14="http://schemas.microsoft.com/office/powerpoint/2010/main" val="6182336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17</a:t>
            </a:fld>
            <a:endParaRPr lang="zh-CN" altLang="en-US" dirty="0"/>
          </a:p>
        </p:txBody>
      </p:sp>
    </p:spTree>
    <p:extLst>
      <p:ext uri="{BB962C8B-B14F-4D97-AF65-F5344CB8AC3E}">
        <p14:creationId xmlns:p14="http://schemas.microsoft.com/office/powerpoint/2010/main" val="16848765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18</a:t>
            </a:fld>
            <a:endParaRPr lang="zh-CN" altLang="en-US" dirty="0"/>
          </a:p>
        </p:txBody>
      </p:sp>
    </p:spTree>
    <p:extLst>
      <p:ext uri="{BB962C8B-B14F-4D97-AF65-F5344CB8AC3E}">
        <p14:creationId xmlns:p14="http://schemas.microsoft.com/office/powerpoint/2010/main" val="18760511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19</a:t>
            </a:fld>
            <a:endParaRPr lang="zh-CN" altLang="en-US" dirty="0"/>
          </a:p>
        </p:txBody>
      </p:sp>
    </p:spTree>
    <p:extLst>
      <p:ext uri="{BB962C8B-B14F-4D97-AF65-F5344CB8AC3E}">
        <p14:creationId xmlns:p14="http://schemas.microsoft.com/office/powerpoint/2010/main" val="19838672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20</a:t>
            </a:fld>
            <a:endParaRPr lang="zh-CN" altLang="en-US" dirty="0"/>
          </a:p>
        </p:txBody>
      </p:sp>
    </p:spTree>
    <p:extLst>
      <p:ext uri="{BB962C8B-B14F-4D97-AF65-F5344CB8AC3E}">
        <p14:creationId xmlns:p14="http://schemas.microsoft.com/office/powerpoint/2010/main" val="3892431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21</a:t>
            </a:fld>
            <a:endParaRPr lang="zh-CN" altLang="en-US" dirty="0"/>
          </a:p>
        </p:txBody>
      </p:sp>
    </p:spTree>
    <p:extLst>
      <p:ext uri="{BB962C8B-B14F-4D97-AF65-F5344CB8AC3E}">
        <p14:creationId xmlns:p14="http://schemas.microsoft.com/office/powerpoint/2010/main" val="11385300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22</a:t>
            </a:fld>
            <a:endParaRPr lang="zh-CN" altLang="en-US" dirty="0"/>
          </a:p>
        </p:txBody>
      </p:sp>
    </p:spTree>
    <p:extLst>
      <p:ext uri="{BB962C8B-B14F-4D97-AF65-F5344CB8AC3E}">
        <p14:creationId xmlns:p14="http://schemas.microsoft.com/office/powerpoint/2010/main" val="41304043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23</a:t>
            </a:fld>
            <a:endParaRPr lang="zh-CN" altLang="en-US" dirty="0"/>
          </a:p>
        </p:txBody>
      </p:sp>
    </p:spTree>
    <p:extLst>
      <p:ext uri="{BB962C8B-B14F-4D97-AF65-F5344CB8AC3E}">
        <p14:creationId xmlns:p14="http://schemas.microsoft.com/office/powerpoint/2010/main" val="31849501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24</a:t>
            </a:fld>
            <a:endParaRPr lang="zh-CN" altLang="en-US" dirty="0"/>
          </a:p>
        </p:txBody>
      </p:sp>
    </p:spTree>
    <p:extLst>
      <p:ext uri="{BB962C8B-B14F-4D97-AF65-F5344CB8AC3E}">
        <p14:creationId xmlns:p14="http://schemas.microsoft.com/office/powerpoint/2010/main" val="20508917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25</a:t>
            </a:fld>
            <a:endParaRPr lang="zh-CN" altLang="en-US" dirty="0"/>
          </a:p>
        </p:txBody>
      </p:sp>
    </p:spTree>
    <p:extLst>
      <p:ext uri="{BB962C8B-B14F-4D97-AF65-F5344CB8AC3E}">
        <p14:creationId xmlns:p14="http://schemas.microsoft.com/office/powerpoint/2010/main" val="36171307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26</a:t>
            </a:fld>
            <a:endParaRPr lang="zh-CN" altLang="en-US" dirty="0"/>
          </a:p>
        </p:txBody>
      </p:sp>
    </p:spTree>
    <p:extLst>
      <p:ext uri="{BB962C8B-B14F-4D97-AF65-F5344CB8AC3E}">
        <p14:creationId xmlns:p14="http://schemas.microsoft.com/office/powerpoint/2010/main" val="18028351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27</a:t>
            </a:fld>
            <a:endParaRPr lang="zh-CN" altLang="en-US" dirty="0"/>
          </a:p>
        </p:txBody>
      </p:sp>
    </p:spTree>
    <p:extLst>
      <p:ext uri="{BB962C8B-B14F-4D97-AF65-F5344CB8AC3E}">
        <p14:creationId xmlns:p14="http://schemas.microsoft.com/office/powerpoint/2010/main" val="32421005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28</a:t>
            </a:fld>
            <a:endParaRPr lang="zh-CN" altLang="en-US" dirty="0"/>
          </a:p>
        </p:txBody>
      </p:sp>
    </p:spTree>
    <p:extLst>
      <p:ext uri="{BB962C8B-B14F-4D97-AF65-F5344CB8AC3E}">
        <p14:creationId xmlns:p14="http://schemas.microsoft.com/office/powerpoint/2010/main" val="24698546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29</a:t>
            </a:fld>
            <a:endParaRPr lang="zh-CN" altLang="en-US" dirty="0"/>
          </a:p>
        </p:txBody>
      </p:sp>
    </p:spTree>
    <p:extLst>
      <p:ext uri="{BB962C8B-B14F-4D97-AF65-F5344CB8AC3E}">
        <p14:creationId xmlns:p14="http://schemas.microsoft.com/office/powerpoint/2010/main" val="5074820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30</a:t>
            </a:fld>
            <a:endParaRPr lang="zh-CN" altLang="en-US" dirty="0"/>
          </a:p>
        </p:txBody>
      </p:sp>
    </p:spTree>
    <p:extLst>
      <p:ext uri="{BB962C8B-B14F-4D97-AF65-F5344CB8AC3E}">
        <p14:creationId xmlns:p14="http://schemas.microsoft.com/office/powerpoint/2010/main" val="33558450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31</a:t>
            </a:fld>
            <a:endParaRPr lang="zh-CN" altLang="en-US" dirty="0"/>
          </a:p>
        </p:txBody>
      </p:sp>
    </p:spTree>
    <p:extLst>
      <p:ext uri="{BB962C8B-B14F-4D97-AF65-F5344CB8AC3E}">
        <p14:creationId xmlns:p14="http://schemas.microsoft.com/office/powerpoint/2010/main" val="32421005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32</a:t>
            </a:fld>
            <a:endParaRPr lang="zh-CN" altLang="en-US" dirty="0"/>
          </a:p>
        </p:txBody>
      </p:sp>
    </p:spTree>
    <p:extLst>
      <p:ext uri="{BB962C8B-B14F-4D97-AF65-F5344CB8AC3E}">
        <p14:creationId xmlns:p14="http://schemas.microsoft.com/office/powerpoint/2010/main" val="19264995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1">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0212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2">
    <p:bg>
      <p:bgPr>
        <a:gradFill flip="none" rotWithShape="1">
          <a:gsLst>
            <a:gs pos="26000">
              <a:srgbClr val="EBECF0"/>
            </a:gs>
            <a:gs pos="0">
              <a:srgbClr val="D7D9E1"/>
            </a:gs>
            <a:gs pos="100000">
              <a:schemeClr val="bg1"/>
            </a:gs>
          </a:gsLst>
          <a:lin ang="5400000" scaled="1"/>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92101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Slide 3">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03001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extLst>
    <p:ext uri="{DCECCB84-F9BA-43D5-87BE-67443E8EF086}">
      <p15:sldGuideLst xmlns:p15="http://schemas.microsoft.com/office/powerpoint/2012/main">
        <p15:guide id="1" orient="horz" pos="1620">
          <p15:clr>
            <a:srgbClr val="FBAE40"/>
          </p15:clr>
        </p15:guide>
        <p15:guide id="2" pos="4967">
          <p15:clr>
            <a:srgbClr val="FBAE40"/>
          </p15:clr>
        </p15:guide>
        <p15:guide id="3" orient="horz" pos="2160">
          <p15:clr>
            <a:srgbClr val="FBAE40"/>
          </p15:clr>
        </p15:guide>
        <p15:guide id="4" pos="662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4">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rot="8746489" flipH="1">
            <a:off x="120189" y="163910"/>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pic>
        <p:nvPicPr>
          <p:cNvPr id="4" name="图片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96830" y="1332273"/>
            <a:ext cx="4133428" cy="4051981"/>
          </a:xfrm>
          <a:prstGeom prst="rect">
            <a:avLst/>
          </a:prstGeom>
        </p:spPr>
      </p:pic>
      <p:sp>
        <p:nvSpPr>
          <p:cNvPr id="5" name="íṡľíḍè-TextBox 81">
            <a:extLst>
              <a:ext uri="{FF2B5EF4-FFF2-40B4-BE49-F238E27FC236}">
                <a16:creationId xmlns:a16="http://schemas.microsoft.com/office/drawing/2014/main" id="{93815FB5-5D27-45C3-94DD-F6E3642DA7EC}"/>
              </a:ext>
            </a:extLst>
          </p:cNvPr>
          <p:cNvSpPr txBox="1"/>
          <p:nvPr userDrawn="1"/>
        </p:nvSpPr>
        <p:spPr>
          <a:xfrm>
            <a:off x="1043608" y="267494"/>
            <a:ext cx="1584464" cy="398977"/>
          </a:xfrm>
          <a:prstGeom prst="rect">
            <a:avLst/>
          </a:prstGeom>
          <a:noFill/>
        </p:spPr>
        <p:txBody>
          <a:bodyPr wrap="none" lIns="0" tIns="0" rIns="0" bIns="0" anchor="ctr" anchorCtr="1">
            <a:normAutofit/>
          </a:bodyPr>
          <a:lstStyle/>
          <a:p>
            <a:pPr algn="ctr"/>
            <a:r>
              <a:rPr lang="tr-TR" altLang="zh-CN" sz="2400" b="1" dirty="0" err="1">
                <a:solidFill>
                  <a:schemeClr val="tx1">
                    <a:lumMod val="65000"/>
                    <a:lumOff val="35000"/>
                  </a:schemeClr>
                </a:solidFill>
                <a:effectLst>
                  <a:outerShdw blurRad="38100" dist="38100" dir="2700000" algn="tl">
                    <a:srgbClr val="000000">
                      <a:alpha val="43137"/>
                    </a:srgbClr>
                  </a:outerShdw>
                </a:effectLst>
                <a:latin typeface="+mn-lt"/>
                <a:ea typeface="+mn-ea"/>
                <a:cs typeface="+mn-ea"/>
                <a:sym typeface="+mn-lt"/>
              </a:rPr>
              <a:t>Cube</a:t>
            </a:r>
            <a:r>
              <a:rPr lang="tr-TR" altLang="zh-CN" sz="2400" b="1" dirty="0">
                <a:solidFill>
                  <a:schemeClr val="tx1">
                    <a:lumMod val="65000"/>
                    <a:lumOff val="35000"/>
                  </a:schemeClr>
                </a:solidFill>
                <a:effectLst>
                  <a:outerShdw blurRad="38100" dist="38100" dir="2700000" algn="tl">
                    <a:srgbClr val="000000">
                      <a:alpha val="43137"/>
                    </a:srgbClr>
                  </a:outerShdw>
                </a:effectLst>
                <a:latin typeface="+mn-lt"/>
                <a:ea typeface="+mn-ea"/>
                <a:cs typeface="+mn-ea"/>
                <a:sym typeface="+mn-lt"/>
              </a:rPr>
              <a:t> Blue</a:t>
            </a:r>
            <a:r>
              <a:rPr lang="tr-TR" altLang="zh-CN" sz="2400" b="1" baseline="0" dirty="0">
                <a:solidFill>
                  <a:schemeClr val="tx1">
                    <a:lumMod val="65000"/>
                    <a:lumOff val="35000"/>
                  </a:schemeClr>
                </a:solidFill>
                <a:effectLst>
                  <a:outerShdw blurRad="38100" dist="38100" dir="2700000" algn="tl">
                    <a:srgbClr val="000000">
                      <a:alpha val="43137"/>
                    </a:srgbClr>
                  </a:outerShdw>
                </a:effectLst>
                <a:latin typeface="+mn-lt"/>
                <a:ea typeface="+mn-ea"/>
                <a:cs typeface="+mn-ea"/>
                <a:sym typeface="+mn-lt"/>
              </a:rPr>
              <a:t> 3D</a:t>
            </a:r>
            <a:endParaRPr lang="zh-CN" altLang="en-US" sz="2400" b="1" dirty="0">
              <a:solidFill>
                <a:schemeClr val="tx1">
                  <a:lumMod val="65000"/>
                  <a:lumOff val="35000"/>
                </a:schemeClr>
              </a:solidFill>
              <a:effectLst>
                <a:outerShdw blurRad="38100" dist="38100" dir="2700000" algn="tl">
                  <a:srgbClr val="000000">
                    <a:alpha val="43137"/>
                  </a:srgbClr>
                </a:outerShdw>
              </a:effectLst>
              <a:latin typeface="+mn-lt"/>
              <a:ea typeface="+mn-ea"/>
              <a:cs typeface="+mn-ea"/>
              <a:sym typeface="+mn-lt"/>
            </a:endParaRPr>
          </a:p>
        </p:txBody>
      </p:sp>
    </p:spTree>
    <p:extLst>
      <p:ext uri="{BB962C8B-B14F-4D97-AF65-F5344CB8AC3E}">
        <p14:creationId xmlns:p14="http://schemas.microsoft.com/office/powerpoint/2010/main" val="20335214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5">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Tree>
    <p:extLst>
      <p:ext uri="{BB962C8B-B14F-4D97-AF65-F5344CB8AC3E}">
        <p14:creationId xmlns:p14="http://schemas.microsoft.com/office/powerpoint/2010/main" val="36442926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6">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Tree>
    <p:extLst>
      <p:ext uri="{BB962C8B-B14F-4D97-AF65-F5344CB8AC3E}">
        <p14:creationId xmlns:p14="http://schemas.microsoft.com/office/powerpoint/2010/main" val="20527706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7">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
        <p:nvSpPr>
          <p:cNvPr id="4" name="矩形 3"/>
          <p:cNvSpPr/>
          <p:nvPr userDrawn="1"/>
        </p:nvSpPr>
        <p:spPr>
          <a:xfrm>
            <a:off x="7164288" y="4909375"/>
            <a:ext cx="775136" cy="230832"/>
          </a:xfrm>
          <a:prstGeom prst="rect">
            <a:avLst/>
          </a:prstGeom>
        </p:spPr>
        <p:txBody>
          <a:bodyPr wrap="square">
            <a:spAutoFit/>
          </a:bodyPr>
          <a:lstStyle/>
          <a:p>
            <a:pPr fontAlgn="auto">
              <a:spcBef>
                <a:spcPts val="0"/>
              </a:spcBef>
              <a:spcAft>
                <a:spcPts val="0"/>
              </a:spcAft>
            </a:pPr>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pPr fontAlgn="auto">
              <a:spcBef>
                <a:spcPts val="0"/>
              </a:spcBef>
              <a:spcAft>
                <a:spcPts val="0"/>
              </a:spcAft>
            </a:pPr>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a:t>
            </a:r>
            <a:r>
              <a:rPr lang="en-US" altLang="zh-CN" sz="100" dirty="0">
                <a:solidFill>
                  <a:prstClr val="white"/>
                </a:solidFill>
                <a:latin typeface="Calibri"/>
                <a:ea typeface="宋体"/>
              </a:rPr>
              <a:t>www.1ppt.com/sucai/</a:t>
            </a:r>
          </a:p>
          <a:p>
            <a:pPr fontAlgn="auto">
              <a:spcBef>
                <a:spcPts val="0"/>
              </a:spcBef>
              <a:spcAft>
                <a:spcPts val="0"/>
              </a:spcAft>
            </a:pPr>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a:t>
            </a:r>
            <a:r>
              <a:rPr lang="en-US" altLang="zh-CN" sz="100" dirty="0">
                <a:solidFill>
                  <a:prstClr val="white"/>
                </a:solidFill>
                <a:latin typeface="Calibri"/>
                <a:ea typeface="宋体"/>
              </a:rPr>
              <a:t>www.1ppt.com/tubiao/      </a:t>
            </a:r>
          </a:p>
          <a:p>
            <a:pPr fontAlgn="auto">
              <a:spcBef>
                <a:spcPts val="0"/>
              </a:spcBef>
              <a:spcAft>
                <a:spcPts val="0"/>
              </a:spcAft>
            </a:pPr>
            <a:r>
              <a:rPr lang="zh-CN" altLang="en-US" sz="100" dirty="0">
                <a:solidFill>
                  <a:prstClr val="white"/>
                </a:solidFill>
                <a:latin typeface="Calibri"/>
                <a:ea typeface="宋体"/>
              </a:rPr>
              <a:t>精美</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pPr fontAlgn="auto">
              <a:spcBef>
                <a:spcPts val="0"/>
              </a:spcBef>
              <a:spcAft>
                <a:spcPts val="0"/>
              </a:spcAft>
            </a:pPr>
            <a:r>
              <a:rPr lang="en-US" altLang="zh-CN" sz="100" dirty="0">
                <a:solidFill>
                  <a:prstClr val="white"/>
                </a:solidFill>
                <a:latin typeface="Calibri"/>
                <a:ea typeface="宋体"/>
              </a:rPr>
              <a:t>PPT</a:t>
            </a:r>
            <a:r>
              <a:rPr lang="zh-CN" altLang="en-US" sz="100" dirty="0">
                <a:solidFill>
                  <a:prstClr val="white"/>
                </a:solidFill>
                <a:latin typeface="Calibri"/>
                <a:ea typeface="宋体"/>
              </a:rPr>
              <a:t>课件：</a:t>
            </a:r>
            <a:r>
              <a:rPr lang="en-US" altLang="zh-CN" sz="100" dirty="0">
                <a:solidFill>
                  <a:prstClr val="white"/>
                </a:solidFill>
                <a:latin typeface="Calibri"/>
                <a:ea typeface="宋体"/>
              </a:rPr>
              <a:t>www.1ppt.com/kejian/             </a:t>
            </a:r>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pPr fontAlgn="auto">
              <a:spcBef>
                <a:spcPts val="0"/>
              </a:spcBef>
              <a:spcAft>
                <a:spcPts val="0"/>
              </a:spcAft>
            </a:pPr>
            <a:r>
              <a:rPr lang="zh-CN" altLang="en-US" sz="100" dirty="0">
                <a:solidFill>
                  <a:prstClr val="white"/>
                </a:solidFill>
                <a:latin typeface="Calibri"/>
                <a:ea typeface="宋体"/>
              </a:rPr>
              <a:t>工作总结</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www.1ppt.com/xiazai/zongjie/ </a:t>
            </a:r>
            <a:r>
              <a:rPr lang="zh-CN" altLang="en-US" sz="100" dirty="0">
                <a:solidFill>
                  <a:prstClr val="white"/>
                </a:solidFill>
                <a:latin typeface="Calibri"/>
                <a:ea typeface="宋体"/>
              </a:rPr>
              <a:t>工作计划：</a:t>
            </a:r>
            <a:r>
              <a:rPr lang="en-US" altLang="zh-CN" sz="100" dirty="0">
                <a:solidFill>
                  <a:prstClr val="white"/>
                </a:solidFill>
                <a:latin typeface="Calibri"/>
                <a:ea typeface="宋体"/>
              </a:rPr>
              <a:t>www.1ppt.com/xiazai/jihua/</a:t>
            </a:r>
          </a:p>
          <a:p>
            <a:pPr fontAlgn="auto">
              <a:spcBef>
                <a:spcPts val="0"/>
              </a:spcBef>
              <a:spcAft>
                <a:spcPts val="0"/>
              </a:spcAft>
            </a:pPr>
            <a:r>
              <a:rPr lang="zh-CN" altLang="en-US" sz="100" dirty="0">
                <a:solidFill>
                  <a:prstClr val="white"/>
                </a:solidFill>
                <a:latin typeface="Calibri"/>
                <a:ea typeface="宋体"/>
              </a:rPr>
              <a:t>商务</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www.1ppt.com/moban/shangwu/  </a:t>
            </a:r>
            <a:r>
              <a:rPr lang="zh-CN" altLang="en-US" sz="100" dirty="0">
                <a:solidFill>
                  <a:prstClr val="white"/>
                </a:solidFill>
                <a:latin typeface="Calibri"/>
                <a:ea typeface="宋体"/>
              </a:rPr>
              <a:t>个人简历</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www.1ppt.com/xiazai/jianli/  </a:t>
            </a:r>
          </a:p>
          <a:p>
            <a:pPr fontAlgn="auto">
              <a:spcBef>
                <a:spcPts val="0"/>
              </a:spcBef>
              <a:spcAft>
                <a:spcPts val="0"/>
              </a:spcAft>
            </a:pPr>
            <a:r>
              <a:rPr lang="zh-CN" altLang="en-US" sz="100" dirty="0">
                <a:solidFill>
                  <a:prstClr val="white"/>
                </a:solidFill>
                <a:latin typeface="Calibri"/>
                <a:ea typeface="宋体"/>
              </a:rPr>
              <a:t>毕业答辩</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www.1ppt.com/xiazai/dabian/  </a:t>
            </a:r>
            <a:r>
              <a:rPr lang="zh-CN" altLang="en-US" sz="100" dirty="0">
                <a:solidFill>
                  <a:prstClr val="white"/>
                </a:solidFill>
                <a:latin typeface="Calibri"/>
                <a:ea typeface="宋体"/>
              </a:rPr>
              <a:t>工作汇报</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www.1ppt.com/xiazai/huibao/    </a:t>
            </a:r>
          </a:p>
          <a:p>
            <a:pPr fontAlgn="auto">
              <a:spcBef>
                <a:spcPts val="0"/>
              </a:spcBef>
              <a:spcAft>
                <a:spcPts val="0"/>
              </a:spcAft>
            </a:pPr>
            <a:r>
              <a:rPr lang="en-US" altLang="zh-CN" sz="100" dirty="0">
                <a:solidFill>
                  <a:prstClr val="white"/>
                </a:solidFill>
                <a:latin typeface="Calibri"/>
                <a:ea typeface="宋体"/>
              </a:rPr>
              <a:t> </a:t>
            </a:r>
          </a:p>
        </p:txBody>
      </p:sp>
    </p:spTree>
    <p:extLst>
      <p:ext uri="{BB962C8B-B14F-4D97-AF65-F5344CB8AC3E}">
        <p14:creationId xmlns:p14="http://schemas.microsoft.com/office/powerpoint/2010/main" val="25887909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8">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Tree>
    <p:extLst>
      <p:ext uri="{BB962C8B-B14F-4D97-AF65-F5344CB8AC3E}">
        <p14:creationId xmlns:p14="http://schemas.microsoft.com/office/powerpoint/2010/main" val="7317956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9">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Tree>
    <p:extLst>
      <p:ext uri="{BB962C8B-B14F-4D97-AF65-F5344CB8AC3E}">
        <p14:creationId xmlns:p14="http://schemas.microsoft.com/office/powerpoint/2010/main" val="39513228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lide 10">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Tree>
    <p:extLst>
      <p:ext uri="{BB962C8B-B14F-4D97-AF65-F5344CB8AC3E}">
        <p14:creationId xmlns:p14="http://schemas.microsoft.com/office/powerpoint/2010/main" val="19687344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lide 11">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Tree>
    <p:extLst>
      <p:ext uri="{BB962C8B-B14F-4D97-AF65-F5344CB8AC3E}">
        <p14:creationId xmlns:p14="http://schemas.microsoft.com/office/powerpoint/2010/main" val="12071098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 12">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30024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88CAD3A-CD69-42F3-A04C-5E985530E63C}"/>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0" r:id="rId1"/>
    <p:sldLayoutId id="2147483656" r:id="rId2"/>
    <p:sldLayoutId id="2147483657" r:id="rId3"/>
    <p:sldLayoutId id="2147483658" r:id="rId4"/>
    <p:sldLayoutId id="2147483660" r:id="rId5"/>
    <p:sldLayoutId id="2147483661" r:id="rId6"/>
    <p:sldLayoutId id="2147483662" r:id="rId7"/>
    <p:sldLayoutId id="2147483663" r:id="rId8"/>
    <p:sldLayoutId id="2147483664" r:id="rId9"/>
    <p:sldLayoutId id="2147483665" r:id="rId10"/>
    <p:sldLayoutId id="2147483666" r:id="rId11"/>
    <p:sldLayoutId id="2147483659" r:id="rId12"/>
  </p:sldLayoutIdLst>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txStyles>
    <p:titleStyle>
      <a:lvl1pPr algn="ctr" rtl="0" fontAlgn="base">
        <a:spcBef>
          <a:spcPct val="0"/>
        </a:spcBef>
        <a:spcAft>
          <a:spcPct val="0"/>
        </a:spcAft>
        <a:defRPr sz="4400" kern="1200">
          <a:solidFill>
            <a:schemeClr val="tx1"/>
          </a:solidFill>
          <a:latin typeface="+mj-lt"/>
          <a:ea typeface="微软雅黑"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微软雅黑" pitchFamily="34" charset="-122"/>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微软雅黑" pitchFamily="34" charset="-122"/>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微软雅黑" pitchFamily="34" charset="-122"/>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微软雅黑" pitchFamily="34" charset="-122"/>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hemeOverride" Target="../theme/themeOverride1.xml"/><Relationship Id="rId6" Type="http://schemas.openxmlformats.org/officeDocument/2006/relationships/hyperlink" Target="http://www.credence.in/" TargetMode="External"/><Relationship Id="rId5" Type="http://schemas.openxmlformats.org/officeDocument/2006/relationships/image" Target="../media/image5.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notesSlide" Target="../notesSlides/notesSlide2.xml"/><Relationship Id="rId7" Type="http://schemas.openxmlformats.org/officeDocument/2006/relationships/image" Target="../media/image8.png"/><Relationship Id="rId2" Type="http://schemas.openxmlformats.org/officeDocument/2006/relationships/slideLayout" Target="../slideLayouts/slideLayout5.xml"/><Relationship Id="rId1" Type="http://schemas.openxmlformats.org/officeDocument/2006/relationships/tags" Target="../tags/tag3.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slideLayout" Target="../slideLayouts/slideLayout1.xml"/><Relationship Id="rId7" Type="http://schemas.openxmlformats.org/officeDocument/2006/relationships/image" Target="../media/image8.png"/><Relationship Id="rId2" Type="http://schemas.openxmlformats.org/officeDocument/2006/relationships/tags" Target="../tags/tag4.xml"/><Relationship Id="rId1" Type="http://schemas.openxmlformats.org/officeDocument/2006/relationships/themeOverride" Target="../theme/themeOverride2.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microsoft.com/office/2007/relationships/hdphoto" Target="../media/hdphoto1.wdp"/><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6.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microsoft.com/office/2007/relationships/hdphoto" Target="../media/hdphoto1.wdp"/><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hyperlink" Target="https://tinyurl.com/CredenceTestingSyllabus" TargetMode="External"/><Relationship Id="rId3" Type="http://schemas.openxmlformats.org/officeDocument/2006/relationships/notesSlide" Target="../notesSlides/notesSlide7.xml"/><Relationship Id="rId7" Type="http://schemas.microsoft.com/office/2007/relationships/hdphoto" Target="../media/hdphoto1.wdp"/><Relationship Id="rId2"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9.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notesSlide" Target="../notesSlides/notesSlide9.xml"/><Relationship Id="rId7" Type="http://schemas.microsoft.com/office/2007/relationships/hdphoto" Target="../media/hdphoto1.wdp"/><Relationship Id="rId12" Type="http://schemas.microsoft.com/office/2007/relationships/diagramDrawing" Target="../diagrams/drawing1.xml"/><Relationship Id="rId2" Type="http://schemas.openxmlformats.org/officeDocument/2006/relationships/slideLayout" Target="../slideLayouts/slideLayout1.xml"/><Relationship Id="rId1" Type="http://schemas.openxmlformats.org/officeDocument/2006/relationships/tags" Target="../tags/tag10.xml"/><Relationship Id="rId6" Type="http://schemas.openxmlformats.org/officeDocument/2006/relationships/image" Target="../media/image7.png"/><Relationship Id="rId11" Type="http://schemas.openxmlformats.org/officeDocument/2006/relationships/diagramColors" Target="../diagrams/colors1.xml"/><Relationship Id="rId5" Type="http://schemas.microsoft.com/office/2007/relationships/hdphoto" Target="../media/hdphoto2.wdp"/><Relationship Id="rId10" Type="http://schemas.openxmlformats.org/officeDocument/2006/relationships/diagramQuickStyle" Target="../diagrams/quickStyle1.xml"/><Relationship Id="rId4" Type="http://schemas.openxmlformats.org/officeDocument/2006/relationships/image" Target="../media/image8.png"/><Relationship Id="rId9"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microsoft.com/office/2007/relationships/hdphoto" Target="../media/hdphoto1.wdp"/><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2.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12.xml"/><Relationship Id="rId7" Type="http://schemas.microsoft.com/office/2007/relationships/hdphoto" Target="../media/hdphoto1.wdp"/><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4.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14.xml"/><Relationship Id="rId7" Type="http://schemas.microsoft.com/office/2007/relationships/hdphoto" Target="../media/hdphoto1.wdp"/><Relationship Id="rId2" Type="http://schemas.openxmlformats.org/officeDocument/2006/relationships/slideLayout" Target="../slideLayouts/slideLayout5.xml"/><Relationship Id="rId1" Type="http://schemas.openxmlformats.org/officeDocument/2006/relationships/tags" Target="../tags/tag15.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6.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microsoft.com/office/2007/relationships/hdphoto" Target="../media/hdphoto1.wdp"/><Relationship Id="rId2" Type="http://schemas.openxmlformats.org/officeDocument/2006/relationships/slideLayout" Target="../slideLayouts/slideLayout5.xml"/><Relationship Id="rId1" Type="http://schemas.openxmlformats.org/officeDocument/2006/relationships/tags" Target="../tags/tag17.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microsoft.com/office/2007/relationships/hdphoto" Target="../media/hdphoto1.wdp"/><Relationship Id="rId2" Type="http://schemas.openxmlformats.org/officeDocument/2006/relationships/slideLayout" Target="../slideLayouts/slideLayout5.xml"/><Relationship Id="rId1" Type="http://schemas.openxmlformats.org/officeDocument/2006/relationships/tags" Target="../tags/tag18.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microsoft.com/office/2007/relationships/hdphoto" Target="../media/hdphoto1.wdp"/><Relationship Id="rId2" Type="http://schemas.openxmlformats.org/officeDocument/2006/relationships/slideLayout" Target="../slideLayouts/slideLayout5.xml"/><Relationship Id="rId1" Type="http://schemas.openxmlformats.org/officeDocument/2006/relationships/tags" Target="../tags/tag19.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20.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20.xml"/><Relationship Id="rId7" Type="http://schemas.microsoft.com/office/2007/relationships/hdphoto" Target="../media/hdphoto1.wdp"/><Relationship Id="rId2" Type="http://schemas.openxmlformats.org/officeDocument/2006/relationships/slideLayout" Target="../slideLayouts/slideLayout5.xml"/><Relationship Id="rId1" Type="http://schemas.openxmlformats.org/officeDocument/2006/relationships/tags" Target="../tags/tag21.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22.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microsoft.com/office/2007/relationships/hdphoto" Target="../media/hdphoto1.wdp"/><Relationship Id="rId2" Type="http://schemas.openxmlformats.org/officeDocument/2006/relationships/slideLayout" Target="../slideLayouts/slideLayout5.xml"/><Relationship Id="rId1" Type="http://schemas.openxmlformats.org/officeDocument/2006/relationships/tags" Target="../tags/tag23.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24.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24.xml"/><Relationship Id="rId7" Type="http://schemas.openxmlformats.org/officeDocument/2006/relationships/diagramColors" Target="../diagrams/colors2.xml"/><Relationship Id="rId2" Type="http://schemas.openxmlformats.org/officeDocument/2006/relationships/slideLayout" Target="../slideLayouts/slideLayout1.xml"/><Relationship Id="rId1" Type="http://schemas.openxmlformats.org/officeDocument/2006/relationships/tags" Target="../tags/tag25.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26.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26.xml"/><Relationship Id="rId7" Type="http://schemas.microsoft.com/office/2007/relationships/hdphoto" Target="../media/hdphoto1.wdp"/><Relationship Id="rId2" Type="http://schemas.openxmlformats.org/officeDocument/2006/relationships/slideLayout" Target="../slideLayouts/slideLayout5.xml"/><Relationship Id="rId1" Type="http://schemas.openxmlformats.org/officeDocument/2006/relationships/tags" Target="../tags/tag27.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ags" Target="../tags/tag28.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28.xml"/><Relationship Id="rId7" Type="http://schemas.microsoft.com/office/2007/relationships/hdphoto" Target="../media/hdphoto1.wdp"/><Relationship Id="rId2" Type="http://schemas.openxmlformats.org/officeDocument/2006/relationships/slideLayout" Target="../slideLayouts/slideLayout5.xml"/><Relationship Id="rId1" Type="http://schemas.openxmlformats.org/officeDocument/2006/relationships/tags" Target="../tags/tag29.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tags" Target="../tags/tag30.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microsoft.com/office/2007/relationships/hdphoto" Target="../media/hdphoto1.wdp"/><Relationship Id="rId2" Type="http://schemas.openxmlformats.org/officeDocument/2006/relationships/slideLayout" Target="../slideLayouts/slideLayout5.xml"/><Relationship Id="rId1" Type="http://schemas.openxmlformats.org/officeDocument/2006/relationships/tags" Target="../tags/tag31.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32.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tags" Target="../tags/tag33.xml"/><Relationship Id="rId5" Type="http://schemas.openxmlformats.org/officeDocument/2006/relationships/hyperlink" Target="http://www.credence.in/" TargetMode="Externa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7">
            <a:extLst>
              <a:ext uri="{FF2B5EF4-FFF2-40B4-BE49-F238E27FC236}">
                <a16:creationId xmlns:a16="http://schemas.microsoft.com/office/drawing/2014/main" id="{F6EB67AF-726D-40B6-BB29-CEA468E3B97A}"/>
              </a:ext>
            </a:extLst>
          </p:cNvPr>
          <p:cNvSpPr>
            <a:spLocks noChangeArrowheads="1"/>
          </p:cNvSpPr>
          <p:nvPr/>
        </p:nvSpPr>
        <p:spPr bwMode="auto">
          <a:xfrm>
            <a:off x="-68693" y="245706"/>
            <a:ext cx="9227507" cy="16619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lvl="1" algn="ctr">
              <a:defRPr/>
            </a:pPr>
            <a:r>
              <a:rPr lang="en-US" sz="3600" b="1" dirty="0">
                <a:solidFill>
                  <a:srgbClr val="002060"/>
                </a:solidFill>
                <a:effectLst>
                  <a:glow rad="25400">
                    <a:srgbClr val="BD582C">
                      <a:satMod val="175000"/>
                      <a:alpha val="40000"/>
                    </a:srgbClr>
                  </a:glow>
                </a:effectLst>
                <a:latin typeface="Aptos" panose="020B0004020202020204" pitchFamily="34" charset="0"/>
              </a:rPr>
              <a:t>Credence IT Professional </a:t>
            </a:r>
          </a:p>
          <a:p>
            <a:pPr marL="0" lvl="1" algn="ctr">
              <a:defRPr/>
            </a:pPr>
            <a:r>
              <a:rPr lang="en-US" sz="3600" b="1" dirty="0">
                <a:solidFill>
                  <a:srgbClr val="002060"/>
                </a:solidFill>
                <a:effectLst>
                  <a:glow rad="25400">
                    <a:srgbClr val="BD582C">
                      <a:satMod val="175000"/>
                      <a:alpha val="40000"/>
                    </a:srgbClr>
                  </a:glow>
                </a:effectLst>
                <a:latin typeface="Aptos" panose="020B0004020202020204" pitchFamily="34" charset="0"/>
              </a:rPr>
              <a:t>Training Institute</a:t>
            </a:r>
            <a:endParaRPr lang="en-US" sz="3600" dirty="0">
              <a:solidFill>
                <a:srgbClr val="002060"/>
              </a:solidFill>
              <a:latin typeface="Aptos" panose="020B0004020202020204" pitchFamily="34" charset="0"/>
            </a:endParaRPr>
          </a:p>
          <a:p>
            <a:pPr algn="ctr">
              <a:defRPr/>
            </a:pPr>
            <a:endParaRPr lang="zh-CN" altLang="en-US" sz="3600" b="1" dirty="0">
              <a:solidFill>
                <a:srgbClr val="227AB4"/>
              </a:solidFill>
              <a:effectLst>
                <a:outerShdw blurRad="38100" dist="38100" dir="2700000" algn="tl">
                  <a:srgbClr val="000000">
                    <a:alpha val="43137"/>
                  </a:srgbClr>
                </a:outerShdw>
              </a:effectLst>
              <a:latin typeface="Aptos" panose="020B0004020202020204" pitchFamily="34" charset="0"/>
              <a:ea typeface="+mn-ea"/>
              <a:cs typeface="+mn-ea"/>
              <a:sym typeface="+mn-lt"/>
            </a:endParaRPr>
          </a:p>
        </p:txBody>
      </p:sp>
      <p:sp>
        <p:nvSpPr>
          <p:cNvPr id="24" name="TextBox 7">
            <a:extLst>
              <a:ext uri="{FF2B5EF4-FFF2-40B4-BE49-F238E27FC236}">
                <a16:creationId xmlns:a16="http://schemas.microsoft.com/office/drawing/2014/main" id="{3C56E54E-B744-42A0-A510-712309CC54D8}"/>
              </a:ext>
            </a:extLst>
          </p:cNvPr>
          <p:cNvSpPr>
            <a:spLocks noChangeArrowheads="1"/>
          </p:cNvSpPr>
          <p:nvPr/>
        </p:nvSpPr>
        <p:spPr bwMode="auto">
          <a:xfrm>
            <a:off x="1376347" y="3726880"/>
            <a:ext cx="3309400" cy="846386"/>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1">
              <a:defRPr/>
            </a:pPr>
            <a:r>
              <a:rPr lang="en-US" altLang="zh-CN" sz="1100" b="1" dirty="0">
                <a:solidFill>
                  <a:srgbClr val="C47500"/>
                </a:solidFill>
                <a:latin typeface="Aptos" panose="020B0004020202020204" pitchFamily="34" charset="0"/>
                <a:ea typeface="+mn-ea"/>
                <a:cs typeface="+mn-ea"/>
                <a:sym typeface="+mn-lt"/>
              </a:rPr>
              <a:t>Contact No : </a:t>
            </a:r>
            <a:r>
              <a:rPr lang="zh-CN" altLang="en-US" sz="1100" b="1" dirty="0">
                <a:solidFill>
                  <a:schemeClr val="accent5">
                    <a:lumMod val="50000"/>
                  </a:schemeClr>
                </a:solidFill>
                <a:latin typeface="Aptos" panose="020B0004020202020204" pitchFamily="34" charset="0"/>
                <a:ea typeface="+mn-ea"/>
                <a:cs typeface="+mn-ea"/>
                <a:sym typeface="+mn-lt"/>
              </a:rPr>
              <a:t>📞 </a:t>
            </a:r>
            <a:r>
              <a:rPr lang="en-US" altLang="zh-CN" sz="1100" b="1" dirty="0">
                <a:solidFill>
                  <a:schemeClr val="accent5">
                    <a:lumMod val="50000"/>
                  </a:schemeClr>
                </a:solidFill>
                <a:latin typeface="Aptos" panose="020B0004020202020204" pitchFamily="34" charset="0"/>
                <a:ea typeface="+mn-ea"/>
                <a:cs typeface="+mn-ea"/>
                <a:sym typeface="+mn-lt"/>
              </a:rPr>
              <a:t>+91 8237916162  </a:t>
            </a:r>
          </a:p>
          <a:p>
            <a:pPr lvl="1">
              <a:defRPr/>
            </a:pPr>
            <a:r>
              <a:rPr lang="en-US" altLang="zh-CN" sz="1100" b="1" dirty="0">
                <a:solidFill>
                  <a:schemeClr val="accent5">
                    <a:lumMod val="50000"/>
                  </a:schemeClr>
                </a:solidFill>
                <a:latin typeface="Aptos" panose="020B0004020202020204" pitchFamily="34" charset="0"/>
                <a:ea typeface="+mn-ea"/>
                <a:cs typeface="+mn-ea"/>
                <a:sym typeface="+mn-lt"/>
              </a:rPr>
              <a:t>	             </a:t>
            </a:r>
            <a:r>
              <a:rPr lang="zh-CN" altLang="en-US" sz="1100" b="1" dirty="0">
                <a:solidFill>
                  <a:schemeClr val="accent5">
                    <a:lumMod val="50000"/>
                  </a:schemeClr>
                </a:solidFill>
                <a:latin typeface="Aptos" panose="020B0004020202020204" pitchFamily="34" charset="0"/>
                <a:ea typeface="+mn-ea"/>
                <a:cs typeface="+mn-ea"/>
                <a:sym typeface="+mn-lt"/>
              </a:rPr>
              <a:t>📞 </a:t>
            </a:r>
            <a:r>
              <a:rPr lang="en-US" altLang="zh-CN" sz="1100" b="1" dirty="0">
                <a:solidFill>
                  <a:schemeClr val="accent5">
                    <a:lumMod val="50000"/>
                  </a:schemeClr>
                </a:solidFill>
                <a:latin typeface="Aptos" panose="020B0004020202020204" pitchFamily="34" charset="0"/>
                <a:ea typeface="+mn-ea"/>
                <a:cs typeface="+mn-ea"/>
                <a:sym typeface="+mn-lt"/>
              </a:rPr>
              <a:t>+91 7391053250            </a:t>
            </a:r>
          </a:p>
          <a:p>
            <a:pPr lvl="1">
              <a:defRPr/>
            </a:pPr>
            <a:r>
              <a:rPr lang="en-US" altLang="zh-CN" sz="1100" b="1" dirty="0">
                <a:solidFill>
                  <a:schemeClr val="accent5">
                    <a:lumMod val="50000"/>
                  </a:schemeClr>
                </a:solidFill>
                <a:latin typeface="Aptos" panose="020B0004020202020204" pitchFamily="34" charset="0"/>
                <a:ea typeface="+mn-ea"/>
                <a:cs typeface="+mn-ea"/>
                <a:sym typeface="+mn-lt"/>
              </a:rPr>
              <a:t>	             </a:t>
            </a:r>
            <a:r>
              <a:rPr lang="zh-CN" altLang="en-US" sz="1100" b="1" dirty="0">
                <a:solidFill>
                  <a:schemeClr val="accent5">
                    <a:lumMod val="50000"/>
                  </a:schemeClr>
                </a:solidFill>
                <a:latin typeface="Aptos" panose="020B0004020202020204" pitchFamily="34" charset="0"/>
                <a:ea typeface="+mn-ea"/>
                <a:cs typeface="+mn-ea"/>
                <a:sym typeface="+mn-lt"/>
              </a:rPr>
              <a:t>📞 </a:t>
            </a:r>
            <a:r>
              <a:rPr lang="en-US" altLang="zh-CN" sz="1100" b="1" dirty="0">
                <a:solidFill>
                  <a:schemeClr val="accent5">
                    <a:lumMod val="50000"/>
                  </a:schemeClr>
                </a:solidFill>
                <a:latin typeface="Aptos" panose="020B0004020202020204" pitchFamily="34" charset="0"/>
                <a:ea typeface="+mn-ea"/>
                <a:cs typeface="+mn-ea"/>
                <a:sym typeface="+mn-lt"/>
              </a:rPr>
              <a:t>+91 9579064658  </a:t>
            </a:r>
          </a:p>
          <a:p>
            <a:pPr lvl="1">
              <a:defRPr/>
            </a:pPr>
            <a:r>
              <a:rPr lang="en-US" altLang="zh-CN" sz="1100" b="1" dirty="0">
                <a:solidFill>
                  <a:schemeClr val="accent5">
                    <a:lumMod val="50000"/>
                  </a:schemeClr>
                </a:solidFill>
                <a:latin typeface="Aptos" panose="020B0004020202020204" pitchFamily="34" charset="0"/>
                <a:ea typeface="+mn-ea"/>
                <a:cs typeface="+mn-ea"/>
                <a:sym typeface="+mn-lt"/>
              </a:rPr>
              <a:t>	             </a:t>
            </a:r>
            <a:r>
              <a:rPr lang="zh-CN" altLang="en-US" sz="1100" b="1" dirty="0">
                <a:solidFill>
                  <a:schemeClr val="accent5">
                    <a:lumMod val="50000"/>
                  </a:schemeClr>
                </a:solidFill>
                <a:latin typeface="Aptos" panose="020B0004020202020204" pitchFamily="34" charset="0"/>
                <a:cs typeface="+mn-ea"/>
                <a:sym typeface="+mn-lt"/>
              </a:rPr>
              <a:t>📞 </a:t>
            </a:r>
            <a:r>
              <a:rPr lang="en-US" altLang="zh-CN" sz="1100" b="1" dirty="0">
                <a:solidFill>
                  <a:schemeClr val="accent5">
                    <a:lumMod val="50000"/>
                  </a:schemeClr>
                </a:solidFill>
                <a:latin typeface="Aptos" panose="020B0004020202020204" pitchFamily="34" charset="0"/>
                <a:cs typeface="+mn-ea"/>
                <a:sym typeface="+mn-lt"/>
              </a:rPr>
              <a:t>+91 9091929355</a:t>
            </a:r>
          </a:p>
          <a:p>
            <a:pPr lvl="1">
              <a:defRPr/>
            </a:pPr>
            <a:endParaRPr lang="en-US" altLang="zh-CN" sz="1100" dirty="0">
              <a:solidFill>
                <a:schemeClr val="accent5">
                  <a:lumMod val="50000"/>
                </a:schemeClr>
              </a:solidFill>
              <a:latin typeface="Aptos" panose="020B0004020202020204" pitchFamily="34" charset="0"/>
              <a:ea typeface="+mn-ea"/>
              <a:cs typeface="+mn-ea"/>
              <a:sym typeface="+mn-lt"/>
            </a:endParaRPr>
          </a:p>
        </p:txBody>
      </p:sp>
      <p:sp>
        <p:nvSpPr>
          <p:cNvPr id="29" name="TextBox 7">
            <a:extLst>
              <a:ext uri="{FF2B5EF4-FFF2-40B4-BE49-F238E27FC236}">
                <a16:creationId xmlns:a16="http://schemas.microsoft.com/office/drawing/2014/main" id="{3C56E54E-B744-42A0-A510-712309CC54D8}"/>
              </a:ext>
            </a:extLst>
          </p:cNvPr>
          <p:cNvSpPr>
            <a:spLocks noChangeArrowheads="1"/>
          </p:cNvSpPr>
          <p:nvPr/>
        </p:nvSpPr>
        <p:spPr bwMode="auto">
          <a:xfrm>
            <a:off x="0" y="2074919"/>
            <a:ext cx="9144000" cy="43088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lvl="1" algn="ctr">
              <a:defRPr/>
            </a:pPr>
            <a:r>
              <a:rPr lang="en-US" sz="2800" b="1" dirty="0">
                <a:solidFill>
                  <a:schemeClr val="accent3">
                    <a:lumMod val="50000"/>
                  </a:schemeClr>
                </a:solidFill>
                <a:effectLst>
                  <a:glow rad="25400">
                    <a:srgbClr val="BD582C">
                      <a:satMod val="175000"/>
                      <a:alpha val="40000"/>
                    </a:srgbClr>
                  </a:glow>
                </a:effectLst>
                <a:latin typeface="Aptos" panose="020B0004020202020204" pitchFamily="34" charset="0"/>
              </a:rPr>
              <a:t>Software Testing </a:t>
            </a:r>
            <a:r>
              <a:rPr lang="en-US" sz="2800" b="1" dirty="0">
                <a:solidFill>
                  <a:srgbClr val="002060"/>
                </a:solidFill>
                <a:effectLst>
                  <a:glow rad="25400">
                    <a:srgbClr val="BD582C">
                      <a:satMod val="175000"/>
                      <a:alpha val="40000"/>
                    </a:srgbClr>
                  </a:glow>
                </a:effectLst>
                <a:latin typeface="Aptos" panose="020B0004020202020204" pitchFamily="34" charset="0"/>
              </a:rPr>
              <a:t>– </a:t>
            </a:r>
            <a:r>
              <a:rPr lang="en-US" sz="2800" b="1" dirty="0">
                <a:solidFill>
                  <a:srgbClr val="C47500"/>
                </a:solidFill>
                <a:effectLst>
                  <a:glow rad="25400">
                    <a:srgbClr val="BD582C">
                      <a:satMod val="175000"/>
                      <a:alpha val="40000"/>
                    </a:srgbClr>
                  </a:glow>
                </a:effectLst>
                <a:latin typeface="Aptos" panose="020B0004020202020204" pitchFamily="34" charset="0"/>
              </a:rPr>
              <a:t>Induction Session</a:t>
            </a:r>
          </a:p>
        </p:txBody>
      </p:sp>
      <p:sp>
        <p:nvSpPr>
          <p:cNvPr id="30" name="等腰三角形 29"/>
          <p:cNvSpPr/>
          <p:nvPr/>
        </p:nvSpPr>
        <p:spPr>
          <a:xfrm flipH="1">
            <a:off x="8204930" y="1796193"/>
            <a:ext cx="501859" cy="357034"/>
          </a:xfrm>
          <a:prstGeom prst="triangle">
            <a:avLst>
              <a:gd name="adj" fmla="val 13076"/>
            </a:avLst>
          </a:prstGeom>
          <a:solidFill>
            <a:schemeClr val="accent3">
              <a:lumMod val="50000"/>
            </a:schemeClr>
          </a:solidFill>
          <a:ln w="635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400">
              <a:solidFill>
                <a:prstClr val="white"/>
              </a:solidFill>
              <a:latin typeface="Aptos" panose="020B0004020202020204" pitchFamily="34" charset="0"/>
              <a:cs typeface="+mn-ea"/>
              <a:sym typeface="+mn-lt"/>
            </a:endParaRPr>
          </a:p>
        </p:txBody>
      </p:sp>
      <p:sp>
        <p:nvSpPr>
          <p:cNvPr id="32" name="等腰三角形 31"/>
          <p:cNvSpPr/>
          <p:nvPr/>
        </p:nvSpPr>
        <p:spPr>
          <a:xfrm rot="3691486" flipH="1">
            <a:off x="8230986" y="4242195"/>
            <a:ext cx="339331" cy="237068"/>
          </a:xfrm>
          <a:prstGeom prst="triangle">
            <a:avLst>
              <a:gd name="adj" fmla="val 13076"/>
            </a:avLst>
          </a:prstGeom>
          <a:solidFill>
            <a:schemeClr val="accent3">
              <a:lumMod val="50000"/>
            </a:schemeClr>
          </a:solidFill>
          <a:ln w="635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400">
              <a:solidFill>
                <a:prstClr val="white"/>
              </a:solidFill>
              <a:latin typeface="Aptos" panose="020B0004020202020204" pitchFamily="34" charset="0"/>
              <a:cs typeface="+mn-ea"/>
              <a:sym typeface="+mn-lt"/>
            </a:endParaRPr>
          </a:p>
        </p:txBody>
      </p:sp>
      <p:sp>
        <p:nvSpPr>
          <p:cNvPr id="33" name="等腰三角形 32"/>
          <p:cNvSpPr/>
          <p:nvPr/>
        </p:nvSpPr>
        <p:spPr>
          <a:xfrm rot="16458961" flipH="1">
            <a:off x="231570" y="2018736"/>
            <a:ext cx="501859" cy="357034"/>
          </a:xfrm>
          <a:prstGeom prst="triangle">
            <a:avLst>
              <a:gd name="adj" fmla="val 13076"/>
            </a:avLst>
          </a:prstGeom>
          <a:solidFill>
            <a:schemeClr val="accent3">
              <a:lumMod val="50000"/>
            </a:schemeClr>
          </a:solidFill>
          <a:ln w="635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400">
              <a:solidFill>
                <a:prstClr val="white"/>
              </a:solidFill>
              <a:latin typeface="Aptos" panose="020B0004020202020204" pitchFamily="34" charset="0"/>
              <a:cs typeface="+mn-ea"/>
              <a:sym typeface="+mn-lt"/>
            </a:endParaRPr>
          </a:p>
        </p:txBody>
      </p:sp>
      <p:sp>
        <p:nvSpPr>
          <p:cNvPr id="34" name="等腰三角形 33"/>
          <p:cNvSpPr/>
          <p:nvPr/>
        </p:nvSpPr>
        <p:spPr>
          <a:xfrm rot="15912447" flipH="1">
            <a:off x="312833" y="3857564"/>
            <a:ext cx="339331" cy="237068"/>
          </a:xfrm>
          <a:prstGeom prst="triangle">
            <a:avLst>
              <a:gd name="adj" fmla="val 13076"/>
            </a:avLst>
          </a:prstGeom>
          <a:solidFill>
            <a:schemeClr val="accent3">
              <a:lumMod val="50000"/>
            </a:schemeClr>
          </a:solidFill>
          <a:ln w="635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400">
              <a:solidFill>
                <a:prstClr val="white"/>
              </a:solidFill>
              <a:latin typeface="Aptos" panose="020B0004020202020204" pitchFamily="34" charset="0"/>
              <a:cs typeface="+mn-ea"/>
              <a:sym typeface="+mn-lt"/>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367036" y="218768"/>
            <a:ext cx="1485599" cy="144743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7">
            <a:extLst>
              <a:ext uri="{FF2B5EF4-FFF2-40B4-BE49-F238E27FC236}">
                <a16:creationId xmlns:a16="http://schemas.microsoft.com/office/drawing/2014/main" id="{3C56E54E-B744-42A0-A510-712309CC54D8}"/>
              </a:ext>
            </a:extLst>
          </p:cNvPr>
          <p:cNvSpPr>
            <a:spLocks noChangeArrowheads="1"/>
          </p:cNvSpPr>
          <p:nvPr/>
        </p:nvSpPr>
        <p:spPr bwMode="auto">
          <a:xfrm>
            <a:off x="4192534" y="3771725"/>
            <a:ext cx="3547818" cy="677108"/>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1">
              <a:defRPr/>
            </a:pPr>
            <a:r>
              <a:rPr lang="en-US" altLang="zh-CN" sz="1100" b="1" dirty="0">
                <a:solidFill>
                  <a:srgbClr val="C47500"/>
                </a:solidFill>
                <a:latin typeface="Aptos" panose="020B0004020202020204" pitchFamily="34" charset="0"/>
                <a:cs typeface="+mn-ea"/>
                <a:sym typeface="+mn-lt"/>
              </a:rPr>
              <a:t>Email</a:t>
            </a:r>
            <a:r>
              <a:rPr lang="en-US" altLang="zh-CN" sz="1100" b="1" dirty="0">
                <a:solidFill>
                  <a:srgbClr val="FFC000"/>
                </a:solidFill>
                <a:latin typeface="Aptos" panose="020B0004020202020204" pitchFamily="34" charset="0"/>
                <a:cs typeface="+mn-ea"/>
                <a:sym typeface="+mn-lt"/>
              </a:rPr>
              <a:t> :</a:t>
            </a:r>
            <a:r>
              <a:rPr lang="en-US" altLang="zh-CN" sz="1100" b="1" dirty="0">
                <a:solidFill>
                  <a:schemeClr val="accent5">
                    <a:lumMod val="50000"/>
                  </a:schemeClr>
                </a:solidFill>
                <a:latin typeface="Aptos" panose="020B0004020202020204" pitchFamily="34" charset="0"/>
                <a:cs typeface="+mn-ea"/>
                <a:sym typeface="+mn-lt"/>
              </a:rPr>
              <a:t> </a:t>
            </a:r>
            <a:r>
              <a:rPr lang="zh-CN" altLang="en-US" sz="1100" b="1" dirty="0">
                <a:solidFill>
                  <a:schemeClr val="accent5">
                    <a:lumMod val="50000"/>
                  </a:schemeClr>
                </a:solidFill>
                <a:latin typeface="Aptos" panose="020B0004020202020204" pitchFamily="34" charset="0"/>
                <a:cs typeface="+mn-ea"/>
                <a:sym typeface="+mn-lt"/>
              </a:rPr>
              <a:t>📧 </a:t>
            </a:r>
            <a:r>
              <a:rPr lang="en-US" altLang="zh-CN" sz="1100" b="1" dirty="0">
                <a:solidFill>
                  <a:schemeClr val="accent5">
                    <a:lumMod val="50000"/>
                  </a:schemeClr>
                </a:solidFill>
                <a:latin typeface="Aptos" panose="020B0004020202020204" pitchFamily="34" charset="0"/>
                <a:cs typeface="+mn-ea"/>
                <a:sym typeface="+mn-lt"/>
              </a:rPr>
              <a:t>info@credence.in </a:t>
            </a:r>
          </a:p>
          <a:p>
            <a:pPr lvl="1">
              <a:defRPr/>
            </a:pPr>
            <a:r>
              <a:rPr lang="en-US" altLang="zh-CN" sz="1100" b="1" dirty="0">
                <a:solidFill>
                  <a:srgbClr val="C47500"/>
                </a:solidFill>
                <a:latin typeface="Aptos" panose="020B0004020202020204" pitchFamily="34" charset="0"/>
                <a:cs typeface="+mn-ea"/>
                <a:sym typeface="+mn-lt"/>
              </a:rPr>
              <a:t>Web</a:t>
            </a:r>
            <a:r>
              <a:rPr lang="en-US" altLang="zh-CN" sz="1100" b="1" dirty="0">
                <a:solidFill>
                  <a:srgbClr val="FFC000"/>
                </a:solidFill>
                <a:latin typeface="Aptos" panose="020B0004020202020204" pitchFamily="34" charset="0"/>
                <a:cs typeface="+mn-ea"/>
                <a:sym typeface="+mn-lt"/>
              </a:rPr>
              <a:t> </a:t>
            </a:r>
            <a:r>
              <a:rPr lang="en-US" altLang="zh-CN" sz="1100" b="1" dirty="0">
                <a:solidFill>
                  <a:srgbClr val="C47500"/>
                </a:solidFill>
                <a:latin typeface="Aptos" panose="020B0004020202020204" pitchFamily="34" charset="0"/>
                <a:cs typeface="+mn-ea"/>
                <a:sym typeface="+mn-lt"/>
              </a:rPr>
              <a:t>Site : </a:t>
            </a:r>
            <a:r>
              <a:rPr lang="zh-CN" altLang="en-US" sz="1100" b="1" dirty="0">
                <a:solidFill>
                  <a:schemeClr val="accent5">
                    <a:lumMod val="50000"/>
                  </a:schemeClr>
                </a:solidFill>
                <a:latin typeface="Aptos" panose="020B0004020202020204" pitchFamily="34" charset="0"/>
                <a:cs typeface="+mn-ea"/>
                <a:sym typeface="+mn-lt"/>
              </a:rPr>
              <a:t>🌐 </a:t>
            </a:r>
            <a:r>
              <a:rPr lang="en-US" altLang="zh-CN" sz="1100" b="1" dirty="0">
                <a:solidFill>
                  <a:srgbClr val="002060"/>
                </a:solidFill>
                <a:latin typeface="Aptos" panose="020B0004020202020204" pitchFamily="34" charset="0"/>
                <a:cs typeface="+mn-ea"/>
                <a:sym typeface="+mn-lt"/>
                <a:hlinkClick r:id="rId6">
                  <a:extLst>
                    <a:ext uri="{A12FA001-AC4F-418D-AE19-62706E023703}">
                      <ahyp:hlinkClr xmlns:ahyp="http://schemas.microsoft.com/office/drawing/2018/hyperlinkcolor" val="tx"/>
                    </a:ext>
                  </a:extLst>
                </a:hlinkClick>
              </a:rPr>
              <a:t>www.credence.in</a:t>
            </a:r>
            <a:endParaRPr lang="en-US" altLang="zh-CN" sz="1100" b="1" dirty="0">
              <a:solidFill>
                <a:srgbClr val="002060"/>
              </a:solidFill>
              <a:latin typeface="Aptos" panose="020B0004020202020204" pitchFamily="34" charset="0"/>
              <a:cs typeface="+mn-ea"/>
              <a:sym typeface="+mn-lt"/>
            </a:endParaRPr>
          </a:p>
          <a:p>
            <a:pPr lvl="1">
              <a:defRPr/>
            </a:pPr>
            <a:endParaRPr lang="en-US" altLang="zh-CN" sz="1100" b="1" dirty="0">
              <a:solidFill>
                <a:schemeClr val="accent5">
                  <a:lumMod val="50000"/>
                </a:schemeClr>
              </a:solidFill>
              <a:latin typeface="Aptos" panose="020B0004020202020204" pitchFamily="34" charset="0"/>
              <a:cs typeface="+mn-ea"/>
              <a:sym typeface="+mn-lt"/>
            </a:endParaRPr>
          </a:p>
          <a:p>
            <a:pPr lvl="1">
              <a:defRPr/>
            </a:pPr>
            <a:endParaRPr lang="en-US" altLang="zh-CN" sz="1100" b="1" dirty="0">
              <a:solidFill>
                <a:schemeClr val="accent5">
                  <a:lumMod val="50000"/>
                </a:schemeClr>
              </a:solidFill>
              <a:latin typeface="Aptos" panose="020B0004020202020204" pitchFamily="34" charset="0"/>
              <a:ea typeface="+mn-ea"/>
              <a:cs typeface="+mn-ea"/>
              <a:sym typeface="+mn-lt"/>
            </a:endParaRPr>
          </a:p>
        </p:txBody>
      </p:sp>
      <p:sp>
        <p:nvSpPr>
          <p:cNvPr id="18" name="TextBox 7">
            <a:extLst>
              <a:ext uri="{FF2B5EF4-FFF2-40B4-BE49-F238E27FC236}">
                <a16:creationId xmlns:a16="http://schemas.microsoft.com/office/drawing/2014/main" id="{3C56E54E-B744-42A0-A510-712309CC54D8}"/>
              </a:ext>
            </a:extLst>
          </p:cNvPr>
          <p:cNvSpPr>
            <a:spLocks noChangeArrowheads="1"/>
          </p:cNvSpPr>
          <p:nvPr/>
        </p:nvSpPr>
        <p:spPr bwMode="auto">
          <a:xfrm>
            <a:off x="1331640" y="4539373"/>
            <a:ext cx="5040560" cy="677108"/>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1">
              <a:defRPr/>
            </a:pPr>
            <a:r>
              <a:rPr lang="en-US" altLang="zh-CN" sz="1100" b="1" dirty="0">
                <a:solidFill>
                  <a:srgbClr val="C47500"/>
                </a:solidFill>
                <a:latin typeface="Aptos" panose="020B0004020202020204" pitchFamily="34" charset="0"/>
                <a:cs typeface="+mn-ea"/>
                <a:sym typeface="+mn-lt"/>
              </a:rPr>
              <a:t>Office Address : </a:t>
            </a:r>
            <a:r>
              <a:rPr lang="en-US" altLang="zh-CN" sz="1100" b="1" dirty="0">
                <a:solidFill>
                  <a:srgbClr val="FFC000"/>
                </a:solidFill>
                <a:latin typeface="Aptos" panose="020B0004020202020204" pitchFamily="34" charset="0"/>
                <a:cs typeface="+mn-ea"/>
                <a:sym typeface="+mn-lt"/>
              </a:rPr>
              <a:t> </a:t>
            </a:r>
            <a:r>
              <a:rPr lang="en-US" altLang="zh-CN" sz="1100" b="1" dirty="0">
                <a:solidFill>
                  <a:schemeClr val="accent5">
                    <a:lumMod val="50000"/>
                  </a:schemeClr>
                </a:solidFill>
                <a:latin typeface="Aptos" panose="020B0004020202020204" pitchFamily="34" charset="0"/>
                <a:cs typeface="+mn-ea"/>
                <a:sym typeface="+mn-lt"/>
              </a:rPr>
              <a:t>Indira Heights, Survey no. 34/5,Mohan Nagar, Dhankawadi, Pune, Maharashtra 411043</a:t>
            </a:r>
            <a:endParaRPr lang="zh-CN" altLang="en-US" sz="1100" b="1" dirty="0">
              <a:solidFill>
                <a:schemeClr val="accent5">
                  <a:lumMod val="50000"/>
                </a:schemeClr>
              </a:solidFill>
              <a:latin typeface="Aptos" panose="020B0004020202020204" pitchFamily="34" charset="0"/>
              <a:cs typeface="+mn-ea"/>
              <a:sym typeface="+mn-lt"/>
            </a:endParaRPr>
          </a:p>
          <a:p>
            <a:pPr lvl="1">
              <a:defRPr/>
            </a:pPr>
            <a:endParaRPr lang="en-US" altLang="zh-CN" sz="1100" b="1" dirty="0">
              <a:solidFill>
                <a:schemeClr val="accent5">
                  <a:lumMod val="50000"/>
                </a:schemeClr>
              </a:solidFill>
              <a:latin typeface="Aptos" panose="020B0004020202020204" pitchFamily="34" charset="0"/>
              <a:cs typeface="+mn-ea"/>
              <a:sym typeface="+mn-lt"/>
            </a:endParaRPr>
          </a:p>
          <a:p>
            <a:pPr lvl="1">
              <a:defRPr/>
            </a:pPr>
            <a:endParaRPr lang="en-US" altLang="zh-CN" sz="1100" b="1" dirty="0">
              <a:solidFill>
                <a:schemeClr val="accent5">
                  <a:lumMod val="50000"/>
                </a:schemeClr>
              </a:solidFill>
              <a:latin typeface="Aptos" panose="020B0004020202020204" pitchFamily="34" charset="0"/>
              <a:ea typeface="+mn-ea"/>
              <a:cs typeface="+mn-ea"/>
              <a:sym typeface="+mn-lt"/>
            </a:endParaRPr>
          </a:p>
        </p:txBody>
      </p:sp>
      <p:sp>
        <p:nvSpPr>
          <p:cNvPr id="15" name="TextBox 7">
            <a:extLst>
              <a:ext uri="{FF2B5EF4-FFF2-40B4-BE49-F238E27FC236}">
                <a16:creationId xmlns:a16="http://schemas.microsoft.com/office/drawing/2014/main" id="{3C56E54E-B744-42A0-A510-712309CC54D8}"/>
              </a:ext>
            </a:extLst>
          </p:cNvPr>
          <p:cNvSpPr>
            <a:spLocks noChangeArrowheads="1"/>
          </p:cNvSpPr>
          <p:nvPr/>
        </p:nvSpPr>
        <p:spPr bwMode="auto">
          <a:xfrm>
            <a:off x="679394" y="2838973"/>
            <a:ext cx="7560840" cy="43088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lvl="1" algn="ctr">
              <a:defRPr/>
            </a:pPr>
            <a:r>
              <a:rPr lang="en-US" sz="2800" b="1" dirty="0">
                <a:solidFill>
                  <a:srgbClr val="C47500"/>
                </a:solidFill>
                <a:effectLst>
                  <a:glow rad="25400">
                    <a:srgbClr val="BD582C">
                      <a:satMod val="175000"/>
                      <a:alpha val="40000"/>
                    </a:srgbClr>
                  </a:glow>
                </a:effectLst>
                <a:latin typeface="Aptos" panose="020B0004020202020204" pitchFamily="34" charset="0"/>
              </a:rPr>
              <a:t>Sunday, 12th Oct 2025</a:t>
            </a:r>
          </a:p>
        </p:txBody>
      </p:sp>
    </p:spTree>
    <p:custDataLst>
      <p:tags r:id="rId2"/>
    </p:custDataLst>
    <p:extLst>
      <p:ext uri="{BB962C8B-B14F-4D97-AF65-F5344CB8AC3E}">
        <p14:creationId xmlns:p14="http://schemas.microsoft.com/office/powerpoint/2010/main" val="2831181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ppt_x</p:attrName>
                                        </p:attrNameLst>
                                      </p:cBhvr>
                                      <p:tavLst>
                                        <p:tav tm="0">
                                          <p:val>
                                            <p:strVal val="#ppt_x"/>
                                          </p:val>
                                        </p:tav>
                                        <p:tav tm="100000">
                                          <p:val>
                                            <p:strVal val="#ppt_x"/>
                                          </p:val>
                                        </p:tav>
                                      </p:tavLst>
                                    </p:anim>
                                    <p:anim calcmode="lin" valueType="num">
                                      <p:cBhvr>
                                        <p:cTn id="9" dur="2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4" presetClass="emph" presetSubtype="0" fill="hold" grpId="0" nodeType="clickEffect">
                                  <p:stCondLst>
                                    <p:cond delay="0"/>
                                  </p:stCondLst>
                                  <p:iterate type="lt">
                                    <p:tmPct val="10000"/>
                                  </p:iterate>
                                  <p:childTnLst>
                                    <p:animMotion origin="layout" path="M 1.38889E-6 7.40741E-7 L 1.38889E-6 -0.07222 " pathEditMode="relative" rAng="0" ptsTypes="AA">
                                      <p:cBhvr>
                                        <p:cTn id="13" dur="250" accel="50000" decel="50000" autoRev="1" fill="hold">
                                          <p:stCondLst>
                                            <p:cond delay="0"/>
                                          </p:stCondLst>
                                        </p:cTn>
                                        <p:tgtEl>
                                          <p:spTgt spid="22"/>
                                        </p:tgtEl>
                                        <p:attrNameLst>
                                          <p:attrName>ppt_x</p:attrName>
                                          <p:attrName>ppt_y</p:attrName>
                                        </p:attrNameLst>
                                      </p:cBhvr>
                                      <p:rCtr x="0" y="-3611"/>
                                    </p:animMotion>
                                    <p:animRot by="1500000">
                                      <p:cBhvr>
                                        <p:cTn id="14" dur="125" fill="hold">
                                          <p:stCondLst>
                                            <p:cond delay="0"/>
                                          </p:stCondLst>
                                        </p:cTn>
                                        <p:tgtEl>
                                          <p:spTgt spid="22"/>
                                        </p:tgtEl>
                                        <p:attrNameLst>
                                          <p:attrName>r</p:attrName>
                                        </p:attrNameLst>
                                      </p:cBhvr>
                                    </p:animRot>
                                    <p:animRot by="-1500000">
                                      <p:cBhvr>
                                        <p:cTn id="15" dur="125" fill="hold">
                                          <p:stCondLst>
                                            <p:cond delay="125"/>
                                          </p:stCondLst>
                                        </p:cTn>
                                        <p:tgtEl>
                                          <p:spTgt spid="22"/>
                                        </p:tgtEl>
                                        <p:attrNameLst>
                                          <p:attrName>r</p:attrName>
                                        </p:attrNameLst>
                                      </p:cBhvr>
                                    </p:animRot>
                                    <p:animRot by="-1500000">
                                      <p:cBhvr>
                                        <p:cTn id="16" dur="125" fill="hold">
                                          <p:stCondLst>
                                            <p:cond delay="250"/>
                                          </p:stCondLst>
                                        </p:cTn>
                                        <p:tgtEl>
                                          <p:spTgt spid="22"/>
                                        </p:tgtEl>
                                        <p:attrNameLst>
                                          <p:attrName>r</p:attrName>
                                        </p:attrNameLst>
                                      </p:cBhvr>
                                    </p:animRot>
                                    <p:animRot by="1500000">
                                      <p:cBhvr>
                                        <p:cTn id="17" dur="125" fill="hold">
                                          <p:stCondLst>
                                            <p:cond delay="375"/>
                                          </p:stCondLst>
                                        </p:cTn>
                                        <p:tgtEl>
                                          <p:spTgt spid="22"/>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1"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down)">
                                      <p:cBhvr>
                                        <p:cTn id="27" dur="500"/>
                                        <p:tgtEl>
                                          <p:spTgt spid="24"/>
                                        </p:tgtEl>
                                      </p:cBhvr>
                                    </p:animEffec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down)">
                                      <p:cBhvr>
                                        <p:cTn id="31" dur="500"/>
                                        <p:tgtEl>
                                          <p:spTgt spid="16"/>
                                        </p:tgtEl>
                                      </p:cBhvr>
                                    </p:animEffect>
                                  </p:childTnLst>
                                </p:cTn>
                              </p:par>
                            </p:childTnLst>
                          </p:cTn>
                        </p:par>
                        <p:par>
                          <p:cTn id="32" fill="hold">
                            <p:stCondLst>
                              <p:cond delay="1000"/>
                            </p:stCondLst>
                            <p:childTnLst>
                              <p:par>
                                <p:cTn id="33" presetID="49" presetClass="entr" presetSubtype="0" decel="10000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p:cTn id="35" dur="500" fill="hold"/>
                                        <p:tgtEl>
                                          <p:spTgt spid="30"/>
                                        </p:tgtEl>
                                        <p:attrNameLst>
                                          <p:attrName>ppt_w</p:attrName>
                                        </p:attrNameLst>
                                      </p:cBhvr>
                                      <p:tavLst>
                                        <p:tav tm="0">
                                          <p:val>
                                            <p:fltVal val="0"/>
                                          </p:val>
                                        </p:tav>
                                        <p:tav tm="100000">
                                          <p:val>
                                            <p:strVal val="#ppt_w"/>
                                          </p:val>
                                        </p:tav>
                                      </p:tavLst>
                                    </p:anim>
                                    <p:anim calcmode="lin" valueType="num">
                                      <p:cBhvr>
                                        <p:cTn id="36" dur="500" fill="hold"/>
                                        <p:tgtEl>
                                          <p:spTgt spid="30"/>
                                        </p:tgtEl>
                                        <p:attrNameLst>
                                          <p:attrName>ppt_h</p:attrName>
                                        </p:attrNameLst>
                                      </p:cBhvr>
                                      <p:tavLst>
                                        <p:tav tm="0">
                                          <p:val>
                                            <p:fltVal val="0"/>
                                          </p:val>
                                        </p:tav>
                                        <p:tav tm="100000">
                                          <p:val>
                                            <p:strVal val="#ppt_h"/>
                                          </p:val>
                                        </p:tav>
                                      </p:tavLst>
                                    </p:anim>
                                    <p:anim calcmode="lin" valueType="num">
                                      <p:cBhvr>
                                        <p:cTn id="37" dur="500" fill="hold"/>
                                        <p:tgtEl>
                                          <p:spTgt spid="30"/>
                                        </p:tgtEl>
                                        <p:attrNameLst>
                                          <p:attrName>style.rotation</p:attrName>
                                        </p:attrNameLst>
                                      </p:cBhvr>
                                      <p:tavLst>
                                        <p:tav tm="0">
                                          <p:val>
                                            <p:fltVal val="360"/>
                                          </p:val>
                                        </p:tav>
                                        <p:tav tm="100000">
                                          <p:val>
                                            <p:fltVal val="0"/>
                                          </p:val>
                                        </p:tav>
                                      </p:tavLst>
                                    </p:anim>
                                    <p:animEffect transition="in" filter="fade">
                                      <p:cBhvr>
                                        <p:cTn id="38" dur="500"/>
                                        <p:tgtEl>
                                          <p:spTgt spid="30"/>
                                        </p:tgtEl>
                                      </p:cBhvr>
                                    </p:animEffect>
                                  </p:childTnLst>
                                </p:cTn>
                              </p:par>
                            </p:childTnLst>
                          </p:cTn>
                        </p:par>
                        <p:par>
                          <p:cTn id="39" fill="hold">
                            <p:stCondLst>
                              <p:cond delay="1500"/>
                            </p:stCondLst>
                            <p:childTnLst>
                              <p:par>
                                <p:cTn id="40" presetID="49" presetClass="entr" presetSubtype="0" decel="100000" fill="hold" grpId="0" nodeType="after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p:cTn id="42" dur="500" fill="hold"/>
                                        <p:tgtEl>
                                          <p:spTgt spid="32"/>
                                        </p:tgtEl>
                                        <p:attrNameLst>
                                          <p:attrName>ppt_w</p:attrName>
                                        </p:attrNameLst>
                                      </p:cBhvr>
                                      <p:tavLst>
                                        <p:tav tm="0">
                                          <p:val>
                                            <p:fltVal val="0"/>
                                          </p:val>
                                        </p:tav>
                                        <p:tav tm="100000">
                                          <p:val>
                                            <p:strVal val="#ppt_w"/>
                                          </p:val>
                                        </p:tav>
                                      </p:tavLst>
                                    </p:anim>
                                    <p:anim calcmode="lin" valueType="num">
                                      <p:cBhvr>
                                        <p:cTn id="43" dur="500" fill="hold"/>
                                        <p:tgtEl>
                                          <p:spTgt spid="32"/>
                                        </p:tgtEl>
                                        <p:attrNameLst>
                                          <p:attrName>ppt_h</p:attrName>
                                        </p:attrNameLst>
                                      </p:cBhvr>
                                      <p:tavLst>
                                        <p:tav tm="0">
                                          <p:val>
                                            <p:fltVal val="0"/>
                                          </p:val>
                                        </p:tav>
                                        <p:tav tm="100000">
                                          <p:val>
                                            <p:strVal val="#ppt_h"/>
                                          </p:val>
                                        </p:tav>
                                      </p:tavLst>
                                    </p:anim>
                                    <p:anim calcmode="lin" valueType="num">
                                      <p:cBhvr>
                                        <p:cTn id="44" dur="500" fill="hold"/>
                                        <p:tgtEl>
                                          <p:spTgt spid="32"/>
                                        </p:tgtEl>
                                        <p:attrNameLst>
                                          <p:attrName>style.rotation</p:attrName>
                                        </p:attrNameLst>
                                      </p:cBhvr>
                                      <p:tavLst>
                                        <p:tav tm="0">
                                          <p:val>
                                            <p:fltVal val="360"/>
                                          </p:val>
                                        </p:tav>
                                        <p:tav tm="100000">
                                          <p:val>
                                            <p:fltVal val="0"/>
                                          </p:val>
                                        </p:tav>
                                      </p:tavLst>
                                    </p:anim>
                                    <p:animEffect transition="in" filter="fade">
                                      <p:cBhvr>
                                        <p:cTn id="45" dur="500"/>
                                        <p:tgtEl>
                                          <p:spTgt spid="32"/>
                                        </p:tgtEl>
                                      </p:cBhvr>
                                    </p:animEffect>
                                  </p:childTnLst>
                                </p:cTn>
                              </p:par>
                            </p:childTnLst>
                          </p:cTn>
                        </p:par>
                        <p:par>
                          <p:cTn id="46" fill="hold">
                            <p:stCondLst>
                              <p:cond delay="2000"/>
                            </p:stCondLst>
                            <p:childTnLst>
                              <p:par>
                                <p:cTn id="47" presetID="49" presetClass="entr" presetSubtype="0" decel="100000" fill="hold" grpId="0" nodeType="after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p:cTn id="49" dur="500" fill="hold"/>
                                        <p:tgtEl>
                                          <p:spTgt spid="33"/>
                                        </p:tgtEl>
                                        <p:attrNameLst>
                                          <p:attrName>ppt_w</p:attrName>
                                        </p:attrNameLst>
                                      </p:cBhvr>
                                      <p:tavLst>
                                        <p:tav tm="0">
                                          <p:val>
                                            <p:fltVal val="0"/>
                                          </p:val>
                                        </p:tav>
                                        <p:tav tm="100000">
                                          <p:val>
                                            <p:strVal val="#ppt_w"/>
                                          </p:val>
                                        </p:tav>
                                      </p:tavLst>
                                    </p:anim>
                                    <p:anim calcmode="lin" valueType="num">
                                      <p:cBhvr>
                                        <p:cTn id="50" dur="500" fill="hold"/>
                                        <p:tgtEl>
                                          <p:spTgt spid="33"/>
                                        </p:tgtEl>
                                        <p:attrNameLst>
                                          <p:attrName>ppt_h</p:attrName>
                                        </p:attrNameLst>
                                      </p:cBhvr>
                                      <p:tavLst>
                                        <p:tav tm="0">
                                          <p:val>
                                            <p:fltVal val="0"/>
                                          </p:val>
                                        </p:tav>
                                        <p:tav tm="100000">
                                          <p:val>
                                            <p:strVal val="#ppt_h"/>
                                          </p:val>
                                        </p:tav>
                                      </p:tavLst>
                                    </p:anim>
                                    <p:anim calcmode="lin" valueType="num">
                                      <p:cBhvr>
                                        <p:cTn id="51" dur="500" fill="hold"/>
                                        <p:tgtEl>
                                          <p:spTgt spid="33"/>
                                        </p:tgtEl>
                                        <p:attrNameLst>
                                          <p:attrName>style.rotation</p:attrName>
                                        </p:attrNameLst>
                                      </p:cBhvr>
                                      <p:tavLst>
                                        <p:tav tm="0">
                                          <p:val>
                                            <p:fltVal val="360"/>
                                          </p:val>
                                        </p:tav>
                                        <p:tav tm="100000">
                                          <p:val>
                                            <p:fltVal val="0"/>
                                          </p:val>
                                        </p:tav>
                                      </p:tavLst>
                                    </p:anim>
                                    <p:animEffect transition="in" filter="fade">
                                      <p:cBhvr>
                                        <p:cTn id="52" dur="500"/>
                                        <p:tgtEl>
                                          <p:spTgt spid="33"/>
                                        </p:tgtEl>
                                      </p:cBhvr>
                                    </p:animEffect>
                                  </p:childTnLst>
                                </p:cTn>
                              </p:par>
                            </p:childTnLst>
                          </p:cTn>
                        </p:par>
                        <p:par>
                          <p:cTn id="53" fill="hold">
                            <p:stCondLst>
                              <p:cond delay="2500"/>
                            </p:stCondLst>
                            <p:childTnLst>
                              <p:par>
                                <p:cTn id="54" presetID="49" presetClass="entr" presetSubtype="0" decel="100000" fill="hold" grpId="0" nodeType="afterEffect">
                                  <p:stCondLst>
                                    <p:cond delay="0"/>
                                  </p:stCondLst>
                                  <p:childTnLst>
                                    <p:set>
                                      <p:cBhvr>
                                        <p:cTn id="55" dur="1" fill="hold">
                                          <p:stCondLst>
                                            <p:cond delay="0"/>
                                          </p:stCondLst>
                                        </p:cTn>
                                        <p:tgtEl>
                                          <p:spTgt spid="34"/>
                                        </p:tgtEl>
                                        <p:attrNameLst>
                                          <p:attrName>style.visibility</p:attrName>
                                        </p:attrNameLst>
                                      </p:cBhvr>
                                      <p:to>
                                        <p:strVal val="visible"/>
                                      </p:to>
                                    </p:set>
                                    <p:anim calcmode="lin" valueType="num">
                                      <p:cBhvr>
                                        <p:cTn id="56" dur="500" fill="hold"/>
                                        <p:tgtEl>
                                          <p:spTgt spid="34"/>
                                        </p:tgtEl>
                                        <p:attrNameLst>
                                          <p:attrName>ppt_w</p:attrName>
                                        </p:attrNameLst>
                                      </p:cBhvr>
                                      <p:tavLst>
                                        <p:tav tm="0">
                                          <p:val>
                                            <p:fltVal val="0"/>
                                          </p:val>
                                        </p:tav>
                                        <p:tav tm="100000">
                                          <p:val>
                                            <p:strVal val="#ppt_w"/>
                                          </p:val>
                                        </p:tav>
                                      </p:tavLst>
                                    </p:anim>
                                    <p:anim calcmode="lin" valueType="num">
                                      <p:cBhvr>
                                        <p:cTn id="57" dur="500" fill="hold"/>
                                        <p:tgtEl>
                                          <p:spTgt spid="34"/>
                                        </p:tgtEl>
                                        <p:attrNameLst>
                                          <p:attrName>ppt_h</p:attrName>
                                        </p:attrNameLst>
                                      </p:cBhvr>
                                      <p:tavLst>
                                        <p:tav tm="0">
                                          <p:val>
                                            <p:fltVal val="0"/>
                                          </p:val>
                                        </p:tav>
                                        <p:tav tm="100000">
                                          <p:val>
                                            <p:strVal val="#ppt_h"/>
                                          </p:val>
                                        </p:tav>
                                      </p:tavLst>
                                    </p:anim>
                                    <p:anim calcmode="lin" valueType="num">
                                      <p:cBhvr>
                                        <p:cTn id="58" dur="500" fill="hold"/>
                                        <p:tgtEl>
                                          <p:spTgt spid="34"/>
                                        </p:tgtEl>
                                        <p:attrNameLst>
                                          <p:attrName>style.rotation</p:attrName>
                                        </p:attrNameLst>
                                      </p:cBhvr>
                                      <p:tavLst>
                                        <p:tav tm="0">
                                          <p:val>
                                            <p:fltVal val="360"/>
                                          </p:val>
                                        </p:tav>
                                        <p:tav tm="100000">
                                          <p:val>
                                            <p:fltVal val="0"/>
                                          </p:val>
                                        </p:tav>
                                      </p:tavLst>
                                    </p:anim>
                                    <p:animEffect transition="in" filter="fade">
                                      <p:cBhvr>
                                        <p:cTn id="59" dur="5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18" presetClass="emph" presetSubtype="0" fill="hold" grpId="0" nodeType="clickEffect">
                                  <p:stCondLst>
                                    <p:cond delay="0"/>
                                  </p:stCondLst>
                                  <p:iterate type="lt">
                                    <p:tmPct val="4000"/>
                                  </p:iterate>
                                  <p:childTnLst>
                                    <p:set>
                                      <p:cBhvr override="childStyle">
                                        <p:cTn id="63" dur="1000" fill="hold"/>
                                        <p:tgtEl>
                                          <p:spTgt spid="29"/>
                                        </p:tgtEl>
                                        <p:attrNameLst>
                                          <p:attrName>style.textDecorationUnderline</p:attrName>
                                        </p:attrNameLst>
                                      </p:cBhvr>
                                      <p:to>
                                        <p:strVal val="true"/>
                                      </p:to>
                                    </p:set>
                                  </p:childTnLst>
                                </p:cTn>
                              </p:par>
                            </p:childTnLst>
                          </p:cTn>
                        </p:par>
                      </p:childTnLst>
                    </p:cTn>
                  </p:par>
                  <p:par>
                    <p:cTn id="64" fill="hold">
                      <p:stCondLst>
                        <p:cond delay="indefinite"/>
                      </p:stCondLst>
                      <p:childTnLst>
                        <p:par>
                          <p:cTn id="65" fill="hold">
                            <p:stCondLst>
                              <p:cond delay="0"/>
                            </p:stCondLst>
                            <p:childTnLst>
                              <p:par>
                                <p:cTn id="66" presetID="18" presetClass="emph" presetSubtype="0" fill="hold" grpId="0" nodeType="clickEffect">
                                  <p:stCondLst>
                                    <p:cond delay="0"/>
                                  </p:stCondLst>
                                  <p:iterate type="lt">
                                    <p:tmPct val="4000"/>
                                  </p:iterate>
                                  <p:childTnLst>
                                    <p:set>
                                      <p:cBhvr override="childStyle">
                                        <p:cTn id="67" dur="1000" fill="hold"/>
                                        <p:tgtEl>
                                          <p:spTgt spid="15"/>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1"/>
      <p:bldP spid="29" grpId="0"/>
      <p:bldP spid="30" grpId="0" animBg="1"/>
      <p:bldP spid="32" grpId="0" animBg="1"/>
      <p:bldP spid="33" grpId="0" animBg="1"/>
      <p:bldP spid="34" grpId="0" animBg="1"/>
      <p:bldP spid="16" grpId="0"/>
      <p:bldP spid="18"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4"/>
          <a:stretch>
            <a:fillRect/>
          </a:stretch>
        </p:blipFill>
        <p:spPr>
          <a:xfrm>
            <a:off x="-1044624" y="1936685"/>
            <a:ext cx="890685" cy="1014036"/>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36" name="图片 35"/>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1170979" flipH="1">
            <a:off x="533191" y="392896"/>
            <a:ext cx="1900710" cy="1614432"/>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7" name="TextBox 5">
            <a:extLst>
              <a:ext uri="{FF2B5EF4-FFF2-40B4-BE49-F238E27FC236}">
                <a16:creationId xmlns:a16="http://schemas.microsoft.com/office/drawing/2014/main" id="{A67E89B6-D691-406B-A764-4CB287726FFC}"/>
              </a:ext>
            </a:extLst>
          </p:cNvPr>
          <p:cNvSpPr txBox="1"/>
          <p:nvPr/>
        </p:nvSpPr>
        <p:spPr>
          <a:xfrm rot="3372485">
            <a:off x="974186" y="1045804"/>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a:bodyPr>
          <a:lstStyle/>
          <a:p>
            <a:r>
              <a:rPr lang="tr-TR" altLang="zh-CN" sz="2800" b="1" dirty="0">
                <a:solidFill>
                  <a:schemeClr val="bg1"/>
                </a:solidFill>
                <a:latin typeface="Aptos" panose="020B0004020202020204" pitchFamily="34" charset="0"/>
                <a:ea typeface="+mn-ea"/>
                <a:cs typeface="+mn-ea"/>
                <a:sym typeface="+mn-lt"/>
              </a:rPr>
              <a:t>C</a:t>
            </a:r>
            <a:r>
              <a:rPr lang="en-US" altLang="zh-CN" sz="1400" b="1" dirty="0">
                <a:solidFill>
                  <a:schemeClr val="bg1"/>
                </a:solidFill>
                <a:latin typeface="Aptos" panose="020B0004020202020204" pitchFamily="34" charset="0"/>
                <a:ea typeface="+mn-ea"/>
                <a:cs typeface="+mn-ea"/>
                <a:sym typeface="+mn-lt"/>
              </a:rPr>
              <a:t>ONTENTS</a:t>
            </a:r>
          </a:p>
        </p:txBody>
      </p:sp>
      <p:sp>
        <p:nvSpPr>
          <p:cNvPr id="5" name="矩形 4"/>
          <p:cNvSpPr/>
          <p:nvPr/>
        </p:nvSpPr>
        <p:spPr>
          <a:xfrm>
            <a:off x="894037" y="564097"/>
            <a:ext cx="1143183" cy="1788690"/>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ptos" panose="020B0004020202020204" pitchFamily="34" charset="0"/>
              <a:cs typeface="+mn-ea"/>
              <a:sym typeface="+mn-lt"/>
            </a:endParaRPr>
          </a:p>
        </p:txBody>
      </p:sp>
      <p:pic>
        <p:nvPicPr>
          <p:cNvPr id="37" name="图片 36"/>
          <p:cNvPicPr>
            <a:picLocks noChangeAspect="1"/>
          </p:cNvPicPr>
          <p:nvPr/>
        </p:nvPicPr>
        <p:blipFill>
          <a:blip r:embed="rId7" cstate="screen">
            <a:extLst>
              <a:ext uri="{BEBA8EAE-BF5A-486C-A8C5-ECC9F3942E4B}">
                <a14:imgProps xmlns:a14="http://schemas.microsoft.com/office/drawing/2010/main">
                  <a14:imgLayer r:embed="rId8">
                    <a14:imgEffect>
                      <a14:artisticGlowEdges/>
                    </a14:imgEffect>
                  </a14:imgLayer>
                </a14:imgProps>
              </a:ext>
              <a:ext uri="{28A0092B-C50C-407E-A947-70E740481C1C}">
                <a14:useLocalDpi xmlns:a14="http://schemas.microsoft.com/office/drawing/2010/main"/>
              </a:ext>
            </a:extLst>
          </a:blip>
          <a:srcRect/>
          <a:stretch>
            <a:fillRect/>
          </a:stretch>
        </p:blipFill>
        <p:spPr>
          <a:xfrm rot="17263841" flipH="1">
            <a:off x="343938" y="1586103"/>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17" name="图片 36"/>
          <p:cNvPicPr>
            <a:picLocks noChangeAspect="1"/>
          </p:cNvPicPr>
          <p:nvPr/>
        </p:nvPicPr>
        <p:blipFill>
          <a:blip r:embed="rId7" cstate="screen">
            <a:extLst>
              <a:ext uri="{BEBA8EAE-BF5A-486C-A8C5-ECC9F3942E4B}">
                <a14:imgProps xmlns:a14="http://schemas.microsoft.com/office/drawing/2010/main">
                  <a14:imgLayer r:embed="rId8">
                    <a14:imgEffect>
                      <a14:artisticGlowEdges/>
                    </a14:imgEffect>
                  </a14:imgLayer>
                </a14:imgProps>
              </a:ext>
              <a:ext uri="{28A0092B-C50C-407E-A947-70E740481C1C}">
                <a14:useLocalDpi xmlns:a14="http://schemas.microsoft.com/office/drawing/2010/main"/>
              </a:ext>
            </a:extLst>
          </a:blip>
          <a:srcRect/>
          <a:stretch>
            <a:fillRect/>
          </a:stretch>
        </p:blipFill>
        <p:spPr>
          <a:xfrm rot="6425994" flipH="1">
            <a:off x="537371" y="3936435"/>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3" name="Title 2">
            <a:extLst>
              <a:ext uri="{FF2B5EF4-FFF2-40B4-BE49-F238E27FC236}">
                <a16:creationId xmlns:a16="http://schemas.microsoft.com/office/drawing/2014/main" id="{0392415B-EF77-866D-1D09-AC5A434D0D93}"/>
              </a:ext>
            </a:extLst>
          </p:cNvPr>
          <p:cNvSpPr>
            <a:spLocks noGrp="1"/>
          </p:cNvSpPr>
          <p:nvPr>
            <p:ph type="title"/>
          </p:nvPr>
        </p:nvSpPr>
        <p:spPr>
          <a:xfrm>
            <a:off x="2267744" y="151089"/>
            <a:ext cx="2808312" cy="4682215"/>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algn="l"/>
            <a:r>
              <a:rPr lang="en-US" sz="1400" b="1" dirty="0">
                <a:solidFill>
                  <a:schemeClr val="accent1">
                    <a:lumMod val="50000"/>
                  </a:schemeClr>
                </a:solidFill>
                <a:latin typeface="Aptos" panose="020B0004020202020204" pitchFamily="34" charset="0"/>
              </a:rPr>
              <a:t>01</a:t>
            </a:r>
            <a:r>
              <a:rPr lang="en-US" sz="1400" b="1" dirty="0">
                <a:solidFill>
                  <a:srgbClr val="C47500"/>
                </a:solidFill>
                <a:latin typeface="Aptos" panose="020B0004020202020204" pitchFamily="34" charset="0"/>
              </a:rPr>
              <a:t>. About Software Industry and Software Testing</a:t>
            </a:r>
            <a:br>
              <a:rPr lang="en-US" sz="1100" b="1" dirty="0">
                <a:latin typeface="Aptos" panose="020B0004020202020204" pitchFamily="34" charset="0"/>
              </a:rPr>
            </a:br>
            <a:r>
              <a:rPr lang="en-US" sz="1000" dirty="0">
                <a:solidFill>
                  <a:schemeClr val="accent1">
                    <a:lumMod val="50000"/>
                  </a:schemeClr>
                </a:solidFill>
                <a:latin typeface="Aptos" panose="020B0004020202020204" pitchFamily="34" charset="0"/>
              </a:rPr>
              <a:t>Overview of the software industry and the critical role of testing in ensuring quality</a:t>
            </a:r>
            <a:r>
              <a:rPr lang="en-US" sz="1100" dirty="0">
                <a:latin typeface="Aptos" panose="020B0004020202020204" pitchFamily="34" charset="0"/>
              </a:rPr>
              <a:t>.</a:t>
            </a:r>
            <a:br>
              <a:rPr lang="en-US" sz="1100" dirty="0">
                <a:latin typeface="Aptos" panose="020B0004020202020204" pitchFamily="34" charset="0"/>
              </a:rPr>
            </a:br>
            <a:r>
              <a:rPr lang="en-US" sz="1400" b="1" dirty="0">
                <a:solidFill>
                  <a:schemeClr val="accent1">
                    <a:lumMod val="50000"/>
                  </a:schemeClr>
                </a:solidFill>
                <a:latin typeface="Aptos" panose="020B0004020202020204" pitchFamily="34" charset="0"/>
              </a:rPr>
              <a:t>02</a:t>
            </a:r>
            <a:r>
              <a:rPr lang="en-US" sz="1400" b="1" dirty="0">
                <a:solidFill>
                  <a:srgbClr val="C47500"/>
                </a:solidFill>
                <a:latin typeface="Aptos" panose="020B0004020202020204" pitchFamily="34" charset="0"/>
              </a:rPr>
              <a:t>. Technical Training and On-Job Training</a:t>
            </a:r>
            <a:br>
              <a:rPr lang="en-US" sz="1100" b="1" dirty="0">
                <a:latin typeface="Aptos" panose="020B0004020202020204" pitchFamily="34" charset="0"/>
              </a:rPr>
            </a:br>
            <a:r>
              <a:rPr lang="en-US" sz="1000" dirty="0">
                <a:solidFill>
                  <a:schemeClr val="accent1">
                    <a:lumMod val="50000"/>
                  </a:schemeClr>
                </a:solidFill>
                <a:latin typeface="Aptos" panose="020B0004020202020204" pitchFamily="34" charset="0"/>
              </a:rPr>
              <a:t>Hands-on training in software testing tools and real-world scenarios</a:t>
            </a:r>
            <a:r>
              <a:rPr lang="en-US" sz="1100" dirty="0">
                <a:latin typeface="Aptos" panose="020B0004020202020204" pitchFamily="34" charset="0"/>
              </a:rPr>
              <a:t>.</a:t>
            </a:r>
            <a:br>
              <a:rPr lang="en-US" sz="1400" dirty="0">
                <a:latin typeface="Aptos" panose="020B0004020202020204" pitchFamily="34" charset="0"/>
              </a:rPr>
            </a:br>
            <a:r>
              <a:rPr lang="en-US" sz="1400" b="1" dirty="0">
                <a:solidFill>
                  <a:schemeClr val="accent1">
                    <a:lumMod val="50000"/>
                  </a:schemeClr>
                </a:solidFill>
                <a:latin typeface="Aptos" panose="020B0004020202020204" pitchFamily="34" charset="0"/>
              </a:rPr>
              <a:t>03</a:t>
            </a:r>
            <a:r>
              <a:rPr lang="en-US" sz="1400" b="1" dirty="0">
                <a:solidFill>
                  <a:srgbClr val="C47500"/>
                </a:solidFill>
                <a:latin typeface="Aptos" panose="020B0004020202020204" pitchFamily="34" charset="0"/>
              </a:rPr>
              <a:t>. Interview Training</a:t>
            </a:r>
            <a:br>
              <a:rPr lang="en-US" sz="1100" b="1" dirty="0">
                <a:latin typeface="Aptos" panose="020B0004020202020204" pitchFamily="34" charset="0"/>
              </a:rPr>
            </a:br>
            <a:r>
              <a:rPr lang="en-US" sz="1000" dirty="0">
                <a:solidFill>
                  <a:schemeClr val="accent1">
                    <a:lumMod val="50000"/>
                  </a:schemeClr>
                </a:solidFill>
                <a:latin typeface="Aptos" panose="020B0004020202020204" pitchFamily="34" charset="0"/>
              </a:rPr>
              <a:t>Comprehensive preparation for interviews to boost confidence and communication.</a:t>
            </a:r>
            <a:br>
              <a:rPr lang="en-US" sz="1000" dirty="0">
                <a:latin typeface="Aptos" panose="020B0004020202020204" pitchFamily="34" charset="0"/>
              </a:rPr>
            </a:br>
            <a:r>
              <a:rPr lang="en-US" sz="1400" b="1" dirty="0">
                <a:solidFill>
                  <a:schemeClr val="accent1">
                    <a:lumMod val="50000"/>
                  </a:schemeClr>
                </a:solidFill>
                <a:latin typeface="Aptos" panose="020B0004020202020204" pitchFamily="34" charset="0"/>
              </a:rPr>
              <a:t>04</a:t>
            </a:r>
            <a:r>
              <a:rPr lang="en-US" sz="1400" b="1" dirty="0">
                <a:solidFill>
                  <a:srgbClr val="C47500"/>
                </a:solidFill>
                <a:latin typeface="Aptos" panose="020B0004020202020204" pitchFamily="34" charset="0"/>
              </a:rPr>
              <a:t>. Personalized Resume Designing</a:t>
            </a:r>
            <a:br>
              <a:rPr lang="en-US" sz="1100" b="1" dirty="0">
                <a:latin typeface="Aptos" panose="020B0004020202020204" pitchFamily="34" charset="0"/>
              </a:rPr>
            </a:br>
            <a:r>
              <a:rPr lang="en-US" sz="1000" dirty="0">
                <a:solidFill>
                  <a:schemeClr val="accent1">
                    <a:lumMod val="50000"/>
                  </a:schemeClr>
                </a:solidFill>
                <a:latin typeface="Aptos" panose="020B0004020202020204" pitchFamily="34" charset="0"/>
              </a:rPr>
              <a:t>Resume designing process </a:t>
            </a:r>
            <a:br>
              <a:rPr lang="en-US" sz="1100" dirty="0">
                <a:latin typeface="Aptos" panose="020B0004020202020204" pitchFamily="34" charset="0"/>
              </a:rPr>
            </a:br>
            <a:r>
              <a:rPr lang="en-US" sz="1400" b="1" dirty="0">
                <a:solidFill>
                  <a:schemeClr val="accent1">
                    <a:lumMod val="50000"/>
                  </a:schemeClr>
                </a:solidFill>
                <a:latin typeface="Aptos" panose="020B0004020202020204" pitchFamily="34" charset="0"/>
              </a:rPr>
              <a:t>05</a:t>
            </a:r>
            <a:r>
              <a:rPr lang="en-US" sz="1400" b="1" dirty="0">
                <a:solidFill>
                  <a:srgbClr val="C47500"/>
                </a:solidFill>
                <a:latin typeface="Aptos" panose="020B0004020202020204" pitchFamily="34" charset="0"/>
              </a:rPr>
              <a:t>. Interview Calls</a:t>
            </a:r>
            <a:br>
              <a:rPr lang="en-US" sz="1100" b="1" dirty="0">
                <a:latin typeface="Aptos" panose="020B0004020202020204" pitchFamily="34" charset="0"/>
              </a:rPr>
            </a:br>
            <a:r>
              <a:rPr lang="en-US" sz="1000" dirty="0">
                <a:solidFill>
                  <a:schemeClr val="accent1">
                    <a:lumMod val="50000"/>
                  </a:schemeClr>
                </a:solidFill>
                <a:latin typeface="Aptos" panose="020B0004020202020204" pitchFamily="34" charset="0"/>
              </a:rPr>
              <a:t>Access to job opportunities with guidance for successful interviews.</a:t>
            </a:r>
            <a:br>
              <a:rPr lang="en-US" sz="1100" dirty="0">
                <a:latin typeface="Aptos" panose="020B0004020202020204" pitchFamily="34" charset="0"/>
              </a:rPr>
            </a:br>
            <a:r>
              <a:rPr lang="en-US" sz="1400" b="1" dirty="0">
                <a:solidFill>
                  <a:schemeClr val="accent1">
                    <a:lumMod val="50000"/>
                  </a:schemeClr>
                </a:solidFill>
                <a:latin typeface="Aptos" panose="020B0004020202020204" pitchFamily="34" charset="0"/>
              </a:rPr>
              <a:t>06</a:t>
            </a:r>
            <a:r>
              <a:rPr lang="en-US" sz="1400" b="1" dirty="0">
                <a:solidFill>
                  <a:srgbClr val="C47500"/>
                </a:solidFill>
                <a:latin typeface="Aptos" panose="020B0004020202020204" pitchFamily="34" charset="0"/>
              </a:rPr>
              <a:t>. Job Roles and Selection Process </a:t>
            </a:r>
            <a:br>
              <a:rPr lang="en-US" sz="1100" b="1" dirty="0">
                <a:latin typeface="Aptos" panose="020B0004020202020204" pitchFamily="34" charset="0"/>
              </a:rPr>
            </a:br>
            <a:r>
              <a:rPr lang="en-US" sz="1000" dirty="0">
                <a:solidFill>
                  <a:schemeClr val="accent1">
                    <a:lumMod val="50000"/>
                  </a:schemeClr>
                </a:solidFill>
                <a:latin typeface="Aptos" panose="020B0004020202020204" pitchFamily="34" charset="0"/>
              </a:rPr>
              <a:t>Support in choosing the right job aligned with your career goals.</a:t>
            </a:r>
            <a:br>
              <a:rPr lang="en-US" sz="1000" dirty="0">
                <a:solidFill>
                  <a:schemeClr val="accent1">
                    <a:lumMod val="50000"/>
                  </a:schemeClr>
                </a:solidFill>
                <a:latin typeface="Aptos" panose="020B0004020202020204" pitchFamily="34" charset="0"/>
              </a:rPr>
            </a:br>
            <a:r>
              <a:rPr lang="en-US" sz="1400" b="1" dirty="0">
                <a:solidFill>
                  <a:schemeClr val="accent1">
                    <a:lumMod val="50000"/>
                  </a:schemeClr>
                </a:solidFill>
                <a:latin typeface="Aptos" panose="020B0004020202020204" pitchFamily="34" charset="0"/>
              </a:rPr>
              <a:t>07</a:t>
            </a:r>
            <a:r>
              <a:rPr lang="en-US" sz="1400" b="1" dirty="0">
                <a:solidFill>
                  <a:srgbClr val="C47500"/>
                </a:solidFill>
                <a:latin typeface="Aptos" panose="020B0004020202020204" pitchFamily="34" charset="0"/>
              </a:rPr>
              <a:t>. Eligibility Criteria For Course </a:t>
            </a:r>
            <a:br>
              <a:rPr lang="en-US" sz="1100" b="1" dirty="0">
                <a:latin typeface="Aptos" panose="020B0004020202020204" pitchFamily="34" charset="0"/>
              </a:rPr>
            </a:br>
            <a:r>
              <a:rPr lang="en-US" sz="1000" dirty="0">
                <a:solidFill>
                  <a:schemeClr val="accent1">
                    <a:lumMod val="50000"/>
                  </a:schemeClr>
                </a:solidFill>
                <a:latin typeface="Aptos" panose="020B0004020202020204" pitchFamily="34" charset="0"/>
              </a:rPr>
              <a:t>Clear requirements to ensure the program is a good fit for you</a:t>
            </a:r>
            <a:br>
              <a:rPr lang="en-US" sz="1000" dirty="0">
                <a:solidFill>
                  <a:schemeClr val="accent1">
                    <a:lumMod val="50000"/>
                  </a:schemeClr>
                </a:solidFill>
                <a:latin typeface="Aptos" panose="020B0004020202020204" pitchFamily="34" charset="0"/>
              </a:rPr>
            </a:br>
            <a:br>
              <a:rPr lang="en-US" sz="1000" dirty="0">
                <a:latin typeface="Aptos" panose="020B0004020202020204" pitchFamily="34" charset="0"/>
              </a:rPr>
            </a:br>
            <a:br>
              <a:rPr lang="en-US" sz="1100" dirty="0">
                <a:latin typeface="Aptos" panose="020B0004020202020204" pitchFamily="34" charset="0"/>
              </a:rPr>
            </a:br>
            <a:endParaRPr lang="en-US" sz="1100" dirty="0">
              <a:latin typeface="Aptos" panose="020B0004020202020204" pitchFamily="34" charset="0"/>
            </a:endParaRPr>
          </a:p>
        </p:txBody>
      </p:sp>
      <p:sp>
        <p:nvSpPr>
          <p:cNvPr id="4" name="Title 2">
            <a:extLst>
              <a:ext uri="{FF2B5EF4-FFF2-40B4-BE49-F238E27FC236}">
                <a16:creationId xmlns:a16="http://schemas.microsoft.com/office/drawing/2014/main" id="{E79385F2-C789-AC97-6F19-F253BB2550A4}"/>
              </a:ext>
            </a:extLst>
          </p:cNvPr>
          <p:cNvSpPr txBox="1">
            <a:spLocks/>
          </p:cNvSpPr>
          <p:nvPr/>
        </p:nvSpPr>
        <p:spPr>
          <a:xfrm>
            <a:off x="5376872" y="151089"/>
            <a:ext cx="2808312" cy="4436885"/>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lvl1pPr algn="ctr" rtl="0" fontAlgn="base">
              <a:spcBef>
                <a:spcPct val="0"/>
              </a:spcBef>
              <a:spcAft>
                <a:spcPct val="0"/>
              </a:spcAft>
              <a:defRPr sz="4400" kern="1200">
                <a:solidFill>
                  <a:schemeClr val="tx1"/>
                </a:solidFill>
                <a:latin typeface="+mj-lt"/>
                <a:ea typeface="微软雅黑"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a:lstStyle>
          <a:p>
            <a:pPr algn="l"/>
            <a:r>
              <a:rPr lang="en-US" sz="1400" b="1" dirty="0">
                <a:solidFill>
                  <a:schemeClr val="accent1">
                    <a:lumMod val="50000"/>
                  </a:schemeClr>
                </a:solidFill>
                <a:latin typeface="Aptos" panose="020B0004020202020204" pitchFamily="34" charset="0"/>
              </a:rPr>
              <a:t>08</a:t>
            </a:r>
            <a:r>
              <a:rPr lang="en-US" sz="1400" b="1" dirty="0">
                <a:solidFill>
                  <a:srgbClr val="C47500"/>
                </a:solidFill>
                <a:latin typeface="Aptos" panose="020B0004020202020204" pitchFamily="34" charset="0"/>
              </a:rPr>
              <a:t>. Time and Duration Of Course </a:t>
            </a:r>
            <a:br>
              <a:rPr lang="en-US" sz="1100" b="1" dirty="0">
                <a:latin typeface="Aptos" panose="020B0004020202020204" pitchFamily="34" charset="0"/>
              </a:rPr>
            </a:br>
            <a:r>
              <a:rPr lang="en-US" sz="1000" dirty="0">
                <a:solidFill>
                  <a:schemeClr val="accent1">
                    <a:lumMod val="50000"/>
                  </a:schemeClr>
                </a:solidFill>
                <a:latin typeface="Aptos" panose="020B0004020202020204" pitchFamily="34" charset="0"/>
              </a:rPr>
              <a:t>Schedules with a streamlined process for quick placement.</a:t>
            </a:r>
            <a:br>
              <a:rPr lang="en-US" sz="1000" dirty="0">
                <a:solidFill>
                  <a:schemeClr val="accent1">
                    <a:lumMod val="50000"/>
                  </a:schemeClr>
                </a:solidFill>
                <a:latin typeface="Aptos" panose="020B0004020202020204" pitchFamily="34" charset="0"/>
              </a:rPr>
            </a:br>
            <a:r>
              <a:rPr lang="en-US" sz="1400" b="1" dirty="0">
                <a:solidFill>
                  <a:schemeClr val="accent1">
                    <a:lumMod val="50000"/>
                  </a:schemeClr>
                </a:solidFill>
                <a:latin typeface="Aptos" panose="020B0004020202020204" pitchFamily="34" charset="0"/>
              </a:rPr>
              <a:t>09</a:t>
            </a:r>
            <a:r>
              <a:rPr lang="en-US" sz="1400" b="1" dirty="0">
                <a:solidFill>
                  <a:srgbClr val="C47500"/>
                </a:solidFill>
                <a:latin typeface="Aptos" panose="020B0004020202020204" pitchFamily="34" charset="0"/>
              </a:rPr>
              <a:t>. Credence Software Testing Training Process</a:t>
            </a:r>
            <a:br>
              <a:rPr lang="en-US" sz="1200" b="1" dirty="0">
                <a:solidFill>
                  <a:srgbClr val="C47500"/>
                </a:solidFill>
                <a:latin typeface="Aptos" panose="020B0004020202020204" pitchFamily="34" charset="0"/>
              </a:rPr>
            </a:br>
            <a:r>
              <a:rPr lang="en-US" sz="1000" dirty="0">
                <a:solidFill>
                  <a:schemeClr val="accent1">
                    <a:lumMod val="50000"/>
                  </a:schemeClr>
                </a:solidFill>
                <a:latin typeface="Aptos" panose="020B0004020202020204" pitchFamily="34" charset="0"/>
              </a:rPr>
              <a:t>Structured process ensures you are fully prepared for Software testing and achieve successful placement</a:t>
            </a:r>
            <a:r>
              <a:rPr lang="en-US" sz="1000" dirty="0">
                <a:latin typeface="Aptos" panose="020B0004020202020204" pitchFamily="34" charset="0"/>
              </a:rPr>
              <a:t>.</a:t>
            </a:r>
            <a:br>
              <a:rPr lang="en-US" sz="1000" dirty="0">
                <a:latin typeface="Aptos" panose="020B0004020202020204" pitchFamily="34" charset="0"/>
              </a:rPr>
            </a:br>
            <a:r>
              <a:rPr lang="en-US" sz="1400" b="1" dirty="0">
                <a:solidFill>
                  <a:schemeClr val="accent1">
                    <a:lumMod val="50000"/>
                  </a:schemeClr>
                </a:solidFill>
                <a:latin typeface="Aptos" panose="020B0004020202020204" pitchFamily="34" charset="0"/>
              </a:rPr>
              <a:t>010</a:t>
            </a:r>
            <a:r>
              <a:rPr lang="en-US" sz="1400" b="1" dirty="0">
                <a:solidFill>
                  <a:srgbClr val="C47500"/>
                </a:solidFill>
                <a:latin typeface="Aptos" panose="020B0004020202020204" pitchFamily="34" charset="0"/>
              </a:rPr>
              <a:t>. Course Certificate</a:t>
            </a:r>
          </a:p>
          <a:p>
            <a:pPr algn="l"/>
            <a:r>
              <a:rPr lang="en-US" sz="1000" dirty="0">
                <a:solidFill>
                  <a:schemeClr val="accent1">
                    <a:lumMod val="50000"/>
                  </a:schemeClr>
                </a:solidFill>
                <a:latin typeface="Aptos" panose="020B0004020202020204" pitchFamily="34" charset="0"/>
              </a:rPr>
              <a:t>Certificate acknowledges your dedication and expertise acquired during the training program</a:t>
            </a:r>
            <a:endParaRPr lang="en-US" sz="900" dirty="0">
              <a:latin typeface="Aptos" panose="020B0004020202020204" pitchFamily="34" charset="0"/>
            </a:endParaRPr>
          </a:p>
          <a:p>
            <a:pPr algn="l"/>
            <a:r>
              <a:rPr lang="en-US" sz="1400" b="1" dirty="0">
                <a:solidFill>
                  <a:schemeClr val="accent1">
                    <a:lumMod val="50000"/>
                  </a:schemeClr>
                </a:solidFill>
                <a:latin typeface="Aptos" panose="020B0004020202020204" pitchFamily="34" charset="0"/>
              </a:rPr>
              <a:t>011</a:t>
            </a:r>
            <a:r>
              <a:rPr lang="en-US" sz="1400" b="1" dirty="0">
                <a:solidFill>
                  <a:srgbClr val="C47500"/>
                </a:solidFill>
                <a:latin typeface="Aptos" panose="020B0004020202020204" pitchFamily="34" charset="0"/>
              </a:rPr>
              <a:t>. Credence Own Application for Notes and Classes </a:t>
            </a:r>
            <a:br>
              <a:rPr lang="en-US" sz="1050" b="1" dirty="0">
                <a:solidFill>
                  <a:srgbClr val="C47500"/>
                </a:solidFill>
                <a:latin typeface="Aptos" panose="020B0004020202020204" pitchFamily="34" charset="0"/>
              </a:rPr>
            </a:br>
            <a:r>
              <a:rPr lang="en-US" sz="800" dirty="0">
                <a:solidFill>
                  <a:schemeClr val="accent3">
                    <a:lumMod val="50000"/>
                  </a:schemeClr>
                </a:solidFill>
                <a:latin typeface="Aptos" panose="020B0004020202020204" pitchFamily="34" charset="0"/>
              </a:rPr>
              <a:t> </a:t>
            </a:r>
            <a:r>
              <a:rPr lang="en-US" sz="900" dirty="0">
                <a:solidFill>
                  <a:schemeClr val="accent3">
                    <a:lumMod val="50000"/>
                  </a:schemeClr>
                </a:solidFill>
                <a:latin typeface="Aptos" panose="020B0004020202020204" pitchFamily="34" charset="0"/>
              </a:rPr>
              <a:t>P</a:t>
            </a:r>
            <a:r>
              <a:rPr lang="en-US" sz="900" dirty="0">
                <a:solidFill>
                  <a:schemeClr val="accent1">
                    <a:lumMod val="50000"/>
                  </a:schemeClr>
                </a:solidFill>
                <a:latin typeface="Aptos" panose="020B0004020202020204" pitchFamily="34" charset="0"/>
              </a:rPr>
              <a:t>latform where you can access all course notes and attend classes</a:t>
            </a:r>
          </a:p>
          <a:p>
            <a:pPr algn="l"/>
            <a:r>
              <a:rPr lang="en-US" sz="1400" b="1" dirty="0">
                <a:solidFill>
                  <a:schemeClr val="accent1">
                    <a:lumMod val="50000"/>
                  </a:schemeClr>
                </a:solidFill>
                <a:latin typeface="Aptos" panose="020B0004020202020204" pitchFamily="34" charset="0"/>
              </a:rPr>
              <a:t>012</a:t>
            </a:r>
            <a:r>
              <a:rPr lang="en-US" sz="1400" b="1" dirty="0">
                <a:solidFill>
                  <a:srgbClr val="C47500"/>
                </a:solidFill>
                <a:latin typeface="Aptos" panose="020B0004020202020204" pitchFamily="34" charset="0"/>
              </a:rPr>
              <a:t>. Laptop/System configuration</a:t>
            </a:r>
            <a:br>
              <a:rPr lang="en-US" sz="800" b="1" dirty="0">
                <a:solidFill>
                  <a:srgbClr val="C47500"/>
                </a:solidFill>
                <a:latin typeface="Aptos" panose="020B0004020202020204" pitchFamily="34" charset="0"/>
              </a:rPr>
            </a:br>
            <a:r>
              <a:rPr lang="en-US" sz="500" dirty="0">
                <a:solidFill>
                  <a:schemeClr val="accent3">
                    <a:lumMod val="50000"/>
                  </a:schemeClr>
                </a:solidFill>
                <a:latin typeface="Aptos" panose="020B0004020202020204" pitchFamily="34" charset="0"/>
              </a:rPr>
              <a:t> </a:t>
            </a:r>
            <a:r>
              <a:rPr lang="en-US" sz="900" dirty="0">
                <a:solidFill>
                  <a:schemeClr val="accent1">
                    <a:lumMod val="50000"/>
                  </a:schemeClr>
                </a:solidFill>
                <a:latin typeface="Aptos" panose="020B0004020202020204" pitchFamily="34" charset="0"/>
              </a:rPr>
              <a:t>Required laptop/desktop/ system details</a:t>
            </a:r>
            <a:r>
              <a:rPr lang="en-US" sz="800" dirty="0">
                <a:solidFill>
                  <a:schemeClr val="accent1">
                    <a:lumMod val="50000"/>
                  </a:schemeClr>
                </a:solidFill>
                <a:latin typeface="Aptos" panose="020B0004020202020204" pitchFamily="34" charset="0"/>
              </a:rPr>
              <a:t>.</a:t>
            </a:r>
          </a:p>
          <a:p>
            <a:pPr algn="l"/>
            <a:endParaRPr lang="en-US" sz="800" dirty="0">
              <a:solidFill>
                <a:schemeClr val="accent1">
                  <a:lumMod val="50000"/>
                </a:schemeClr>
              </a:solidFill>
              <a:latin typeface="Aptos" panose="020B0004020202020204" pitchFamily="34" charset="0"/>
            </a:endParaRPr>
          </a:p>
          <a:p>
            <a:pPr algn="l"/>
            <a:r>
              <a:rPr lang="en-US" sz="1400" b="1" dirty="0">
                <a:solidFill>
                  <a:schemeClr val="accent1">
                    <a:lumMod val="50000"/>
                  </a:schemeClr>
                </a:solidFill>
                <a:latin typeface="Aptos" panose="020B0004020202020204" pitchFamily="34" charset="0"/>
              </a:rPr>
              <a:t>013</a:t>
            </a:r>
            <a:r>
              <a:rPr lang="en-US" sz="1400" b="1" dirty="0">
                <a:solidFill>
                  <a:srgbClr val="C47500"/>
                </a:solidFill>
                <a:latin typeface="Aptos" panose="020B0004020202020204" pitchFamily="34" charset="0"/>
              </a:rPr>
              <a:t>. Tuition Fees Structures </a:t>
            </a:r>
            <a:br>
              <a:rPr lang="en-US" sz="1000" b="1" dirty="0">
                <a:solidFill>
                  <a:srgbClr val="C47500"/>
                </a:solidFill>
                <a:latin typeface="Aptos" panose="020B0004020202020204" pitchFamily="34" charset="0"/>
              </a:rPr>
            </a:br>
            <a:r>
              <a:rPr lang="en-US" sz="800" dirty="0">
                <a:solidFill>
                  <a:schemeClr val="accent3">
                    <a:lumMod val="50000"/>
                  </a:schemeClr>
                </a:solidFill>
                <a:latin typeface="Aptos" panose="020B0004020202020204" pitchFamily="34" charset="0"/>
              </a:rPr>
              <a:t> </a:t>
            </a:r>
            <a:r>
              <a:rPr lang="en-US" sz="800" dirty="0">
                <a:solidFill>
                  <a:schemeClr val="accent1">
                    <a:lumMod val="50000"/>
                  </a:schemeClr>
                </a:solidFill>
                <a:latin typeface="Aptos" panose="020B0004020202020204" pitchFamily="34" charset="0"/>
              </a:rPr>
              <a:t>Fees structure and instalment details.</a:t>
            </a:r>
          </a:p>
          <a:p>
            <a:pPr algn="l"/>
            <a:endParaRPr lang="en-US" sz="800" dirty="0">
              <a:solidFill>
                <a:schemeClr val="accent1">
                  <a:lumMod val="50000"/>
                </a:schemeClr>
              </a:solidFill>
              <a:latin typeface="Aptos" panose="020B0004020202020204" pitchFamily="34" charset="0"/>
            </a:endParaRPr>
          </a:p>
          <a:p>
            <a:pPr algn="l"/>
            <a:endParaRPr lang="en-US" sz="900" dirty="0">
              <a:solidFill>
                <a:schemeClr val="accent1">
                  <a:lumMod val="50000"/>
                </a:schemeClr>
              </a:solidFill>
              <a:latin typeface="Aptos" panose="020B0004020202020204" pitchFamily="34" charset="0"/>
            </a:endParaRPr>
          </a:p>
          <a:p>
            <a:pPr algn="l"/>
            <a:endParaRPr lang="en-US" sz="900" dirty="0">
              <a:latin typeface="Aptos" panose="020B0004020202020204" pitchFamily="34" charset="0"/>
            </a:endParaRPr>
          </a:p>
          <a:p>
            <a:pPr algn="l"/>
            <a:br>
              <a:rPr lang="en-US" sz="1100" b="1" dirty="0">
                <a:solidFill>
                  <a:srgbClr val="C47500"/>
                </a:solidFill>
                <a:latin typeface="Aptos" panose="020B0004020202020204" pitchFamily="34" charset="0"/>
              </a:rPr>
            </a:br>
            <a:br>
              <a:rPr lang="en-US" sz="1100" b="1" dirty="0">
                <a:solidFill>
                  <a:srgbClr val="C47500"/>
                </a:solidFill>
                <a:latin typeface="Aptos" panose="020B0004020202020204" pitchFamily="34" charset="0"/>
              </a:rPr>
            </a:br>
            <a:br>
              <a:rPr lang="en-US" sz="1100" b="1" dirty="0">
                <a:solidFill>
                  <a:srgbClr val="C47500"/>
                </a:solidFill>
                <a:latin typeface="Aptos" panose="020B0004020202020204" pitchFamily="34" charset="0"/>
              </a:rPr>
            </a:br>
            <a:br>
              <a:rPr lang="en-US" sz="1100" b="1" dirty="0">
                <a:latin typeface="Aptos" panose="020B0004020202020204" pitchFamily="34" charset="0"/>
              </a:rPr>
            </a:br>
            <a:br>
              <a:rPr lang="en-US" sz="1000" dirty="0">
                <a:latin typeface="Aptos" panose="020B0004020202020204" pitchFamily="34" charset="0"/>
              </a:rPr>
            </a:br>
            <a:br>
              <a:rPr lang="en-US" sz="1000" dirty="0">
                <a:latin typeface="Aptos" panose="020B0004020202020204" pitchFamily="34" charset="0"/>
              </a:rPr>
            </a:br>
            <a:endParaRPr lang="en-US" sz="1100" dirty="0">
              <a:latin typeface="Aptos" panose="020B0004020202020204" pitchFamily="34" charset="0"/>
            </a:endParaRPr>
          </a:p>
        </p:txBody>
      </p:sp>
    </p:spTree>
    <p:custDataLst>
      <p:tags r:id="rId1"/>
    </p:custDataLst>
    <p:extLst>
      <p:ext uri="{BB962C8B-B14F-4D97-AF65-F5344CB8AC3E}">
        <p14:creationId xmlns:p14="http://schemas.microsoft.com/office/powerpoint/2010/main" val="35034596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9" presetClass="entr" presetSubtype="0" decel="100000" fill="hold" nodeType="clickEffect">
                                  <p:stCondLst>
                                    <p:cond delay="0"/>
                                  </p:stCondLst>
                                  <p:childTnLst>
                                    <p:set>
                                      <p:cBhvr>
                                        <p:cTn id="13" dur="1" fill="hold">
                                          <p:stCondLst>
                                            <p:cond delay="0"/>
                                          </p:stCondLst>
                                        </p:cTn>
                                        <p:tgtEl>
                                          <p:spTgt spid="37"/>
                                        </p:tgtEl>
                                        <p:attrNameLst>
                                          <p:attrName>style.visibility</p:attrName>
                                        </p:attrNameLst>
                                      </p:cBhvr>
                                      <p:to>
                                        <p:strVal val="visible"/>
                                      </p:to>
                                    </p:set>
                                    <p:anim calcmode="lin" valueType="num">
                                      <p:cBhvr>
                                        <p:cTn id="14" dur="500" fill="hold"/>
                                        <p:tgtEl>
                                          <p:spTgt spid="37"/>
                                        </p:tgtEl>
                                        <p:attrNameLst>
                                          <p:attrName>ppt_w</p:attrName>
                                        </p:attrNameLst>
                                      </p:cBhvr>
                                      <p:tavLst>
                                        <p:tav tm="0">
                                          <p:val>
                                            <p:fltVal val="0"/>
                                          </p:val>
                                        </p:tav>
                                        <p:tav tm="100000">
                                          <p:val>
                                            <p:strVal val="#ppt_w"/>
                                          </p:val>
                                        </p:tav>
                                      </p:tavLst>
                                    </p:anim>
                                    <p:anim calcmode="lin" valueType="num">
                                      <p:cBhvr>
                                        <p:cTn id="15" dur="500" fill="hold"/>
                                        <p:tgtEl>
                                          <p:spTgt spid="37"/>
                                        </p:tgtEl>
                                        <p:attrNameLst>
                                          <p:attrName>ppt_h</p:attrName>
                                        </p:attrNameLst>
                                      </p:cBhvr>
                                      <p:tavLst>
                                        <p:tav tm="0">
                                          <p:val>
                                            <p:fltVal val="0"/>
                                          </p:val>
                                        </p:tav>
                                        <p:tav tm="100000">
                                          <p:val>
                                            <p:strVal val="#ppt_h"/>
                                          </p:val>
                                        </p:tav>
                                      </p:tavLst>
                                    </p:anim>
                                    <p:anim calcmode="lin" valueType="num">
                                      <p:cBhvr>
                                        <p:cTn id="16" dur="500" fill="hold"/>
                                        <p:tgtEl>
                                          <p:spTgt spid="37"/>
                                        </p:tgtEl>
                                        <p:attrNameLst>
                                          <p:attrName>style.rotation</p:attrName>
                                        </p:attrNameLst>
                                      </p:cBhvr>
                                      <p:tavLst>
                                        <p:tav tm="0">
                                          <p:val>
                                            <p:fltVal val="360"/>
                                          </p:val>
                                        </p:tav>
                                        <p:tav tm="100000">
                                          <p:val>
                                            <p:fltVal val="0"/>
                                          </p:val>
                                        </p:tav>
                                      </p:tavLst>
                                    </p:anim>
                                    <p:animEffect transition="in" filter="fade">
                                      <p:cBhvr>
                                        <p:cTn id="17" dur="500"/>
                                        <p:tgtEl>
                                          <p:spTgt spid="37"/>
                                        </p:tgtEl>
                                      </p:cBhvr>
                                    </p:animEffect>
                                  </p:childTnLst>
                                </p:cTn>
                              </p:par>
                              <p:par>
                                <p:cTn id="18" presetID="49" presetClass="entr" presetSubtype="0" decel="100000" fill="hold" nodeType="withEffect">
                                  <p:stCondLst>
                                    <p:cond delay="0"/>
                                  </p:stCondLst>
                                  <p:childTnLst>
                                    <p:set>
                                      <p:cBhvr>
                                        <p:cTn id="19" dur="1" fill="hold">
                                          <p:stCondLst>
                                            <p:cond delay="0"/>
                                          </p:stCondLst>
                                        </p:cTn>
                                        <p:tgtEl>
                                          <p:spTgt spid="36"/>
                                        </p:tgtEl>
                                        <p:attrNameLst>
                                          <p:attrName>style.visibility</p:attrName>
                                        </p:attrNameLst>
                                      </p:cBhvr>
                                      <p:to>
                                        <p:strVal val="visible"/>
                                      </p:to>
                                    </p:set>
                                    <p:anim calcmode="lin" valueType="num">
                                      <p:cBhvr>
                                        <p:cTn id="20" dur="500" fill="hold"/>
                                        <p:tgtEl>
                                          <p:spTgt spid="36"/>
                                        </p:tgtEl>
                                        <p:attrNameLst>
                                          <p:attrName>ppt_w</p:attrName>
                                        </p:attrNameLst>
                                      </p:cBhvr>
                                      <p:tavLst>
                                        <p:tav tm="0">
                                          <p:val>
                                            <p:fltVal val="0"/>
                                          </p:val>
                                        </p:tav>
                                        <p:tav tm="100000">
                                          <p:val>
                                            <p:strVal val="#ppt_w"/>
                                          </p:val>
                                        </p:tav>
                                      </p:tavLst>
                                    </p:anim>
                                    <p:anim calcmode="lin" valueType="num">
                                      <p:cBhvr>
                                        <p:cTn id="21" dur="500" fill="hold"/>
                                        <p:tgtEl>
                                          <p:spTgt spid="36"/>
                                        </p:tgtEl>
                                        <p:attrNameLst>
                                          <p:attrName>ppt_h</p:attrName>
                                        </p:attrNameLst>
                                      </p:cBhvr>
                                      <p:tavLst>
                                        <p:tav tm="0">
                                          <p:val>
                                            <p:fltVal val="0"/>
                                          </p:val>
                                        </p:tav>
                                        <p:tav tm="100000">
                                          <p:val>
                                            <p:strVal val="#ppt_h"/>
                                          </p:val>
                                        </p:tav>
                                      </p:tavLst>
                                    </p:anim>
                                    <p:anim calcmode="lin" valueType="num">
                                      <p:cBhvr>
                                        <p:cTn id="22" dur="500" fill="hold"/>
                                        <p:tgtEl>
                                          <p:spTgt spid="36"/>
                                        </p:tgtEl>
                                        <p:attrNameLst>
                                          <p:attrName>style.rotation</p:attrName>
                                        </p:attrNameLst>
                                      </p:cBhvr>
                                      <p:tavLst>
                                        <p:tav tm="0">
                                          <p:val>
                                            <p:fltVal val="360"/>
                                          </p:val>
                                        </p:tav>
                                        <p:tav tm="100000">
                                          <p:val>
                                            <p:fltVal val="0"/>
                                          </p:val>
                                        </p:tav>
                                      </p:tavLst>
                                    </p:anim>
                                    <p:animEffect transition="in" filter="fade">
                                      <p:cBhvr>
                                        <p:cTn id="23" dur="500"/>
                                        <p:tgtEl>
                                          <p:spTgt spid="36"/>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randombar(horizontal)">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49" presetClass="entr" presetSubtype="0" decel="10000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p:cTn id="33" dur="500" fill="hold"/>
                                        <p:tgtEl>
                                          <p:spTgt spid="17"/>
                                        </p:tgtEl>
                                        <p:attrNameLst>
                                          <p:attrName>ppt_w</p:attrName>
                                        </p:attrNameLst>
                                      </p:cBhvr>
                                      <p:tavLst>
                                        <p:tav tm="0">
                                          <p:val>
                                            <p:fltVal val="0"/>
                                          </p:val>
                                        </p:tav>
                                        <p:tav tm="100000">
                                          <p:val>
                                            <p:strVal val="#ppt_w"/>
                                          </p:val>
                                        </p:tav>
                                      </p:tavLst>
                                    </p:anim>
                                    <p:anim calcmode="lin" valueType="num">
                                      <p:cBhvr>
                                        <p:cTn id="34" dur="500" fill="hold"/>
                                        <p:tgtEl>
                                          <p:spTgt spid="17"/>
                                        </p:tgtEl>
                                        <p:attrNameLst>
                                          <p:attrName>ppt_h</p:attrName>
                                        </p:attrNameLst>
                                      </p:cBhvr>
                                      <p:tavLst>
                                        <p:tav tm="0">
                                          <p:val>
                                            <p:fltVal val="0"/>
                                          </p:val>
                                        </p:tav>
                                        <p:tav tm="100000">
                                          <p:val>
                                            <p:strVal val="#ppt_h"/>
                                          </p:val>
                                        </p:tav>
                                      </p:tavLst>
                                    </p:anim>
                                    <p:anim calcmode="lin" valueType="num">
                                      <p:cBhvr>
                                        <p:cTn id="35" dur="500" fill="hold"/>
                                        <p:tgtEl>
                                          <p:spTgt spid="17"/>
                                        </p:tgtEl>
                                        <p:attrNameLst>
                                          <p:attrName>style.rotation</p:attrName>
                                        </p:attrNameLst>
                                      </p:cBhvr>
                                      <p:tavLst>
                                        <p:tav tm="0">
                                          <p:val>
                                            <p:fltVal val="360"/>
                                          </p:val>
                                        </p:tav>
                                        <p:tav tm="100000">
                                          <p:val>
                                            <p:fltVal val="0"/>
                                          </p:val>
                                        </p:tav>
                                      </p:tavLst>
                                    </p:anim>
                                    <p:animEffect transition="in" filter="fade">
                                      <p:cBhvr>
                                        <p:cTn id="3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1170979" flipH="1">
            <a:off x="3621645" y="971202"/>
            <a:ext cx="1900710" cy="1614432"/>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7" cstate="screen">
            <a:extLst>
              <a:ext uri="{BEBA8EAE-BF5A-486C-A8C5-ECC9F3942E4B}">
                <a14:imgProps xmlns:a14="http://schemas.microsoft.com/office/drawing/2010/main">
                  <a14:imgLayer r:embed="rId8">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01</a:t>
            </a:r>
            <a:endParaRPr lang="en-US" altLang="zh-CN" sz="3200" b="1" dirty="0">
              <a:solidFill>
                <a:schemeClr val="bg1"/>
              </a:solidFill>
              <a:latin typeface="+mn-lt"/>
              <a:ea typeface="+mn-ea"/>
              <a:cs typeface="+mn-ea"/>
              <a:sym typeface="+mn-lt"/>
            </a:endParaRPr>
          </a:p>
        </p:txBody>
      </p:sp>
      <p:sp>
        <p:nvSpPr>
          <p:cNvPr id="2" name="TextBox 7">
            <a:extLst>
              <a:ext uri="{FF2B5EF4-FFF2-40B4-BE49-F238E27FC236}">
                <a16:creationId xmlns:a16="http://schemas.microsoft.com/office/drawing/2014/main" id="{F9645ED5-85BD-E419-690F-3F43DE9EEF74}"/>
              </a:ext>
            </a:extLst>
          </p:cNvPr>
          <p:cNvSpPr>
            <a:spLocks noChangeArrowheads="1"/>
          </p:cNvSpPr>
          <p:nvPr/>
        </p:nvSpPr>
        <p:spPr bwMode="auto">
          <a:xfrm>
            <a:off x="2195736" y="3075806"/>
            <a:ext cx="4320481" cy="861774"/>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prst="angle"/>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lvl="1" algn="ctr">
              <a:defRPr/>
            </a:pPr>
            <a:r>
              <a:rPr lang="en-US" sz="2800" b="1" dirty="0">
                <a:solidFill>
                  <a:schemeClr val="accent3">
                    <a:lumMod val="50000"/>
                  </a:schemeClr>
                </a:solidFill>
                <a:effectLst>
                  <a:glow rad="25400">
                    <a:srgbClr val="BD582C">
                      <a:satMod val="175000"/>
                      <a:alpha val="40000"/>
                    </a:srgbClr>
                  </a:glow>
                </a:effectLst>
                <a:latin typeface="Aptos" panose="020B0004020202020204" pitchFamily="34" charset="0"/>
              </a:rPr>
              <a:t>About Software Industry </a:t>
            </a:r>
          </a:p>
          <a:p>
            <a:pPr marL="0" lvl="1" algn="ctr">
              <a:defRPr/>
            </a:pPr>
            <a:r>
              <a:rPr lang="en-US" sz="2800" b="1" dirty="0">
                <a:solidFill>
                  <a:schemeClr val="accent3">
                    <a:lumMod val="50000"/>
                  </a:schemeClr>
                </a:solidFill>
                <a:effectLst>
                  <a:glow rad="25400">
                    <a:srgbClr val="BD582C">
                      <a:satMod val="175000"/>
                      <a:alpha val="40000"/>
                    </a:srgbClr>
                  </a:glow>
                </a:effectLst>
                <a:latin typeface="Aptos" panose="020B0004020202020204" pitchFamily="34" charset="0"/>
              </a:rPr>
              <a:t>and Software Testing</a:t>
            </a:r>
            <a:endParaRPr lang="en-US" sz="2800" b="1" dirty="0">
              <a:solidFill>
                <a:srgbClr val="C47500"/>
              </a:solidFill>
              <a:effectLst>
                <a:glow rad="25400">
                  <a:srgbClr val="BD582C">
                    <a:satMod val="175000"/>
                    <a:alpha val="40000"/>
                  </a:srgbClr>
                </a:glow>
              </a:effectLst>
              <a:latin typeface="Aptos" panose="020B0004020202020204" pitchFamily="34" charset="0"/>
            </a:endParaRPr>
          </a:p>
        </p:txBody>
      </p:sp>
      <p:pic>
        <p:nvPicPr>
          <p:cNvPr id="3" name="图片 36">
            <a:extLst>
              <a:ext uri="{FF2B5EF4-FFF2-40B4-BE49-F238E27FC236}">
                <a16:creationId xmlns:a16="http://schemas.microsoft.com/office/drawing/2014/main" id="{5E07AF99-788D-BB05-9256-158A31F96AC4}"/>
              </a:ext>
            </a:extLst>
          </p:cNvPr>
          <p:cNvPicPr>
            <a:picLocks noChangeAspect="1"/>
          </p:cNvPicPr>
          <p:nvPr/>
        </p:nvPicPr>
        <p:blipFill>
          <a:blip r:embed="rId7" cstate="screen">
            <a:extLst>
              <a:ext uri="{BEBA8EAE-BF5A-486C-A8C5-ECC9F3942E4B}">
                <a14:imgProps xmlns:a14="http://schemas.microsoft.com/office/drawing/2010/main">
                  <a14:imgLayer r:embed="rId8">
                    <a14:imgEffect>
                      <a14:artisticGlowEdges/>
                    </a14:imgEffect>
                  </a14:imgLayer>
                </a14:imgProps>
              </a:ext>
              <a:ext uri="{28A0092B-C50C-407E-A947-70E740481C1C}">
                <a14:useLocalDpi xmlns:a14="http://schemas.microsoft.com/office/drawing/2010/main"/>
              </a:ext>
            </a:extLst>
          </a:blip>
          <a:srcRect/>
          <a:stretch>
            <a:fillRect/>
          </a:stretch>
        </p:blipFill>
        <p:spPr>
          <a:xfrm rot="6425994" flipH="1">
            <a:off x="537371" y="3936435"/>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Tree>
    <p:custDataLst>
      <p:tags r:id="rId2"/>
    </p:custDataLst>
    <p:extLst>
      <p:ext uri="{BB962C8B-B14F-4D97-AF65-F5344CB8AC3E}">
        <p14:creationId xmlns:p14="http://schemas.microsoft.com/office/powerpoint/2010/main" val="2237987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100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80">
                                          <p:stCondLst>
                                            <p:cond delay="0"/>
                                          </p:stCondLst>
                                        </p:cTn>
                                        <p:tgtEl>
                                          <p:spTgt spid="2"/>
                                        </p:tgtEl>
                                      </p:cBhvr>
                                    </p:animEffect>
                                    <p:anim calcmode="lin" valueType="num">
                                      <p:cBhvr>
                                        <p:cTn id="21"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26" dur="26">
                                          <p:stCondLst>
                                            <p:cond delay="650"/>
                                          </p:stCondLst>
                                        </p:cTn>
                                        <p:tgtEl>
                                          <p:spTgt spid="2"/>
                                        </p:tgtEl>
                                      </p:cBhvr>
                                      <p:to x="100000" y="60000"/>
                                    </p:animScale>
                                    <p:animScale>
                                      <p:cBhvr>
                                        <p:cTn id="27" dur="166" decel="50000">
                                          <p:stCondLst>
                                            <p:cond delay="676"/>
                                          </p:stCondLst>
                                        </p:cTn>
                                        <p:tgtEl>
                                          <p:spTgt spid="2"/>
                                        </p:tgtEl>
                                      </p:cBhvr>
                                      <p:to x="100000" y="100000"/>
                                    </p:animScale>
                                    <p:animScale>
                                      <p:cBhvr>
                                        <p:cTn id="28" dur="26">
                                          <p:stCondLst>
                                            <p:cond delay="1312"/>
                                          </p:stCondLst>
                                        </p:cTn>
                                        <p:tgtEl>
                                          <p:spTgt spid="2"/>
                                        </p:tgtEl>
                                      </p:cBhvr>
                                      <p:to x="100000" y="80000"/>
                                    </p:animScale>
                                    <p:animScale>
                                      <p:cBhvr>
                                        <p:cTn id="29" dur="166" decel="50000">
                                          <p:stCondLst>
                                            <p:cond delay="1338"/>
                                          </p:stCondLst>
                                        </p:cTn>
                                        <p:tgtEl>
                                          <p:spTgt spid="2"/>
                                        </p:tgtEl>
                                      </p:cBhvr>
                                      <p:to x="100000" y="100000"/>
                                    </p:animScale>
                                    <p:animScale>
                                      <p:cBhvr>
                                        <p:cTn id="30" dur="26">
                                          <p:stCondLst>
                                            <p:cond delay="1642"/>
                                          </p:stCondLst>
                                        </p:cTn>
                                        <p:tgtEl>
                                          <p:spTgt spid="2"/>
                                        </p:tgtEl>
                                      </p:cBhvr>
                                      <p:to x="100000" y="90000"/>
                                    </p:animScale>
                                    <p:animScale>
                                      <p:cBhvr>
                                        <p:cTn id="31" dur="166" decel="50000">
                                          <p:stCondLst>
                                            <p:cond delay="1668"/>
                                          </p:stCondLst>
                                        </p:cTn>
                                        <p:tgtEl>
                                          <p:spTgt spid="2"/>
                                        </p:tgtEl>
                                      </p:cBhvr>
                                      <p:to x="100000" y="100000"/>
                                    </p:animScale>
                                    <p:animScale>
                                      <p:cBhvr>
                                        <p:cTn id="32" dur="26">
                                          <p:stCondLst>
                                            <p:cond delay="1808"/>
                                          </p:stCondLst>
                                        </p:cTn>
                                        <p:tgtEl>
                                          <p:spTgt spid="2"/>
                                        </p:tgtEl>
                                      </p:cBhvr>
                                      <p:to x="100000" y="95000"/>
                                    </p:animScale>
                                    <p:animScale>
                                      <p:cBhvr>
                                        <p:cTn id="33" dur="166" decel="50000">
                                          <p:stCondLst>
                                            <p:cond delay="1834"/>
                                          </p:stCondLst>
                                        </p:cTn>
                                        <p:tgtEl>
                                          <p:spTgt spid="2"/>
                                        </p:tgtEl>
                                      </p:cBhvr>
                                      <p:to x="100000" y="100000"/>
                                    </p:animScale>
                                  </p:childTnLst>
                                </p:cTn>
                              </p:par>
                            </p:childTnLst>
                          </p:cTn>
                        </p:par>
                      </p:childTnLst>
                    </p:cTn>
                  </p:par>
                  <p:par>
                    <p:cTn id="34" fill="hold">
                      <p:stCondLst>
                        <p:cond delay="indefinite"/>
                      </p:stCondLst>
                      <p:childTnLst>
                        <p:par>
                          <p:cTn id="35" fill="hold">
                            <p:stCondLst>
                              <p:cond delay="0"/>
                            </p:stCondLst>
                            <p:childTnLst>
                              <p:par>
                                <p:cTn id="36" presetID="49" presetClass="entr" presetSubtype="0" decel="100000"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p:cTn id="38" dur="500" fill="hold"/>
                                        <p:tgtEl>
                                          <p:spTgt spid="3"/>
                                        </p:tgtEl>
                                        <p:attrNameLst>
                                          <p:attrName>ppt_w</p:attrName>
                                        </p:attrNameLst>
                                      </p:cBhvr>
                                      <p:tavLst>
                                        <p:tav tm="0">
                                          <p:val>
                                            <p:fltVal val="0"/>
                                          </p:val>
                                        </p:tav>
                                        <p:tav tm="100000">
                                          <p:val>
                                            <p:strVal val="#ppt_w"/>
                                          </p:val>
                                        </p:tav>
                                      </p:tavLst>
                                    </p:anim>
                                    <p:anim calcmode="lin" valueType="num">
                                      <p:cBhvr>
                                        <p:cTn id="39" dur="500" fill="hold"/>
                                        <p:tgtEl>
                                          <p:spTgt spid="3"/>
                                        </p:tgtEl>
                                        <p:attrNameLst>
                                          <p:attrName>ppt_h</p:attrName>
                                        </p:attrNameLst>
                                      </p:cBhvr>
                                      <p:tavLst>
                                        <p:tav tm="0">
                                          <p:val>
                                            <p:fltVal val="0"/>
                                          </p:val>
                                        </p:tav>
                                        <p:tav tm="100000">
                                          <p:val>
                                            <p:strVal val="#ppt_h"/>
                                          </p:val>
                                        </p:tav>
                                      </p:tavLst>
                                    </p:anim>
                                    <p:anim calcmode="lin" valueType="num">
                                      <p:cBhvr>
                                        <p:cTn id="40" dur="500" fill="hold"/>
                                        <p:tgtEl>
                                          <p:spTgt spid="3"/>
                                        </p:tgtEl>
                                        <p:attrNameLst>
                                          <p:attrName>style.rotation</p:attrName>
                                        </p:attrNameLst>
                                      </p:cBhvr>
                                      <p:tavLst>
                                        <p:tav tm="0">
                                          <p:val>
                                            <p:fltVal val="360"/>
                                          </p:val>
                                        </p:tav>
                                        <p:tav tm="100000">
                                          <p:val>
                                            <p:fltVal val="0"/>
                                          </p:val>
                                        </p:tav>
                                      </p:tavLst>
                                    </p:anim>
                                    <p:animEffect transition="in" filter="fade">
                                      <p:cBhvr>
                                        <p:cTn id="4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grpSp>
        <p:nvGrpSpPr>
          <p:cNvPr id="71" name="组合 55">
            <a:extLst>
              <a:ext uri="{FF2B5EF4-FFF2-40B4-BE49-F238E27FC236}">
                <a16:creationId xmlns:a16="http://schemas.microsoft.com/office/drawing/2014/main" id="{00EF4903-13A1-461F-A304-A1D3BBEDDB68}"/>
              </a:ext>
            </a:extLst>
          </p:cNvPr>
          <p:cNvGrpSpPr/>
          <p:nvPr/>
        </p:nvGrpSpPr>
        <p:grpSpPr>
          <a:xfrm>
            <a:off x="2797199" y="1131069"/>
            <a:ext cx="2865737" cy="3225620"/>
            <a:chOff x="2996343" y="1022362"/>
            <a:chExt cx="3315775" cy="3331585"/>
          </a:xfrm>
          <a:scene3d>
            <a:camera prst="orthographicFront">
              <a:rot lat="0" lon="0" rev="0"/>
            </a:camera>
            <a:lightRig rig="contrasting" dir="t">
              <a:rot lat="0" lon="0" rev="1500000"/>
            </a:lightRig>
          </a:scene3d>
        </p:grpSpPr>
        <p:grpSp>
          <p:nvGrpSpPr>
            <p:cNvPr id="72" name="Group 4">
              <a:extLst>
                <a:ext uri="{FF2B5EF4-FFF2-40B4-BE49-F238E27FC236}">
                  <a16:creationId xmlns:a16="http://schemas.microsoft.com/office/drawing/2014/main" id="{26ADF154-9F97-40C7-A26C-83EFAC37233D}"/>
                </a:ext>
              </a:extLst>
            </p:cNvPr>
            <p:cNvGrpSpPr/>
            <p:nvPr/>
          </p:nvGrpSpPr>
          <p:grpSpPr>
            <a:xfrm flipV="1">
              <a:off x="3041065" y="2574084"/>
              <a:ext cx="1298308" cy="1776954"/>
              <a:chOff x="1771781" y="2086694"/>
              <a:chExt cx="1782865" cy="2440156"/>
            </a:xfrm>
          </p:grpSpPr>
          <p:sp>
            <p:nvSpPr>
              <p:cNvPr id="89" name="ïşḻïďê-Freeform: Shape 5">
                <a:extLst>
                  <a:ext uri="{FF2B5EF4-FFF2-40B4-BE49-F238E27FC236}">
                    <a16:creationId xmlns:a16="http://schemas.microsoft.com/office/drawing/2014/main" id="{AAB419AF-CFB3-4BB1-B369-8F043852F867}"/>
                  </a:ext>
                </a:extLst>
              </p:cNvPr>
              <p:cNvSpPr/>
              <p:nvPr/>
            </p:nvSpPr>
            <p:spPr>
              <a:xfrm rot="2968393">
                <a:off x="2108992" y="2867056"/>
                <a:ext cx="2226015" cy="665292"/>
              </a:xfrm>
              <a:custGeom>
                <a:avLst/>
                <a:gdLst>
                  <a:gd name="connsiteX0" fmla="*/ 0 w 2226015"/>
                  <a:gd name="connsiteY0" fmla="*/ 0 h 665292"/>
                  <a:gd name="connsiteX1" fmla="*/ 2226015 w 2226015"/>
                  <a:gd name="connsiteY1" fmla="*/ 387631 h 665292"/>
                  <a:gd name="connsiteX2" fmla="*/ 1988646 w 2226015"/>
                  <a:gd name="connsiteY2" fmla="*/ 665292 h 665292"/>
                  <a:gd name="connsiteX3" fmla="*/ 0 w 2226015"/>
                  <a:gd name="connsiteY3" fmla="*/ 584712 h 665292"/>
                </a:gdLst>
                <a:ahLst/>
                <a:cxnLst>
                  <a:cxn ang="0">
                    <a:pos x="connsiteX0" y="connsiteY0"/>
                  </a:cxn>
                  <a:cxn ang="0">
                    <a:pos x="connsiteX1" y="connsiteY1"/>
                  </a:cxn>
                  <a:cxn ang="0">
                    <a:pos x="connsiteX2" y="connsiteY2"/>
                  </a:cxn>
                  <a:cxn ang="0">
                    <a:pos x="connsiteX3" y="connsiteY3"/>
                  </a:cxn>
                </a:cxnLst>
                <a:rect l="l" t="t" r="r" b="b"/>
                <a:pathLst>
                  <a:path w="2226015" h="665292">
                    <a:moveTo>
                      <a:pt x="0" y="0"/>
                    </a:moveTo>
                    <a:lnTo>
                      <a:pt x="2226015" y="387631"/>
                    </a:lnTo>
                    <a:lnTo>
                      <a:pt x="1988646" y="665292"/>
                    </a:lnTo>
                    <a:lnTo>
                      <a:pt x="0" y="584712"/>
                    </a:lnTo>
                    <a:close/>
                  </a:path>
                </a:pathLst>
              </a:custGeom>
              <a:solidFill>
                <a:schemeClr val="accent1">
                  <a:lumMod val="50000"/>
                </a:schemeClr>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sp>
            <p:nvSpPr>
              <p:cNvPr id="90" name="ïşḻïďê-Freeform: Shape 6">
                <a:extLst>
                  <a:ext uri="{FF2B5EF4-FFF2-40B4-BE49-F238E27FC236}">
                    <a16:creationId xmlns:a16="http://schemas.microsoft.com/office/drawing/2014/main" id="{14CF5EEC-25BB-4F57-A31D-DF7C8340E583}"/>
                  </a:ext>
                </a:extLst>
              </p:cNvPr>
              <p:cNvSpPr/>
              <p:nvPr/>
            </p:nvSpPr>
            <p:spPr>
              <a:xfrm rot="3107614">
                <a:off x="1586306" y="3132978"/>
                <a:ext cx="2061358" cy="726385"/>
              </a:xfrm>
              <a:custGeom>
                <a:avLst/>
                <a:gdLst>
                  <a:gd name="connsiteX0" fmla="*/ 0 w 2061358"/>
                  <a:gd name="connsiteY0" fmla="*/ 0 h 726385"/>
                  <a:gd name="connsiteX1" fmla="*/ 2061358 w 2061358"/>
                  <a:gd name="connsiteY1" fmla="*/ 0 h 726385"/>
                  <a:gd name="connsiteX2" fmla="*/ 1804470 w 2061358"/>
                  <a:gd name="connsiteY2" fmla="*/ 326370 h 726385"/>
                  <a:gd name="connsiteX3" fmla="*/ 211404 w 2061358"/>
                  <a:gd name="connsiteY3" fmla="*/ 726385 h 726385"/>
                </a:gdLst>
                <a:ahLst/>
                <a:cxnLst>
                  <a:cxn ang="0">
                    <a:pos x="connsiteX0" y="connsiteY0"/>
                  </a:cxn>
                  <a:cxn ang="0">
                    <a:pos x="connsiteX1" y="connsiteY1"/>
                  </a:cxn>
                  <a:cxn ang="0">
                    <a:pos x="connsiteX2" y="connsiteY2"/>
                  </a:cxn>
                  <a:cxn ang="0">
                    <a:pos x="connsiteX3" y="connsiteY3"/>
                  </a:cxn>
                </a:cxnLst>
                <a:rect l="l" t="t" r="r" b="b"/>
                <a:pathLst>
                  <a:path w="2061358" h="726385">
                    <a:moveTo>
                      <a:pt x="0" y="0"/>
                    </a:moveTo>
                    <a:lnTo>
                      <a:pt x="2061358" y="0"/>
                    </a:lnTo>
                    <a:lnTo>
                      <a:pt x="1804470" y="326370"/>
                    </a:lnTo>
                    <a:lnTo>
                      <a:pt x="211404" y="726385"/>
                    </a:lnTo>
                    <a:close/>
                  </a:path>
                </a:pathLst>
              </a:custGeom>
              <a:solidFill>
                <a:schemeClr val="accent1">
                  <a:lumMod val="50000"/>
                </a:schemeClr>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sp>
            <p:nvSpPr>
              <p:cNvPr id="91" name="ïşḻïďê-Rectangle 7">
                <a:extLst>
                  <a:ext uri="{FF2B5EF4-FFF2-40B4-BE49-F238E27FC236}">
                    <a16:creationId xmlns:a16="http://schemas.microsoft.com/office/drawing/2014/main" id="{8EFB0BBB-A4EF-40A3-B445-6FBC07019EB3}"/>
                  </a:ext>
                </a:extLst>
              </p:cNvPr>
              <p:cNvSpPr/>
              <p:nvPr/>
            </p:nvSpPr>
            <p:spPr>
              <a:xfrm>
                <a:off x="1771781" y="2160748"/>
                <a:ext cx="927937" cy="883117"/>
              </a:xfrm>
              <a:prstGeom prst="rect">
                <a:avLst/>
              </a:prstGeom>
              <a:solidFill>
                <a:schemeClr val="accent1">
                  <a:lumMod val="50000"/>
                </a:schemeClr>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grpSp>
        <p:grpSp>
          <p:nvGrpSpPr>
            <p:cNvPr id="73" name="Group 8">
              <a:extLst>
                <a:ext uri="{FF2B5EF4-FFF2-40B4-BE49-F238E27FC236}">
                  <a16:creationId xmlns:a16="http://schemas.microsoft.com/office/drawing/2014/main" id="{86B576DD-C308-4093-A6F8-C068044183E5}"/>
                </a:ext>
              </a:extLst>
            </p:cNvPr>
            <p:cNvGrpSpPr/>
            <p:nvPr/>
          </p:nvGrpSpPr>
          <p:grpSpPr>
            <a:xfrm flipH="1" flipV="1">
              <a:off x="4939509" y="2576993"/>
              <a:ext cx="1302251" cy="1776954"/>
              <a:chOff x="1766367" y="2086694"/>
              <a:chExt cx="1788279" cy="2440156"/>
            </a:xfrm>
          </p:grpSpPr>
          <p:sp>
            <p:nvSpPr>
              <p:cNvPr id="86" name="ïşḻïďê-Freeform: Shape 9">
                <a:extLst>
                  <a:ext uri="{FF2B5EF4-FFF2-40B4-BE49-F238E27FC236}">
                    <a16:creationId xmlns:a16="http://schemas.microsoft.com/office/drawing/2014/main" id="{8395F5DA-4215-4D94-BA26-C77792FD80AF}"/>
                  </a:ext>
                </a:extLst>
              </p:cNvPr>
              <p:cNvSpPr/>
              <p:nvPr/>
            </p:nvSpPr>
            <p:spPr>
              <a:xfrm rot="2968393">
                <a:off x="2108992" y="2867056"/>
                <a:ext cx="2226015" cy="665292"/>
              </a:xfrm>
              <a:custGeom>
                <a:avLst/>
                <a:gdLst>
                  <a:gd name="connsiteX0" fmla="*/ 0 w 2226015"/>
                  <a:gd name="connsiteY0" fmla="*/ 0 h 665292"/>
                  <a:gd name="connsiteX1" fmla="*/ 2226015 w 2226015"/>
                  <a:gd name="connsiteY1" fmla="*/ 387631 h 665292"/>
                  <a:gd name="connsiteX2" fmla="*/ 1988646 w 2226015"/>
                  <a:gd name="connsiteY2" fmla="*/ 665292 h 665292"/>
                  <a:gd name="connsiteX3" fmla="*/ 0 w 2226015"/>
                  <a:gd name="connsiteY3" fmla="*/ 584712 h 665292"/>
                </a:gdLst>
                <a:ahLst/>
                <a:cxnLst>
                  <a:cxn ang="0">
                    <a:pos x="connsiteX0" y="connsiteY0"/>
                  </a:cxn>
                  <a:cxn ang="0">
                    <a:pos x="connsiteX1" y="connsiteY1"/>
                  </a:cxn>
                  <a:cxn ang="0">
                    <a:pos x="connsiteX2" y="connsiteY2"/>
                  </a:cxn>
                  <a:cxn ang="0">
                    <a:pos x="connsiteX3" y="connsiteY3"/>
                  </a:cxn>
                </a:cxnLst>
                <a:rect l="l" t="t" r="r" b="b"/>
                <a:pathLst>
                  <a:path w="2226015" h="665292">
                    <a:moveTo>
                      <a:pt x="0" y="0"/>
                    </a:moveTo>
                    <a:lnTo>
                      <a:pt x="2226015" y="387631"/>
                    </a:lnTo>
                    <a:lnTo>
                      <a:pt x="1988646" y="665292"/>
                    </a:lnTo>
                    <a:lnTo>
                      <a:pt x="0" y="584712"/>
                    </a:lnTo>
                    <a:close/>
                  </a:path>
                </a:pathLst>
              </a:custGeom>
              <a:solidFill>
                <a:srgbClr val="C47500"/>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sp>
            <p:nvSpPr>
              <p:cNvPr id="87" name="ïşḻïďê-Freeform: Shape 10">
                <a:extLst>
                  <a:ext uri="{FF2B5EF4-FFF2-40B4-BE49-F238E27FC236}">
                    <a16:creationId xmlns:a16="http://schemas.microsoft.com/office/drawing/2014/main" id="{BDC628CC-8886-4C0D-8330-BFB9DBB5C79D}"/>
                  </a:ext>
                </a:extLst>
              </p:cNvPr>
              <p:cNvSpPr/>
              <p:nvPr/>
            </p:nvSpPr>
            <p:spPr>
              <a:xfrm rot="3107614">
                <a:off x="1586306" y="3132978"/>
                <a:ext cx="2061358" cy="726385"/>
              </a:xfrm>
              <a:custGeom>
                <a:avLst/>
                <a:gdLst>
                  <a:gd name="connsiteX0" fmla="*/ 0 w 2061358"/>
                  <a:gd name="connsiteY0" fmla="*/ 0 h 726385"/>
                  <a:gd name="connsiteX1" fmla="*/ 2061358 w 2061358"/>
                  <a:gd name="connsiteY1" fmla="*/ 0 h 726385"/>
                  <a:gd name="connsiteX2" fmla="*/ 1804470 w 2061358"/>
                  <a:gd name="connsiteY2" fmla="*/ 326370 h 726385"/>
                  <a:gd name="connsiteX3" fmla="*/ 211404 w 2061358"/>
                  <a:gd name="connsiteY3" fmla="*/ 726385 h 726385"/>
                </a:gdLst>
                <a:ahLst/>
                <a:cxnLst>
                  <a:cxn ang="0">
                    <a:pos x="connsiteX0" y="connsiteY0"/>
                  </a:cxn>
                  <a:cxn ang="0">
                    <a:pos x="connsiteX1" y="connsiteY1"/>
                  </a:cxn>
                  <a:cxn ang="0">
                    <a:pos x="connsiteX2" y="connsiteY2"/>
                  </a:cxn>
                  <a:cxn ang="0">
                    <a:pos x="connsiteX3" y="connsiteY3"/>
                  </a:cxn>
                </a:cxnLst>
                <a:rect l="l" t="t" r="r" b="b"/>
                <a:pathLst>
                  <a:path w="2061358" h="726385">
                    <a:moveTo>
                      <a:pt x="0" y="0"/>
                    </a:moveTo>
                    <a:lnTo>
                      <a:pt x="2061358" y="0"/>
                    </a:lnTo>
                    <a:lnTo>
                      <a:pt x="1804470" y="326370"/>
                    </a:lnTo>
                    <a:lnTo>
                      <a:pt x="211404" y="726385"/>
                    </a:lnTo>
                    <a:close/>
                  </a:path>
                </a:pathLst>
              </a:custGeom>
              <a:solidFill>
                <a:srgbClr val="C47500"/>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sp>
            <p:nvSpPr>
              <p:cNvPr id="88" name="ïşḻïďê-Rectangle 11">
                <a:extLst>
                  <a:ext uri="{FF2B5EF4-FFF2-40B4-BE49-F238E27FC236}">
                    <a16:creationId xmlns:a16="http://schemas.microsoft.com/office/drawing/2014/main" id="{21AA58B9-D10D-476B-A06D-AD4E6A0566D9}"/>
                  </a:ext>
                </a:extLst>
              </p:cNvPr>
              <p:cNvSpPr/>
              <p:nvPr/>
            </p:nvSpPr>
            <p:spPr>
              <a:xfrm>
                <a:off x="1766367" y="2174197"/>
                <a:ext cx="868189" cy="873662"/>
              </a:xfrm>
              <a:prstGeom prst="rect">
                <a:avLst/>
              </a:prstGeom>
              <a:solidFill>
                <a:srgbClr val="C47500"/>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grpSp>
        <p:grpSp>
          <p:nvGrpSpPr>
            <p:cNvPr id="74" name="Group 12">
              <a:extLst>
                <a:ext uri="{FF2B5EF4-FFF2-40B4-BE49-F238E27FC236}">
                  <a16:creationId xmlns:a16="http://schemas.microsoft.com/office/drawing/2014/main" id="{2CB17C74-DC91-452C-BE86-5A582743A005}"/>
                </a:ext>
              </a:extLst>
            </p:cNvPr>
            <p:cNvGrpSpPr/>
            <p:nvPr/>
          </p:nvGrpSpPr>
          <p:grpSpPr>
            <a:xfrm>
              <a:off x="2996343" y="1022362"/>
              <a:ext cx="1336505" cy="1776954"/>
              <a:chOff x="1719327" y="2086694"/>
              <a:chExt cx="1835319" cy="2440156"/>
            </a:xfrm>
          </p:grpSpPr>
          <p:sp>
            <p:nvSpPr>
              <p:cNvPr id="83" name="ïşḻïďê-Freeform: Shape 13">
                <a:extLst>
                  <a:ext uri="{FF2B5EF4-FFF2-40B4-BE49-F238E27FC236}">
                    <a16:creationId xmlns:a16="http://schemas.microsoft.com/office/drawing/2014/main" id="{E8BD787E-9BE4-4C22-AD1A-89BE1A98A6AB}"/>
                  </a:ext>
                </a:extLst>
              </p:cNvPr>
              <p:cNvSpPr/>
              <p:nvPr/>
            </p:nvSpPr>
            <p:spPr>
              <a:xfrm rot="2968393">
                <a:off x="2108992" y="2867056"/>
                <a:ext cx="2226015" cy="665292"/>
              </a:xfrm>
              <a:custGeom>
                <a:avLst/>
                <a:gdLst>
                  <a:gd name="connsiteX0" fmla="*/ 0 w 2226015"/>
                  <a:gd name="connsiteY0" fmla="*/ 0 h 665292"/>
                  <a:gd name="connsiteX1" fmla="*/ 2226015 w 2226015"/>
                  <a:gd name="connsiteY1" fmla="*/ 387631 h 665292"/>
                  <a:gd name="connsiteX2" fmla="*/ 1988646 w 2226015"/>
                  <a:gd name="connsiteY2" fmla="*/ 665292 h 665292"/>
                  <a:gd name="connsiteX3" fmla="*/ 0 w 2226015"/>
                  <a:gd name="connsiteY3" fmla="*/ 584712 h 665292"/>
                </a:gdLst>
                <a:ahLst/>
                <a:cxnLst>
                  <a:cxn ang="0">
                    <a:pos x="connsiteX0" y="connsiteY0"/>
                  </a:cxn>
                  <a:cxn ang="0">
                    <a:pos x="connsiteX1" y="connsiteY1"/>
                  </a:cxn>
                  <a:cxn ang="0">
                    <a:pos x="connsiteX2" y="connsiteY2"/>
                  </a:cxn>
                  <a:cxn ang="0">
                    <a:pos x="connsiteX3" y="connsiteY3"/>
                  </a:cxn>
                </a:cxnLst>
                <a:rect l="l" t="t" r="r" b="b"/>
                <a:pathLst>
                  <a:path w="2226015" h="665292">
                    <a:moveTo>
                      <a:pt x="0" y="0"/>
                    </a:moveTo>
                    <a:lnTo>
                      <a:pt x="2226015" y="387631"/>
                    </a:lnTo>
                    <a:lnTo>
                      <a:pt x="1988646" y="665292"/>
                    </a:lnTo>
                    <a:lnTo>
                      <a:pt x="0" y="584712"/>
                    </a:lnTo>
                    <a:close/>
                  </a:path>
                </a:pathLst>
              </a:custGeom>
              <a:solidFill>
                <a:schemeClr val="accent3">
                  <a:lumMod val="50000"/>
                </a:schemeClr>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sp>
            <p:nvSpPr>
              <p:cNvPr id="84" name="ïşḻïďê-Freeform: Shape 14">
                <a:extLst>
                  <a:ext uri="{FF2B5EF4-FFF2-40B4-BE49-F238E27FC236}">
                    <a16:creationId xmlns:a16="http://schemas.microsoft.com/office/drawing/2014/main" id="{00A43F40-196B-47F6-87E5-7E6534C7E87C}"/>
                  </a:ext>
                </a:extLst>
              </p:cNvPr>
              <p:cNvSpPr/>
              <p:nvPr/>
            </p:nvSpPr>
            <p:spPr>
              <a:xfrm rot="3107614">
                <a:off x="1586306" y="3132978"/>
                <a:ext cx="2061358" cy="726385"/>
              </a:xfrm>
              <a:custGeom>
                <a:avLst/>
                <a:gdLst>
                  <a:gd name="connsiteX0" fmla="*/ 0 w 2061358"/>
                  <a:gd name="connsiteY0" fmla="*/ 0 h 726385"/>
                  <a:gd name="connsiteX1" fmla="*/ 2061358 w 2061358"/>
                  <a:gd name="connsiteY1" fmla="*/ 0 h 726385"/>
                  <a:gd name="connsiteX2" fmla="*/ 1804470 w 2061358"/>
                  <a:gd name="connsiteY2" fmla="*/ 326370 h 726385"/>
                  <a:gd name="connsiteX3" fmla="*/ 211404 w 2061358"/>
                  <a:gd name="connsiteY3" fmla="*/ 726385 h 726385"/>
                </a:gdLst>
                <a:ahLst/>
                <a:cxnLst>
                  <a:cxn ang="0">
                    <a:pos x="connsiteX0" y="connsiteY0"/>
                  </a:cxn>
                  <a:cxn ang="0">
                    <a:pos x="connsiteX1" y="connsiteY1"/>
                  </a:cxn>
                  <a:cxn ang="0">
                    <a:pos x="connsiteX2" y="connsiteY2"/>
                  </a:cxn>
                  <a:cxn ang="0">
                    <a:pos x="connsiteX3" y="connsiteY3"/>
                  </a:cxn>
                </a:cxnLst>
                <a:rect l="l" t="t" r="r" b="b"/>
                <a:pathLst>
                  <a:path w="2061358" h="726385">
                    <a:moveTo>
                      <a:pt x="0" y="0"/>
                    </a:moveTo>
                    <a:lnTo>
                      <a:pt x="2061358" y="0"/>
                    </a:lnTo>
                    <a:lnTo>
                      <a:pt x="1804470" y="326370"/>
                    </a:lnTo>
                    <a:lnTo>
                      <a:pt x="211404" y="726385"/>
                    </a:lnTo>
                    <a:close/>
                  </a:path>
                </a:pathLst>
              </a:custGeom>
              <a:solidFill>
                <a:schemeClr val="accent3">
                  <a:lumMod val="50000"/>
                </a:schemeClr>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sp>
            <p:nvSpPr>
              <p:cNvPr id="85" name="ïşḻïďê-Rectangle 15">
                <a:extLst>
                  <a:ext uri="{FF2B5EF4-FFF2-40B4-BE49-F238E27FC236}">
                    <a16:creationId xmlns:a16="http://schemas.microsoft.com/office/drawing/2014/main" id="{0855682C-E702-4626-86E0-A769282C9109}"/>
                  </a:ext>
                </a:extLst>
              </p:cNvPr>
              <p:cNvSpPr/>
              <p:nvPr/>
            </p:nvSpPr>
            <p:spPr>
              <a:xfrm>
                <a:off x="1719327" y="2139259"/>
                <a:ext cx="1028900" cy="936051"/>
              </a:xfrm>
              <a:prstGeom prst="rect">
                <a:avLst/>
              </a:prstGeom>
              <a:solidFill>
                <a:schemeClr val="accent3">
                  <a:lumMod val="50000"/>
                </a:schemeClr>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grpSp>
        <p:grpSp>
          <p:nvGrpSpPr>
            <p:cNvPr id="75" name="Group 16">
              <a:extLst>
                <a:ext uri="{FF2B5EF4-FFF2-40B4-BE49-F238E27FC236}">
                  <a16:creationId xmlns:a16="http://schemas.microsoft.com/office/drawing/2014/main" id="{5C4CBB5B-65F2-4873-BCFF-FBD7B5C32D0E}"/>
                </a:ext>
              </a:extLst>
            </p:cNvPr>
            <p:cNvGrpSpPr/>
            <p:nvPr/>
          </p:nvGrpSpPr>
          <p:grpSpPr>
            <a:xfrm flipH="1">
              <a:off x="4959381" y="1027690"/>
              <a:ext cx="1352737" cy="1776954"/>
              <a:chOff x="1697037" y="2086694"/>
              <a:chExt cx="1857609" cy="2440156"/>
            </a:xfrm>
          </p:grpSpPr>
          <p:sp>
            <p:nvSpPr>
              <p:cNvPr id="80" name="ïşḻïďê-Freeform: Shape 17">
                <a:extLst>
                  <a:ext uri="{FF2B5EF4-FFF2-40B4-BE49-F238E27FC236}">
                    <a16:creationId xmlns:a16="http://schemas.microsoft.com/office/drawing/2014/main" id="{F0F5F783-1F5D-4616-93A0-8D261663193D}"/>
                  </a:ext>
                </a:extLst>
              </p:cNvPr>
              <p:cNvSpPr/>
              <p:nvPr/>
            </p:nvSpPr>
            <p:spPr>
              <a:xfrm rot="2968393">
                <a:off x="2108992" y="2867056"/>
                <a:ext cx="2226015" cy="665292"/>
              </a:xfrm>
              <a:custGeom>
                <a:avLst/>
                <a:gdLst>
                  <a:gd name="connsiteX0" fmla="*/ 0 w 2226015"/>
                  <a:gd name="connsiteY0" fmla="*/ 0 h 665292"/>
                  <a:gd name="connsiteX1" fmla="*/ 2226015 w 2226015"/>
                  <a:gd name="connsiteY1" fmla="*/ 387631 h 665292"/>
                  <a:gd name="connsiteX2" fmla="*/ 1988646 w 2226015"/>
                  <a:gd name="connsiteY2" fmla="*/ 665292 h 665292"/>
                  <a:gd name="connsiteX3" fmla="*/ 0 w 2226015"/>
                  <a:gd name="connsiteY3" fmla="*/ 584712 h 665292"/>
                </a:gdLst>
                <a:ahLst/>
                <a:cxnLst>
                  <a:cxn ang="0">
                    <a:pos x="connsiteX0" y="connsiteY0"/>
                  </a:cxn>
                  <a:cxn ang="0">
                    <a:pos x="connsiteX1" y="connsiteY1"/>
                  </a:cxn>
                  <a:cxn ang="0">
                    <a:pos x="connsiteX2" y="connsiteY2"/>
                  </a:cxn>
                  <a:cxn ang="0">
                    <a:pos x="connsiteX3" y="connsiteY3"/>
                  </a:cxn>
                </a:cxnLst>
                <a:rect l="l" t="t" r="r" b="b"/>
                <a:pathLst>
                  <a:path w="2226015" h="665292">
                    <a:moveTo>
                      <a:pt x="0" y="0"/>
                    </a:moveTo>
                    <a:lnTo>
                      <a:pt x="2226015" y="387631"/>
                    </a:lnTo>
                    <a:lnTo>
                      <a:pt x="1988646" y="665292"/>
                    </a:lnTo>
                    <a:lnTo>
                      <a:pt x="0" y="584712"/>
                    </a:lnTo>
                    <a:close/>
                  </a:path>
                </a:pathLst>
              </a:custGeom>
              <a:solidFill>
                <a:srgbClr val="C47500"/>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sp>
            <p:nvSpPr>
              <p:cNvPr id="81" name="ïşḻïďê-Freeform: Shape 18">
                <a:extLst>
                  <a:ext uri="{FF2B5EF4-FFF2-40B4-BE49-F238E27FC236}">
                    <a16:creationId xmlns:a16="http://schemas.microsoft.com/office/drawing/2014/main" id="{3CE726DD-E8FD-46B7-85CC-9DD712F816C4}"/>
                  </a:ext>
                </a:extLst>
              </p:cNvPr>
              <p:cNvSpPr/>
              <p:nvPr/>
            </p:nvSpPr>
            <p:spPr>
              <a:xfrm rot="3107614">
                <a:off x="1586306" y="3132978"/>
                <a:ext cx="2061358" cy="726385"/>
              </a:xfrm>
              <a:custGeom>
                <a:avLst/>
                <a:gdLst>
                  <a:gd name="connsiteX0" fmla="*/ 0 w 2061358"/>
                  <a:gd name="connsiteY0" fmla="*/ 0 h 726385"/>
                  <a:gd name="connsiteX1" fmla="*/ 2061358 w 2061358"/>
                  <a:gd name="connsiteY1" fmla="*/ 0 h 726385"/>
                  <a:gd name="connsiteX2" fmla="*/ 1804470 w 2061358"/>
                  <a:gd name="connsiteY2" fmla="*/ 326370 h 726385"/>
                  <a:gd name="connsiteX3" fmla="*/ 211404 w 2061358"/>
                  <a:gd name="connsiteY3" fmla="*/ 726385 h 726385"/>
                </a:gdLst>
                <a:ahLst/>
                <a:cxnLst>
                  <a:cxn ang="0">
                    <a:pos x="connsiteX0" y="connsiteY0"/>
                  </a:cxn>
                  <a:cxn ang="0">
                    <a:pos x="connsiteX1" y="connsiteY1"/>
                  </a:cxn>
                  <a:cxn ang="0">
                    <a:pos x="connsiteX2" y="connsiteY2"/>
                  </a:cxn>
                  <a:cxn ang="0">
                    <a:pos x="connsiteX3" y="connsiteY3"/>
                  </a:cxn>
                </a:cxnLst>
                <a:rect l="l" t="t" r="r" b="b"/>
                <a:pathLst>
                  <a:path w="2061358" h="726385">
                    <a:moveTo>
                      <a:pt x="0" y="0"/>
                    </a:moveTo>
                    <a:lnTo>
                      <a:pt x="2061358" y="0"/>
                    </a:lnTo>
                    <a:lnTo>
                      <a:pt x="1804470" y="326370"/>
                    </a:lnTo>
                    <a:lnTo>
                      <a:pt x="211404" y="726385"/>
                    </a:lnTo>
                    <a:close/>
                  </a:path>
                </a:pathLst>
              </a:custGeom>
              <a:solidFill>
                <a:srgbClr val="C47500"/>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sp>
            <p:nvSpPr>
              <p:cNvPr id="82" name="ïşḻïďê-Rectangle 19">
                <a:extLst>
                  <a:ext uri="{FF2B5EF4-FFF2-40B4-BE49-F238E27FC236}">
                    <a16:creationId xmlns:a16="http://schemas.microsoft.com/office/drawing/2014/main" id="{4446C61F-FB62-4D09-9597-610938B8D44A}"/>
                  </a:ext>
                </a:extLst>
              </p:cNvPr>
              <p:cNvSpPr/>
              <p:nvPr/>
            </p:nvSpPr>
            <p:spPr>
              <a:xfrm>
                <a:off x="1697037" y="2147298"/>
                <a:ext cx="1051190" cy="928011"/>
              </a:xfrm>
              <a:prstGeom prst="rect">
                <a:avLst/>
              </a:prstGeom>
              <a:solidFill>
                <a:srgbClr val="C47500"/>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grpSp>
        <p:sp>
          <p:nvSpPr>
            <p:cNvPr id="76" name="ïşḻïďê-TextBox 21">
              <a:extLst>
                <a:ext uri="{FF2B5EF4-FFF2-40B4-BE49-F238E27FC236}">
                  <a16:creationId xmlns:a16="http://schemas.microsoft.com/office/drawing/2014/main" id="{A3D63426-A910-4570-A028-7C0457DA9F3D}"/>
                </a:ext>
              </a:extLst>
            </p:cNvPr>
            <p:cNvSpPr txBox="1"/>
            <p:nvPr/>
          </p:nvSpPr>
          <p:spPr>
            <a:xfrm flipH="1">
              <a:off x="5741417" y="1143716"/>
              <a:ext cx="352500" cy="530914"/>
            </a:xfrm>
            <a:prstGeom prst="rect">
              <a:avLst/>
            </a:prstGeom>
            <a:noFill/>
            <a:ln>
              <a:noFill/>
            </a:ln>
            <a:effectLst>
              <a:outerShdw blurRad="149987" dist="250190" dir="8460000" algn="ctr">
                <a:srgbClr val="000000">
                  <a:alpha val="28000"/>
                </a:srgbClr>
              </a:outerShdw>
            </a:effectLst>
            <a:sp3d prstMaterial="metal">
              <a:bevelT w="88900" h="88900"/>
            </a:sp3d>
          </p:spPr>
          <p:txBody>
            <a:bodyPr wrap="none">
              <a:normAutofit lnSpcReduction="10000"/>
            </a:bodyPr>
            <a:lstStyle/>
            <a:p>
              <a:pPr fontAlgn="base">
                <a:spcBef>
                  <a:spcPct val="0"/>
                </a:spcBef>
                <a:spcAft>
                  <a:spcPct val="0"/>
                </a:spcAft>
              </a:pPr>
              <a:r>
                <a:rPr lang="en-US" sz="2800" b="1" dirty="0">
                  <a:solidFill>
                    <a:schemeClr val="bg1"/>
                  </a:solidFill>
                  <a:latin typeface="Aptos" panose="020B0004020202020204" pitchFamily="34" charset="0"/>
                  <a:ea typeface="+mn-ea"/>
                  <a:cs typeface="+mn-ea"/>
                  <a:sym typeface="+mn-lt"/>
                </a:rPr>
                <a:t>2</a:t>
              </a:r>
            </a:p>
          </p:txBody>
        </p:sp>
        <p:sp>
          <p:nvSpPr>
            <p:cNvPr id="77" name="ïşḻïďê-TextBox 22">
              <a:extLst>
                <a:ext uri="{FF2B5EF4-FFF2-40B4-BE49-F238E27FC236}">
                  <a16:creationId xmlns:a16="http://schemas.microsoft.com/office/drawing/2014/main" id="{5E130ABD-2B31-47E8-A1FD-6E67FC28E032}"/>
                </a:ext>
              </a:extLst>
            </p:cNvPr>
            <p:cNvSpPr txBox="1"/>
            <p:nvPr/>
          </p:nvSpPr>
          <p:spPr>
            <a:xfrm flipH="1">
              <a:off x="3238161" y="3714191"/>
              <a:ext cx="352500" cy="530914"/>
            </a:xfrm>
            <a:prstGeom prst="rect">
              <a:avLst/>
            </a:prstGeom>
            <a:noFill/>
            <a:ln>
              <a:noFill/>
            </a:ln>
            <a:effectLst>
              <a:outerShdw blurRad="149987" dist="250190" dir="8460000" algn="ctr">
                <a:srgbClr val="000000">
                  <a:alpha val="28000"/>
                </a:srgbClr>
              </a:outerShdw>
            </a:effectLst>
            <a:sp3d prstMaterial="metal">
              <a:bevelT w="88900" h="88900"/>
            </a:sp3d>
          </p:spPr>
          <p:txBody>
            <a:bodyPr wrap="none">
              <a:normAutofit lnSpcReduction="10000"/>
            </a:bodyPr>
            <a:lstStyle/>
            <a:p>
              <a:pPr fontAlgn="base">
                <a:spcBef>
                  <a:spcPct val="0"/>
                </a:spcBef>
                <a:spcAft>
                  <a:spcPct val="0"/>
                </a:spcAft>
              </a:pPr>
              <a:r>
                <a:rPr lang="id-ID" sz="2800" b="1" dirty="0">
                  <a:solidFill>
                    <a:schemeClr val="bg1"/>
                  </a:solidFill>
                  <a:latin typeface="Aptos" panose="020B0004020202020204" pitchFamily="34" charset="0"/>
                  <a:ea typeface="+mn-ea"/>
                  <a:cs typeface="+mn-ea"/>
                  <a:sym typeface="+mn-lt"/>
                </a:rPr>
                <a:t>3</a:t>
              </a:r>
            </a:p>
          </p:txBody>
        </p:sp>
        <p:sp>
          <p:nvSpPr>
            <p:cNvPr id="78" name="ïşḻïďê-TextBox 23">
              <a:extLst>
                <a:ext uri="{FF2B5EF4-FFF2-40B4-BE49-F238E27FC236}">
                  <a16:creationId xmlns:a16="http://schemas.microsoft.com/office/drawing/2014/main" id="{2D10D591-C43E-47C3-B6BD-648448AE9DE0}"/>
                </a:ext>
              </a:extLst>
            </p:cNvPr>
            <p:cNvSpPr txBox="1"/>
            <p:nvPr/>
          </p:nvSpPr>
          <p:spPr>
            <a:xfrm flipH="1">
              <a:off x="3230146" y="1149045"/>
              <a:ext cx="352500" cy="530914"/>
            </a:xfrm>
            <a:prstGeom prst="rect">
              <a:avLst/>
            </a:prstGeom>
            <a:noFill/>
            <a:ln>
              <a:noFill/>
            </a:ln>
            <a:effectLst>
              <a:outerShdw blurRad="149987" dist="250190" dir="8460000" algn="ctr">
                <a:srgbClr val="000000">
                  <a:alpha val="28000"/>
                </a:srgbClr>
              </a:outerShdw>
            </a:effectLst>
            <a:sp3d prstMaterial="metal">
              <a:bevelT w="88900" h="88900"/>
            </a:sp3d>
          </p:spPr>
          <p:txBody>
            <a:bodyPr wrap="none">
              <a:normAutofit lnSpcReduction="10000"/>
            </a:bodyPr>
            <a:lstStyle/>
            <a:p>
              <a:pPr fontAlgn="base">
                <a:spcBef>
                  <a:spcPct val="0"/>
                </a:spcBef>
                <a:spcAft>
                  <a:spcPct val="0"/>
                </a:spcAft>
              </a:pPr>
              <a:r>
                <a:rPr lang="id-ID" sz="2800" b="1">
                  <a:solidFill>
                    <a:schemeClr val="bg1"/>
                  </a:solidFill>
                  <a:latin typeface="Aptos" panose="020B0004020202020204" pitchFamily="34" charset="0"/>
                  <a:ea typeface="+mn-ea"/>
                  <a:cs typeface="+mn-ea"/>
                  <a:sym typeface="+mn-lt"/>
                </a:rPr>
                <a:t>1</a:t>
              </a:r>
            </a:p>
          </p:txBody>
        </p:sp>
        <p:sp>
          <p:nvSpPr>
            <p:cNvPr id="79" name="ïşḻïďê-TextBox 24">
              <a:extLst>
                <a:ext uri="{FF2B5EF4-FFF2-40B4-BE49-F238E27FC236}">
                  <a16:creationId xmlns:a16="http://schemas.microsoft.com/office/drawing/2014/main" id="{BDF7BF9A-37FB-4A77-8362-EE630301562A}"/>
                </a:ext>
              </a:extLst>
            </p:cNvPr>
            <p:cNvSpPr txBox="1"/>
            <p:nvPr/>
          </p:nvSpPr>
          <p:spPr>
            <a:xfrm flipH="1">
              <a:off x="5655362" y="3723703"/>
              <a:ext cx="352501" cy="530914"/>
            </a:xfrm>
            <a:prstGeom prst="rect">
              <a:avLst/>
            </a:prstGeom>
            <a:noFill/>
            <a:ln>
              <a:noFill/>
            </a:ln>
            <a:effectLst>
              <a:outerShdw blurRad="149987" dist="250190" dir="8460000" algn="ctr">
                <a:srgbClr val="000000">
                  <a:alpha val="28000"/>
                </a:srgbClr>
              </a:outerShdw>
            </a:effectLst>
            <a:sp3d prstMaterial="metal">
              <a:bevelT w="88900" h="88900"/>
            </a:sp3d>
          </p:spPr>
          <p:txBody>
            <a:bodyPr wrap="none">
              <a:normAutofit lnSpcReduction="10000"/>
            </a:bodyPr>
            <a:lstStyle/>
            <a:p>
              <a:pPr fontAlgn="base">
                <a:spcBef>
                  <a:spcPct val="0"/>
                </a:spcBef>
                <a:spcAft>
                  <a:spcPct val="0"/>
                </a:spcAft>
              </a:pPr>
              <a:r>
                <a:rPr lang="id-ID" sz="2800" b="1" dirty="0">
                  <a:solidFill>
                    <a:schemeClr val="bg1"/>
                  </a:solidFill>
                  <a:latin typeface="Aptos" panose="020B0004020202020204" pitchFamily="34" charset="0"/>
                  <a:ea typeface="+mn-ea"/>
                  <a:cs typeface="+mn-ea"/>
                  <a:sym typeface="+mn-lt"/>
                </a:rPr>
                <a:t>4</a:t>
              </a:r>
            </a:p>
          </p:txBody>
        </p:sp>
      </p:grpSp>
      <p:grpSp>
        <p:nvGrpSpPr>
          <p:cNvPr id="92" name="组合 54">
            <a:extLst>
              <a:ext uri="{FF2B5EF4-FFF2-40B4-BE49-F238E27FC236}">
                <a16:creationId xmlns:a16="http://schemas.microsoft.com/office/drawing/2014/main" id="{36DF8F3F-4D60-4D7F-8D2B-24D844E275E0}"/>
              </a:ext>
            </a:extLst>
          </p:cNvPr>
          <p:cNvGrpSpPr/>
          <p:nvPr/>
        </p:nvGrpSpPr>
        <p:grpSpPr>
          <a:xfrm>
            <a:off x="3624845" y="2071755"/>
            <a:ext cx="1202056" cy="1346591"/>
            <a:chOff x="4052355" y="2000449"/>
            <a:chExt cx="1390827" cy="1390828"/>
          </a:xfrm>
          <a:solidFill>
            <a:schemeClr val="tx2">
              <a:lumMod val="95000"/>
            </a:schemeClr>
          </a:solidFill>
          <a:scene3d>
            <a:camera prst="orthographicFront">
              <a:rot lat="0" lon="0" rev="0"/>
            </a:camera>
            <a:lightRig rig="contrasting" dir="t">
              <a:rot lat="0" lon="0" rev="1500000"/>
            </a:lightRig>
          </a:scene3d>
        </p:grpSpPr>
        <p:sp>
          <p:nvSpPr>
            <p:cNvPr id="93" name="ïşḻïďê-Rectangle 20">
              <a:extLst>
                <a:ext uri="{FF2B5EF4-FFF2-40B4-BE49-F238E27FC236}">
                  <a16:creationId xmlns:a16="http://schemas.microsoft.com/office/drawing/2014/main" id="{2A65D526-73AA-4C5C-B99F-FC22B2AC3C57}"/>
                </a:ext>
              </a:extLst>
            </p:cNvPr>
            <p:cNvSpPr/>
            <p:nvPr/>
          </p:nvSpPr>
          <p:spPr>
            <a:xfrm>
              <a:off x="4052355" y="2000449"/>
              <a:ext cx="1390827" cy="1390828"/>
            </a:xfrm>
            <a:prstGeom prst="rect">
              <a:avLst/>
            </a:prstGeom>
            <a:grp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sp>
          <p:nvSpPr>
            <p:cNvPr id="94" name="ïşḻïďê-TextBox 49">
              <a:extLst>
                <a:ext uri="{FF2B5EF4-FFF2-40B4-BE49-F238E27FC236}">
                  <a16:creationId xmlns:a16="http://schemas.microsoft.com/office/drawing/2014/main" id="{3D5422EA-8FB4-4C20-89E5-1B4C273CDB3A}"/>
                </a:ext>
              </a:extLst>
            </p:cNvPr>
            <p:cNvSpPr txBox="1">
              <a:spLocks/>
            </p:cNvSpPr>
            <p:nvPr/>
          </p:nvSpPr>
          <p:spPr>
            <a:xfrm>
              <a:off x="4063706" y="2189385"/>
              <a:ext cx="1341406" cy="868802"/>
            </a:xfrm>
            <a:prstGeom prst="rect">
              <a:avLst/>
            </a:prstGeom>
            <a:grpFill/>
            <a:ln>
              <a:noFill/>
            </a:ln>
            <a:effectLst>
              <a:outerShdw blurRad="149987" dist="250190" dir="8460000" algn="ctr">
                <a:srgbClr val="000000">
                  <a:alpha val="28000"/>
                </a:srgbClr>
              </a:outerShdw>
            </a:effectLst>
            <a:sp3d prstMaterial="metal">
              <a:bevelT w="88900" h="88900"/>
            </a:sp3d>
          </p:spPr>
          <p:txBody>
            <a:bodyPr vert="horz" lIns="91440" tIns="45720" rIns="91440" bIns="45720" anchor="ctr">
              <a:noAutofit/>
            </a:bodyPr>
            <a:lstStyle/>
            <a:p>
              <a:pPr algn="ctr"/>
              <a:r>
                <a:rPr lang="en-US" altLang="zh-CN" b="1" dirty="0">
                  <a:solidFill>
                    <a:schemeClr val="accent1">
                      <a:lumMod val="50000"/>
                    </a:schemeClr>
                  </a:solidFill>
                  <a:latin typeface="Aptos" panose="020B0004020202020204" pitchFamily="34" charset="0"/>
                  <a:ea typeface="+mn-ea"/>
                  <a:cs typeface="+mn-ea"/>
                  <a:sym typeface="+mn-lt"/>
                </a:rPr>
                <a:t>Software</a:t>
              </a:r>
              <a:endParaRPr lang="id-ID" sz="1200" b="1" dirty="0">
                <a:solidFill>
                  <a:schemeClr val="accent1">
                    <a:lumMod val="50000"/>
                  </a:schemeClr>
                </a:solidFill>
                <a:latin typeface="Aptos" panose="020B0004020202020204" pitchFamily="34" charset="0"/>
                <a:ea typeface="+mn-ea"/>
                <a:cs typeface="+mn-ea"/>
                <a:sym typeface="+mn-lt"/>
              </a:endParaRPr>
            </a:p>
          </p:txBody>
        </p:sp>
      </p:grpSp>
      <p:grpSp>
        <p:nvGrpSpPr>
          <p:cNvPr id="95" name="组合 56">
            <a:extLst>
              <a:ext uri="{FF2B5EF4-FFF2-40B4-BE49-F238E27FC236}">
                <a16:creationId xmlns:a16="http://schemas.microsoft.com/office/drawing/2014/main" id="{33AB81CF-6B66-4C26-813F-5401953E8094}"/>
              </a:ext>
            </a:extLst>
          </p:cNvPr>
          <p:cNvGrpSpPr/>
          <p:nvPr/>
        </p:nvGrpSpPr>
        <p:grpSpPr>
          <a:xfrm>
            <a:off x="450385" y="1145777"/>
            <a:ext cx="7388838" cy="3426671"/>
            <a:chOff x="-194103" y="1101734"/>
            <a:chExt cx="9534526" cy="3465198"/>
          </a:xfrm>
          <a:scene3d>
            <a:camera prst="orthographicFront">
              <a:rot lat="0" lon="0" rev="0"/>
            </a:camera>
            <a:lightRig rig="contrasting" dir="t">
              <a:rot lat="0" lon="0" rev="1500000"/>
            </a:lightRig>
          </a:scene3d>
        </p:grpSpPr>
        <p:grpSp>
          <p:nvGrpSpPr>
            <p:cNvPr id="96" name="Group 25">
              <a:extLst>
                <a:ext uri="{FF2B5EF4-FFF2-40B4-BE49-F238E27FC236}">
                  <a16:creationId xmlns:a16="http://schemas.microsoft.com/office/drawing/2014/main" id="{23C89206-AA5D-4BDB-83BD-0AF41228A71A}"/>
                </a:ext>
              </a:extLst>
            </p:cNvPr>
            <p:cNvGrpSpPr/>
            <p:nvPr/>
          </p:nvGrpSpPr>
          <p:grpSpPr>
            <a:xfrm flipH="1">
              <a:off x="2377906" y="1116035"/>
              <a:ext cx="562942" cy="570855"/>
              <a:chOff x="7379423" y="1799778"/>
              <a:chExt cx="750590" cy="783911"/>
            </a:xfrm>
          </p:grpSpPr>
          <p:sp>
            <p:nvSpPr>
              <p:cNvPr id="121" name="îṣļîḑé-Straight Connector 26">
                <a:extLst>
                  <a:ext uri="{FF2B5EF4-FFF2-40B4-BE49-F238E27FC236}">
                    <a16:creationId xmlns:a16="http://schemas.microsoft.com/office/drawing/2014/main" id="{920186A2-76CE-4D4E-8845-B717A51BE8EF}"/>
                  </a:ext>
                </a:extLst>
              </p:cNvPr>
              <p:cNvSpPr/>
              <p:nvPr/>
            </p:nvSpPr>
            <p:spPr>
              <a:xfrm rot="10800000" flipH="1" flipV="1">
                <a:off x="8130013" y="1799778"/>
                <a:ext cx="0" cy="783911"/>
              </a:xfrm>
              <a:prstGeom prst="line">
                <a:avLst/>
              </a:prstGeom>
              <a:noFill/>
              <a:ln w="12700" cap="flat">
                <a:noFill/>
                <a:prstDash val="solid"/>
                <a:miter lim="400000"/>
              </a:ln>
              <a:effectLst>
                <a:outerShdw blurRad="149987" dist="250190" dir="8460000" algn="ctr">
                  <a:srgbClr val="000000">
                    <a:alpha val="28000"/>
                  </a:srgbClr>
                </a:outerShdw>
              </a:effectLst>
              <a:sp3d prstMaterial="metal">
                <a:bevelT w="88900" h="88900"/>
              </a:sp3d>
            </p:spPr>
            <p:txBody>
              <a:bodyPr anchor="ctr"/>
              <a:lstStyle/>
              <a:p>
                <a:pPr algn="ctr"/>
                <a:endParaRPr sz="1600" b="1" dirty="0">
                  <a:latin typeface="Aptos" panose="020B0004020202020204" pitchFamily="34" charset="0"/>
                  <a:ea typeface="+mn-ea"/>
                  <a:cs typeface="+mn-ea"/>
                  <a:sym typeface="+mn-lt"/>
                </a:endParaRPr>
              </a:p>
            </p:txBody>
          </p:sp>
          <p:cxnSp>
            <p:nvCxnSpPr>
              <p:cNvPr id="122" name="îṣļîḑé-Straight Connector 27">
                <a:extLst>
                  <a:ext uri="{FF2B5EF4-FFF2-40B4-BE49-F238E27FC236}">
                    <a16:creationId xmlns:a16="http://schemas.microsoft.com/office/drawing/2014/main" id="{862F1F4C-F6BD-4E0A-9EDD-45740B8A33F5}"/>
                  </a:ext>
                </a:extLst>
              </p:cNvPr>
              <p:cNvCxnSpPr/>
              <p:nvPr/>
            </p:nvCxnSpPr>
            <p:spPr>
              <a:xfrm>
                <a:off x="7403043" y="2196497"/>
                <a:ext cx="726010" cy="0"/>
              </a:xfrm>
              <a:prstGeom prst="line">
                <a:avLst/>
              </a:prstGeom>
              <a:ln w="12700">
                <a:noFill/>
                <a:headEnd type="none" w="med" len="med"/>
                <a:tailEnd type="none" w="med" len="med"/>
              </a:ln>
              <a:effectLst>
                <a:outerShdw blurRad="149987" dist="250190" dir="8460000" algn="ctr">
                  <a:srgbClr val="000000">
                    <a:alpha val="28000"/>
                  </a:srgbClr>
                </a:outerShdw>
              </a:effectLst>
              <a:sp3d prstMaterial="metal">
                <a:bevelT w="88900" h="88900"/>
              </a:sp3d>
            </p:spPr>
            <p:style>
              <a:lnRef idx="1">
                <a:schemeClr val="accent1"/>
              </a:lnRef>
              <a:fillRef idx="0">
                <a:schemeClr val="accent1"/>
              </a:fillRef>
              <a:effectRef idx="0">
                <a:schemeClr val="accent1"/>
              </a:effectRef>
              <a:fontRef idx="minor">
                <a:schemeClr val="tx1"/>
              </a:fontRef>
            </p:style>
          </p:cxnSp>
          <p:sp>
            <p:nvSpPr>
              <p:cNvPr id="123" name="îṣļîḑé-Oval 28">
                <a:extLst>
                  <a:ext uri="{FF2B5EF4-FFF2-40B4-BE49-F238E27FC236}">
                    <a16:creationId xmlns:a16="http://schemas.microsoft.com/office/drawing/2014/main" id="{1614B5CB-AC8B-4759-BDAC-57C8FCE9E6F9}"/>
                  </a:ext>
                </a:extLst>
              </p:cNvPr>
              <p:cNvSpPr/>
              <p:nvPr/>
            </p:nvSpPr>
            <p:spPr>
              <a:xfrm rot="10800000">
                <a:off x="7379423" y="2141316"/>
                <a:ext cx="100836" cy="100836"/>
              </a:xfrm>
              <a:prstGeom prst="ellipse">
                <a:avLst/>
              </a:prstGeom>
              <a:solidFill>
                <a:schemeClr val="bg2"/>
              </a:solidFill>
              <a:ln w="19050">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grpSp>
        <p:grpSp>
          <p:nvGrpSpPr>
            <p:cNvPr id="97" name="Group 31">
              <a:extLst>
                <a:ext uri="{FF2B5EF4-FFF2-40B4-BE49-F238E27FC236}">
                  <a16:creationId xmlns:a16="http://schemas.microsoft.com/office/drawing/2014/main" id="{D4C0D7F1-61D7-471F-B58A-752F7448B538}"/>
                </a:ext>
              </a:extLst>
            </p:cNvPr>
            <p:cNvGrpSpPr/>
            <p:nvPr/>
          </p:nvGrpSpPr>
          <p:grpSpPr>
            <a:xfrm>
              <a:off x="6345220" y="1116035"/>
              <a:ext cx="562942" cy="570855"/>
              <a:chOff x="7379423" y="1799778"/>
              <a:chExt cx="750590" cy="783911"/>
            </a:xfrm>
          </p:grpSpPr>
          <p:sp>
            <p:nvSpPr>
              <p:cNvPr id="118" name="îṣļîḑé-Straight Connector 32">
                <a:extLst>
                  <a:ext uri="{FF2B5EF4-FFF2-40B4-BE49-F238E27FC236}">
                    <a16:creationId xmlns:a16="http://schemas.microsoft.com/office/drawing/2014/main" id="{6CA11B49-D95E-41BF-A23F-27DF0DDEDADE}"/>
                  </a:ext>
                </a:extLst>
              </p:cNvPr>
              <p:cNvSpPr/>
              <p:nvPr/>
            </p:nvSpPr>
            <p:spPr>
              <a:xfrm rot="10800000" flipH="1" flipV="1">
                <a:off x="8130013" y="1799778"/>
                <a:ext cx="0" cy="783911"/>
              </a:xfrm>
              <a:prstGeom prst="line">
                <a:avLst/>
              </a:prstGeom>
              <a:noFill/>
              <a:ln w="12700" cap="flat">
                <a:noFill/>
                <a:prstDash val="solid"/>
                <a:miter lim="400000"/>
              </a:ln>
              <a:effectLst>
                <a:outerShdw blurRad="149987" dist="250190" dir="8460000" algn="ctr">
                  <a:srgbClr val="000000">
                    <a:alpha val="28000"/>
                  </a:srgbClr>
                </a:outerShdw>
              </a:effectLst>
              <a:sp3d prstMaterial="metal">
                <a:bevelT w="88900" h="88900"/>
              </a:sp3d>
            </p:spPr>
            <p:txBody>
              <a:bodyPr anchor="ctr"/>
              <a:lstStyle/>
              <a:p>
                <a:pPr algn="ctr"/>
                <a:endParaRPr sz="1600" b="1" dirty="0">
                  <a:latin typeface="Aptos" panose="020B0004020202020204" pitchFamily="34" charset="0"/>
                  <a:ea typeface="+mn-ea"/>
                  <a:cs typeface="+mn-ea"/>
                  <a:sym typeface="+mn-lt"/>
                </a:endParaRPr>
              </a:p>
            </p:txBody>
          </p:sp>
          <p:cxnSp>
            <p:nvCxnSpPr>
              <p:cNvPr id="119" name="îṣļîḑé-Straight Connector 33">
                <a:extLst>
                  <a:ext uri="{FF2B5EF4-FFF2-40B4-BE49-F238E27FC236}">
                    <a16:creationId xmlns:a16="http://schemas.microsoft.com/office/drawing/2014/main" id="{DD4461C4-E42C-4E1B-BB99-DC2BCCA6A8A5}"/>
                  </a:ext>
                </a:extLst>
              </p:cNvPr>
              <p:cNvCxnSpPr/>
              <p:nvPr/>
            </p:nvCxnSpPr>
            <p:spPr>
              <a:xfrm>
                <a:off x="7403043" y="2196497"/>
                <a:ext cx="726010" cy="0"/>
              </a:xfrm>
              <a:prstGeom prst="line">
                <a:avLst/>
              </a:prstGeom>
              <a:ln w="12700">
                <a:noFill/>
                <a:headEnd type="none" w="med" len="med"/>
                <a:tailEnd type="none" w="med" len="med"/>
              </a:ln>
              <a:effectLst>
                <a:outerShdw blurRad="149987" dist="250190" dir="8460000" algn="ctr">
                  <a:srgbClr val="000000">
                    <a:alpha val="28000"/>
                  </a:srgbClr>
                </a:outerShdw>
              </a:effectLst>
              <a:sp3d prstMaterial="metal">
                <a:bevelT w="88900" h="88900"/>
              </a:sp3d>
            </p:spPr>
            <p:style>
              <a:lnRef idx="1">
                <a:schemeClr val="accent1"/>
              </a:lnRef>
              <a:fillRef idx="0">
                <a:schemeClr val="accent1"/>
              </a:fillRef>
              <a:effectRef idx="0">
                <a:schemeClr val="accent1"/>
              </a:effectRef>
              <a:fontRef idx="minor">
                <a:schemeClr val="tx1"/>
              </a:fontRef>
            </p:style>
          </p:cxnSp>
          <p:sp>
            <p:nvSpPr>
              <p:cNvPr id="120" name="îṣļîḑé-Oval 34">
                <a:extLst>
                  <a:ext uri="{FF2B5EF4-FFF2-40B4-BE49-F238E27FC236}">
                    <a16:creationId xmlns:a16="http://schemas.microsoft.com/office/drawing/2014/main" id="{C21D379F-0121-4F5D-96C9-5B3B9801B8C3}"/>
                  </a:ext>
                </a:extLst>
              </p:cNvPr>
              <p:cNvSpPr/>
              <p:nvPr/>
            </p:nvSpPr>
            <p:spPr>
              <a:xfrm rot="10800000">
                <a:off x="7379423" y="2141316"/>
                <a:ext cx="100836" cy="100836"/>
              </a:xfrm>
              <a:prstGeom prst="ellipse">
                <a:avLst/>
              </a:prstGeom>
              <a:solidFill>
                <a:schemeClr val="bg2"/>
              </a:solidFill>
              <a:ln w="19050">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grpSp>
        <p:grpSp>
          <p:nvGrpSpPr>
            <p:cNvPr id="98" name="Group 35">
              <a:extLst>
                <a:ext uri="{FF2B5EF4-FFF2-40B4-BE49-F238E27FC236}">
                  <a16:creationId xmlns:a16="http://schemas.microsoft.com/office/drawing/2014/main" id="{8709A31E-B4FE-434D-A059-2803B27D32CF}"/>
                </a:ext>
              </a:extLst>
            </p:cNvPr>
            <p:cNvGrpSpPr/>
            <p:nvPr/>
          </p:nvGrpSpPr>
          <p:grpSpPr>
            <a:xfrm>
              <a:off x="6330728" y="3696021"/>
              <a:ext cx="562941" cy="570855"/>
              <a:chOff x="7379423" y="1799778"/>
              <a:chExt cx="750589" cy="783911"/>
            </a:xfrm>
          </p:grpSpPr>
          <p:sp>
            <p:nvSpPr>
              <p:cNvPr id="115" name="îṣļîḑé-Straight Connector 36">
                <a:extLst>
                  <a:ext uri="{FF2B5EF4-FFF2-40B4-BE49-F238E27FC236}">
                    <a16:creationId xmlns:a16="http://schemas.microsoft.com/office/drawing/2014/main" id="{E3B9F02F-DB6A-4C26-B9FB-437CE08ADF67}"/>
                  </a:ext>
                </a:extLst>
              </p:cNvPr>
              <p:cNvSpPr/>
              <p:nvPr/>
            </p:nvSpPr>
            <p:spPr>
              <a:xfrm rot="10800000" flipH="1" flipV="1">
                <a:off x="8130012" y="1799778"/>
                <a:ext cx="0" cy="783911"/>
              </a:xfrm>
              <a:prstGeom prst="line">
                <a:avLst/>
              </a:prstGeom>
              <a:noFill/>
              <a:ln w="12700" cap="flat">
                <a:noFill/>
                <a:prstDash val="solid"/>
                <a:miter lim="400000"/>
              </a:ln>
              <a:effectLst>
                <a:outerShdw blurRad="149987" dist="250190" dir="8460000" algn="ctr">
                  <a:srgbClr val="000000">
                    <a:alpha val="28000"/>
                  </a:srgbClr>
                </a:outerShdw>
              </a:effectLst>
              <a:sp3d prstMaterial="metal">
                <a:bevelT w="88900" h="88900"/>
              </a:sp3d>
            </p:spPr>
            <p:txBody>
              <a:bodyPr anchor="ctr"/>
              <a:lstStyle/>
              <a:p>
                <a:pPr algn="ctr"/>
                <a:endParaRPr sz="1600" b="1" dirty="0">
                  <a:latin typeface="Aptos" panose="020B0004020202020204" pitchFamily="34" charset="0"/>
                  <a:ea typeface="+mn-ea"/>
                  <a:cs typeface="+mn-ea"/>
                  <a:sym typeface="+mn-lt"/>
                </a:endParaRPr>
              </a:p>
            </p:txBody>
          </p:sp>
          <p:cxnSp>
            <p:nvCxnSpPr>
              <p:cNvPr id="116" name="îṣļîḑé-Straight Connector 37">
                <a:extLst>
                  <a:ext uri="{FF2B5EF4-FFF2-40B4-BE49-F238E27FC236}">
                    <a16:creationId xmlns:a16="http://schemas.microsoft.com/office/drawing/2014/main" id="{8CD9F6A2-84AD-4FA5-8462-D6221F932FDB}"/>
                  </a:ext>
                </a:extLst>
              </p:cNvPr>
              <p:cNvCxnSpPr/>
              <p:nvPr/>
            </p:nvCxnSpPr>
            <p:spPr>
              <a:xfrm>
                <a:off x="7403046" y="2196497"/>
                <a:ext cx="726011" cy="0"/>
              </a:xfrm>
              <a:prstGeom prst="line">
                <a:avLst/>
              </a:prstGeom>
              <a:ln w="12700">
                <a:noFill/>
                <a:headEnd type="none" w="med" len="med"/>
                <a:tailEnd type="none" w="med" len="med"/>
              </a:ln>
              <a:effectLst>
                <a:outerShdw blurRad="149987" dist="250190" dir="8460000" algn="ctr">
                  <a:srgbClr val="000000">
                    <a:alpha val="28000"/>
                  </a:srgbClr>
                </a:outerShdw>
              </a:effectLst>
              <a:sp3d prstMaterial="metal">
                <a:bevelT w="88900" h="88900"/>
              </a:sp3d>
            </p:spPr>
            <p:style>
              <a:lnRef idx="1">
                <a:schemeClr val="accent1"/>
              </a:lnRef>
              <a:fillRef idx="0">
                <a:schemeClr val="accent1"/>
              </a:fillRef>
              <a:effectRef idx="0">
                <a:schemeClr val="accent1"/>
              </a:effectRef>
              <a:fontRef idx="minor">
                <a:schemeClr val="tx1"/>
              </a:fontRef>
            </p:style>
          </p:cxnSp>
          <p:sp>
            <p:nvSpPr>
              <p:cNvPr id="117" name="îṣļîḑé-Oval 38">
                <a:extLst>
                  <a:ext uri="{FF2B5EF4-FFF2-40B4-BE49-F238E27FC236}">
                    <a16:creationId xmlns:a16="http://schemas.microsoft.com/office/drawing/2014/main" id="{BDD70EDB-0C87-48D5-BC4C-DAA6A562FA26}"/>
                  </a:ext>
                </a:extLst>
              </p:cNvPr>
              <p:cNvSpPr/>
              <p:nvPr/>
            </p:nvSpPr>
            <p:spPr>
              <a:xfrm rot="10800000">
                <a:off x="7379423" y="2141316"/>
                <a:ext cx="100836" cy="100836"/>
              </a:xfrm>
              <a:prstGeom prst="ellipse">
                <a:avLst/>
              </a:prstGeom>
              <a:solidFill>
                <a:schemeClr val="bg2"/>
              </a:solidFill>
              <a:ln w="19050">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grpSp>
        <p:grpSp>
          <p:nvGrpSpPr>
            <p:cNvPr id="99" name="Group 39">
              <a:extLst>
                <a:ext uri="{FF2B5EF4-FFF2-40B4-BE49-F238E27FC236}">
                  <a16:creationId xmlns:a16="http://schemas.microsoft.com/office/drawing/2014/main" id="{0A040752-8580-4275-B4F0-161A83C75B2C}"/>
                </a:ext>
              </a:extLst>
            </p:cNvPr>
            <p:cNvGrpSpPr/>
            <p:nvPr/>
          </p:nvGrpSpPr>
          <p:grpSpPr>
            <a:xfrm flipH="1">
              <a:off x="2377906" y="3689419"/>
              <a:ext cx="562942" cy="570855"/>
              <a:chOff x="7379423" y="1799778"/>
              <a:chExt cx="750590" cy="783911"/>
            </a:xfrm>
          </p:grpSpPr>
          <p:sp>
            <p:nvSpPr>
              <p:cNvPr id="112" name="îṣļîḑé-Straight Connector 40">
                <a:extLst>
                  <a:ext uri="{FF2B5EF4-FFF2-40B4-BE49-F238E27FC236}">
                    <a16:creationId xmlns:a16="http://schemas.microsoft.com/office/drawing/2014/main" id="{9E508868-BA37-48BE-A7D9-66D42455E04F}"/>
                  </a:ext>
                </a:extLst>
              </p:cNvPr>
              <p:cNvSpPr/>
              <p:nvPr/>
            </p:nvSpPr>
            <p:spPr>
              <a:xfrm rot="10800000" flipH="1" flipV="1">
                <a:off x="8130013" y="1799778"/>
                <a:ext cx="0" cy="783911"/>
              </a:xfrm>
              <a:prstGeom prst="line">
                <a:avLst/>
              </a:prstGeom>
              <a:noFill/>
              <a:ln w="12700" cap="flat">
                <a:noFill/>
                <a:prstDash val="solid"/>
                <a:miter lim="400000"/>
              </a:ln>
              <a:effectLst>
                <a:outerShdw blurRad="149987" dist="250190" dir="8460000" algn="ctr">
                  <a:srgbClr val="000000">
                    <a:alpha val="28000"/>
                  </a:srgbClr>
                </a:outerShdw>
              </a:effectLst>
              <a:sp3d prstMaterial="metal">
                <a:bevelT w="88900" h="88900"/>
              </a:sp3d>
            </p:spPr>
            <p:txBody>
              <a:bodyPr anchor="ctr"/>
              <a:lstStyle/>
              <a:p>
                <a:pPr algn="ctr"/>
                <a:endParaRPr sz="1600" b="1" dirty="0">
                  <a:latin typeface="Aptos" panose="020B0004020202020204" pitchFamily="34" charset="0"/>
                  <a:ea typeface="+mn-ea"/>
                  <a:cs typeface="+mn-ea"/>
                  <a:sym typeface="+mn-lt"/>
                </a:endParaRPr>
              </a:p>
            </p:txBody>
          </p:sp>
          <p:cxnSp>
            <p:nvCxnSpPr>
              <p:cNvPr id="113" name="îṣļîḑé-Straight Connector 41">
                <a:extLst>
                  <a:ext uri="{FF2B5EF4-FFF2-40B4-BE49-F238E27FC236}">
                    <a16:creationId xmlns:a16="http://schemas.microsoft.com/office/drawing/2014/main" id="{03824056-3050-4277-B12F-3A4A24831235}"/>
                  </a:ext>
                </a:extLst>
              </p:cNvPr>
              <p:cNvCxnSpPr/>
              <p:nvPr/>
            </p:nvCxnSpPr>
            <p:spPr>
              <a:xfrm>
                <a:off x="7403036" y="2196497"/>
                <a:ext cx="726011" cy="0"/>
              </a:xfrm>
              <a:prstGeom prst="line">
                <a:avLst/>
              </a:prstGeom>
              <a:ln w="12700">
                <a:noFill/>
                <a:headEnd type="none" w="med" len="med"/>
                <a:tailEnd type="none" w="med" len="med"/>
              </a:ln>
              <a:effectLst>
                <a:outerShdw blurRad="149987" dist="250190" dir="8460000" algn="ctr">
                  <a:srgbClr val="000000">
                    <a:alpha val="28000"/>
                  </a:srgbClr>
                </a:outerShdw>
              </a:effectLst>
              <a:sp3d prstMaterial="metal">
                <a:bevelT w="88900" h="88900"/>
              </a:sp3d>
            </p:spPr>
            <p:style>
              <a:lnRef idx="1">
                <a:schemeClr val="accent1"/>
              </a:lnRef>
              <a:fillRef idx="0">
                <a:schemeClr val="accent1"/>
              </a:fillRef>
              <a:effectRef idx="0">
                <a:schemeClr val="accent1"/>
              </a:effectRef>
              <a:fontRef idx="minor">
                <a:schemeClr val="tx1"/>
              </a:fontRef>
            </p:style>
          </p:cxnSp>
          <p:sp>
            <p:nvSpPr>
              <p:cNvPr id="114" name="ïşḻïďê-Oval 42">
                <a:extLst>
                  <a:ext uri="{FF2B5EF4-FFF2-40B4-BE49-F238E27FC236}">
                    <a16:creationId xmlns:a16="http://schemas.microsoft.com/office/drawing/2014/main" id="{3B966867-00D0-4554-A82B-8A51BEA97E56}"/>
                  </a:ext>
                </a:extLst>
              </p:cNvPr>
              <p:cNvSpPr/>
              <p:nvPr/>
            </p:nvSpPr>
            <p:spPr>
              <a:xfrm rot="10800000">
                <a:off x="7379423" y="2141316"/>
                <a:ext cx="100836" cy="100836"/>
              </a:xfrm>
              <a:prstGeom prst="ellipse">
                <a:avLst/>
              </a:prstGeom>
              <a:solidFill>
                <a:schemeClr val="bg2"/>
              </a:solidFill>
              <a:ln w="19050">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b="1" dirty="0">
                  <a:latin typeface="Aptos" panose="020B0004020202020204" pitchFamily="34" charset="0"/>
                  <a:cs typeface="+mn-ea"/>
                  <a:sym typeface="+mn-lt"/>
                </a:endParaRPr>
              </a:p>
            </p:txBody>
          </p:sp>
        </p:grpSp>
        <p:grpSp>
          <p:nvGrpSpPr>
            <p:cNvPr id="100" name="Group 50">
              <a:extLst>
                <a:ext uri="{FF2B5EF4-FFF2-40B4-BE49-F238E27FC236}">
                  <a16:creationId xmlns:a16="http://schemas.microsoft.com/office/drawing/2014/main" id="{12135B28-2ECC-47B2-B1E1-D8A25DAD1D5F}"/>
                </a:ext>
              </a:extLst>
            </p:cNvPr>
            <p:cNvGrpSpPr/>
            <p:nvPr/>
          </p:nvGrpSpPr>
          <p:grpSpPr>
            <a:xfrm>
              <a:off x="454241" y="3590274"/>
              <a:ext cx="1869270" cy="925692"/>
              <a:chOff x="719667" y="4142876"/>
              <a:chExt cx="2448144" cy="1234255"/>
            </a:xfrm>
          </p:grpSpPr>
          <p:sp>
            <p:nvSpPr>
              <p:cNvPr id="110" name="ïşḻïďê-TextBox 51">
                <a:extLst>
                  <a:ext uri="{FF2B5EF4-FFF2-40B4-BE49-F238E27FC236}">
                    <a16:creationId xmlns:a16="http://schemas.microsoft.com/office/drawing/2014/main" id="{16DB70C8-2EEC-46B2-BC5A-1A4834961D11}"/>
                  </a:ext>
                </a:extLst>
              </p:cNvPr>
              <p:cNvSpPr txBox="1">
                <a:spLocks/>
              </p:cNvSpPr>
              <p:nvPr/>
            </p:nvSpPr>
            <p:spPr>
              <a:xfrm>
                <a:off x="1846929" y="4142876"/>
                <a:ext cx="1320882" cy="404261"/>
              </a:xfrm>
              <a:prstGeom prst="rect">
                <a:avLst/>
              </a:prstGeom>
              <a:ln>
                <a:noFill/>
              </a:ln>
              <a:effectLst>
                <a:outerShdw blurRad="149987" dist="250190" dir="8460000" algn="ctr">
                  <a:srgbClr val="000000">
                    <a:alpha val="28000"/>
                  </a:srgbClr>
                </a:outerShdw>
              </a:effectLst>
              <a:sp3d prstMaterial="metal">
                <a:bevelT w="88900" h="88900"/>
              </a:sp3d>
            </p:spPr>
            <p:txBody>
              <a:bodyPr wrap="none" lIns="0" tIns="0" rIns="0" bIns="0">
                <a:normAutofit/>
              </a:bodyPr>
              <a:lstStyle/>
              <a:p>
                <a:pPr algn="r"/>
                <a:r>
                  <a:rPr lang="en-US" altLang="zh-CN" b="1" dirty="0">
                    <a:solidFill>
                      <a:schemeClr val="accent1">
                        <a:lumMod val="50000"/>
                      </a:schemeClr>
                    </a:solidFill>
                    <a:latin typeface="Aptos" panose="020B0004020202020204" pitchFamily="34" charset="0"/>
                    <a:ea typeface="+mn-ea"/>
                    <a:cs typeface="+mn-ea"/>
                    <a:sym typeface="+mn-lt"/>
                  </a:rPr>
                  <a:t>Development</a:t>
                </a:r>
                <a:endParaRPr lang="zh-CN" altLang="en-US" b="1" dirty="0">
                  <a:solidFill>
                    <a:schemeClr val="accent1">
                      <a:lumMod val="50000"/>
                    </a:schemeClr>
                  </a:solidFill>
                  <a:latin typeface="Aptos" panose="020B0004020202020204" pitchFamily="34" charset="0"/>
                  <a:ea typeface="+mn-ea"/>
                  <a:cs typeface="+mn-ea"/>
                  <a:sym typeface="+mn-lt"/>
                </a:endParaRPr>
              </a:p>
            </p:txBody>
          </p:sp>
          <p:sp>
            <p:nvSpPr>
              <p:cNvPr id="111" name="ïşḻïďê-TextBox 52">
                <a:extLst>
                  <a:ext uri="{FF2B5EF4-FFF2-40B4-BE49-F238E27FC236}">
                    <a16:creationId xmlns:a16="http://schemas.microsoft.com/office/drawing/2014/main" id="{D12A796F-D6E6-4021-A495-1EAD9048E49D}"/>
                  </a:ext>
                </a:extLst>
              </p:cNvPr>
              <p:cNvSpPr txBox="1">
                <a:spLocks/>
              </p:cNvSpPr>
              <p:nvPr/>
            </p:nvSpPr>
            <p:spPr>
              <a:xfrm>
                <a:off x="719667" y="4471447"/>
                <a:ext cx="2448144" cy="905684"/>
              </a:xfrm>
              <a:prstGeom prst="rect">
                <a:avLst/>
              </a:prstGeom>
              <a:ln>
                <a:noFill/>
              </a:ln>
              <a:effectLst>
                <a:outerShdw blurRad="149987" dist="250190" dir="8460000" algn="ctr">
                  <a:srgbClr val="000000">
                    <a:alpha val="28000"/>
                  </a:srgbClr>
                </a:outerShdw>
              </a:effectLst>
              <a:sp3d prstMaterial="metal">
                <a:bevelT w="88900" h="88900"/>
              </a:sp3d>
            </p:spPr>
            <p:txBody>
              <a:bodyPr wrap="square" lIns="0" tIns="0" rIns="0" bIns="0" anchor="t" anchorCtr="0">
                <a:normAutofit/>
              </a:bodyPr>
              <a:lstStyle/>
              <a:p>
                <a:pPr algn="r">
                  <a:lnSpc>
                    <a:spcPct val="120000"/>
                  </a:lnSpc>
                </a:pPr>
                <a:r>
                  <a:rPr lang="en-US" sz="1100" dirty="0">
                    <a:latin typeface="Aptos" panose="020B0004020202020204" pitchFamily="34" charset="0"/>
                  </a:rPr>
                  <a:t>It s the process used to create software by writing code.</a:t>
                </a:r>
                <a:endParaRPr lang="zh-CN" altLang="en-US" sz="1100" dirty="0">
                  <a:latin typeface="Aptos" panose="020B0004020202020204" pitchFamily="34" charset="0"/>
                  <a:ea typeface="+mn-ea"/>
                  <a:cs typeface="+mn-ea"/>
                  <a:sym typeface="+mn-lt"/>
                </a:endParaRPr>
              </a:p>
            </p:txBody>
          </p:sp>
        </p:grpSp>
        <p:grpSp>
          <p:nvGrpSpPr>
            <p:cNvPr id="101" name="Group 62">
              <a:extLst>
                <a:ext uri="{FF2B5EF4-FFF2-40B4-BE49-F238E27FC236}">
                  <a16:creationId xmlns:a16="http://schemas.microsoft.com/office/drawing/2014/main" id="{E5AAA860-71AF-4A13-BBA8-F375BD2A7EDA}"/>
                </a:ext>
              </a:extLst>
            </p:cNvPr>
            <p:cNvGrpSpPr/>
            <p:nvPr/>
          </p:nvGrpSpPr>
          <p:grpSpPr>
            <a:xfrm>
              <a:off x="6972133" y="1101734"/>
              <a:ext cx="2368290" cy="1049953"/>
              <a:chOff x="9159026" y="1475738"/>
              <a:chExt cx="2989490" cy="1399938"/>
            </a:xfrm>
          </p:grpSpPr>
          <p:sp>
            <p:nvSpPr>
              <p:cNvPr id="108" name="ïşḻïďê-TextBox 54">
                <a:extLst>
                  <a:ext uri="{FF2B5EF4-FFF2-40B4-BE49-F238E27FC236}">
                    <a16:creationId xmlns:a16="http://schemas.microsoft.com/office/drawing/2014/main" id="{437BB22B-741E-4DCA-A854-3DE8CDEAE011}"/>
                  </a:ext>
                </a:extLst>
              </p:cNvPr>
              <p:cNvSpPr txBox="1">
                <a:spLocks/>
              </p:cNvSpPr>
              <p:nvPr/>
            </p:nvSpPr>
            <p:spPr>
              <a:xfrm>
                <a:off x="9228347" y="1475738"/>
                <a:ext cx="2055647" cy="404263"/>
              </a:xfrm>
              <a:prstGeom prst="rect">
                <a:avLst/>
              </a:prstGeom>
              <a:ln>
                <a:noFill/>
              </a:ln>
              <a:effectLst>
                <a:outerShdw blurRad="149987" dist="250190" dir="8460000" algn="ctr">
                  <a:srgbClr val="000000">
                    <a:alpha val="28000"/>
                  </a:srgbClr>
                </a:outerShdw>
              </a:effectLst>
              <a:sp3d prstMaterial="metal">
                <a:bevelT w="88900" h="88900"/>
              </a:sp3d>
            </p:spPr>
            <p:txBody>
              <a:bodyPr wrap="none" lIns="0" tIns="0" rIns="0" bIns="0" anchor="b" anchorCtr="0">
                <a:normAutofit fontScale="92500"/>
              </a:bodyPr>
              <a:lstStyle/>
              <a:p>
                <a:r>
                  <a:rPr lang="en-US" altLang="zh-CN" b="1" dirty="0">
                    <a:solidFill>
                      <a:srgbClr val="C47500"/>
                    </a:solidFill>
                    <a:latin typeface="Aptos" panose="020B0004020202020204" pitchFamily="34" charset="0"/>
                    <a:ea typeface="+mn-ea"/>
                    <a:cs typeface="+mn-ea"/>
                    <a:sym typeface="+mn-lt"/>
                  </a:rPr>
                  <a:t>Design</a:t>
                </a:r>
                <a:endParaRPr lang="zh-CN" altLang="en-US" sz="2400" b="1" dirty="0">
                  <a:solidFill>
                    <a:srgbClr val="C47500"/>
                  </a:solidFill>
                  <a:latin typeface="Aptos" panose="020B0004020202020204" pitchFamily="34" charset="0"/>
                  <a:ea typeface="+mn-ea"/>
                  <a:cs typeface="+mn-ea"/>
                  <a:sym typeface="+mn-lt"/>
                </a:endParaRPr>
              </a:p>
            </p:txBody>
          </p:sp>
          <p:sp>
            <p:nvSpPr>
              <p:cNvPr id="109" name="ïşḻïďê-TextBox 55">
                <a:extLst>
                  <a:ext uri="{FF2B5EF4-FFF2-40B4-BE49-F238E27FC236}">
                    <a16:creationId xmlns:a16="http://schemas.microsoft.com/office/drawing/2014/main" id="{D4CCDD84-8288-43C4-B49D-80FB39E4F85B}"/>
                  </a:ext>
                </a:extLst>
              </p:cNvPr>
              <p:cNvSpPr txBox="1">
                <a:spLocks/>
              </p:cNvSpPr>
              <p:nvPr/>
            </p:nvSpPr>
            <p:spPr>
              <a:xfrm>
                <a:off x="9159026" y="1861824"/>
                <a:ext cx="2989490" cy="1013852"/>
              </a:xfrm>
              <a:prstGeom prst="rect">
                <a:avLst/>
              </a:prstGeom>
              <a:ln>
                <a:noFill/>
              </a:ln>
              <a:effectLst>
                <a:outerShdw blurRad="149987" dist="250190" dir="8460000" algn="ctr">
                  <a:srgbClr val="000000">
                    <a:alpha val="28000"/>
                  </a:srgbClr>
                </a:outerShdw>
              </a:effectLst>
              <a:sp3d prstMaterial="metal">
                <a:bevelT w="88900" h="88900"/>
              </a:sp3d>
            </p:spPr>
            <p:txBody>
              <a:bodyPr wrap="square" lIns="0" tIns="0" rIns="0" bIns="0" anchor="t" anchorCtr="0">
                <a:noAutofit/>
              </a:bodyPr>
              <a:lstStyle/>
              <a:p>
                <a:pPr>
                  <a:lnSpc>
                    <a:spcPct val="120000"/>
                  </a:lnSpc>
                </a:pPr>
                <a:r>
                  <a:rPr lang="en-US" altLang="zh-CN" sz="1100" dirty="0">
                    <a:latin typeface="Aptos" panose="020B0004020202020204" pitchFamily="34" charset="0"/>
                    <a:ea typeface="+mn-ea"/>
                    <a:cs typeface="Calibri" panose="020F0502020204030204" pitchFamily="34" charset="0"/>
                    <a:sym typeface="+mn-lt"/>
                  </a:rPr>
                  <a:t>It is the </a:t>
                </a:r>
                <a:r>
                  <a:rPr lang="en-US" sz="1100" dirty="0">
                    <a:latin typeface="Aptos" panose="020B0004020202020204" pitchFamily="34" charset="0"/>
                    <a:cs typeface="Calibri" panose="020F0502020204030204" pitchFamily="34" charset="0"/>
                  </a:rPr>
                  <a:t> process  of making software that show how it should be made, how it will work, etc.</a:t>
                </a:r>
                <a:endParaRPr lang="zh-CN" altLang="en-US" sz="1100" dirty="0">
                  <a:latin typeface="Aptos" panose="020B0004020202020204" pitchFamily="34" charset="0"/>
                  <a:ea typeface="+mn-ea"/>
                  <a:cs typeface="Calibri" panose="020F0502020204030204" pitchFamily="34" charset="0"/>
                  <a:sym typeface="+mn-lt"/>
                </a:endParaRPr>
              </a:p>
            </p:txBody>
          </p:sp>
        </p:grpSp>
        <p:grpSp>
          <p:nvGrpSpPr>
            <p:cNvPr id="102" name="Group 63">
              <a:extLst>
                <a:ext uri="{FF2B5EF4-FFF2-40B4-BE49-F238E27FC236}">
                  <a16:creationId xmlns:a16="http://schemas.microsoft.com/office/drawing/2014/main" id="{2ED44078-8B98-403D-AC35-D471EAAC567E}"/>
                </a:ext>
              </a:extLst>
            </p:cNvPr>
            <p:cNvGrpSpPr/>
            <p:nvPr/>
          </p:nvGrpSpPr>
          <p:grpSpPr>
            <a:xfrm>
              <a:off x="7065317" y="3474669"/>
              <a:ext cx="1978230" cy="1092263"/>
              <a:chOff x="9279366" y="4632892"/>
              <a:chExt cx="2493921" cy="1456352"/>
            </a:xfrm>
          </p:grpSpPr>
          <p:sp>
            <p:nvSpPr>
              <p:cNvPr id="106" name="ïşḻïďê-TextBox 57">
                <a:extLst>
                  <a:ext uri="{FF2B5EF4-FFF2-40B4-BE49-F238E27FC236}">
                    <a16:creationId xmlns:a16="http://schemas.microsoft.com/office/drawing/2014/main" id="{965F4F23-3823-49E0-A73F-4CE1B4722575}"/>
                  </a:ext>
                </a:extLst>
              </p:cNvPr>
              <p:cNvSpPr txBox="1">
                <a:spLocks/>
              </p:cNvSpPr>
              <p:nvPr/>
            </p:nvSpPr>
            <p:spPr>
              <a:xfrm>
                <a:off x="9279366" y="4632892"/>
                <a:ext cx="2299929" cy="478855"/>
              </a:xfrm>
              <a:prstGeom prst="rect">
                <a:avLst/>
              </a:prstGeom>
              <a:ln>
                <a:noFill/>
              </a:ln>
              <a:effectLst>
                <a:outerShdw blurRad="149987" dist="250190" dir="8460000" algn="ctr">
                  <a:srgbClr val="000000">
                    <a:alpha val="28000"/>
                  </a:srgbClr>
                </a:outerShdw>
              </a:effectLst>
              <a:sp3d prstMaterial="metal">
                <a:bevelT w="88900" h="88900"/>
              </a:sp3d>
            </p:spPr>
            <p:txBody>
              <a:bodyPr wrap="none" lIns="0" tIns="0" rIns="0" bIns="0" anchor="b" anchorCtr="0">
                <a:noAutofit/>
              </a:bodyPr>
              <a:lstStyle/>
              <a:p>
                <a:r>
                  <a:rPr lang="en-US" altLang="zh-CN" b="1" dirty="0">
                    <a:solidFill>
                      <a:srgbClr val="C47500"/>
                    </a:solidFill>
                    <a:latin typeface="Aptos" panose="020B0004020202020204" pitchFamily="34" charset="0"/>
                    <a:ea typeface="+mn-ea"/>
                    <a:cs typeface="+mn-ea"/>
                    <a:sym typeface="+mn-lt"/>
                  </a:rPr>
                  <a:t>Testing</a:t>
                </a:r>
                <a:endParaRPr lang="zh-CN" altLang="en-US" b="1" dirty="0">
                  <a:solidFill>
                    <a:srgbClr val="C47500"/>
                  </a:solidFill>
                  <a:latin typeface="Aptos" panose="020B0004020202020204" pitchFamily="34" charset="0"/>
                  <a:ea typeface="+mn-ea"/>
                  <a:cs typeface="+mn-ea"/>
                  <a:sym typeface="+mn-lt"/>
                </a:endParaRPr>
              </a:p>
            </p:txBody>
          </p:sp>
          <p:sp>
            <p:nvSpPr>
              <p:cNvPr id="107" name="ïşḻïďê-TextBox 58">
                <a:extLst>
                  <a:ext uri="{FF2B5EF4-FFF2-40B4-BE49-F238E27FC236}">
                    <a16:creationId xmlns:a16="http://schemas.microsoft.com/office/drawing/2014/main" id="{52EC0892-1ACA-4FA3-9FCF-4D7FB9E941A4}"/>
                  </a:ext>
                </a:extLst>
              </p:cNvPr>
              <p:cNvSpPr txBox="1">
                <a:spLocks/>
              </p:cNvSpPr>
              <p:nvPr/>
            </p:nvSpPr>
            <p:spPr>
              <a:xfrm>
                <a:off x="9279368" y="5111746"/>
                <a:ext cx="2493919" cy="977498"/>
              </a:xfrm>
              <a:prstGeom prst="rect">
                <a:avLst/>
              </a:prstGeom>
              <a:ln>
                <a:noFill/>
              </a:ln>
              <a:effectLst>
                <a:outerShdw blurRad="149987" dist="250190" dir="8460000" algn="ctr">
                  <a:srgbClr val="000000">
                    <a:alpha val="28000"/>
                  </a:srgbClr>
                </a:outerShdw>
              </a:effectLst>
              <a:sp3d prstMaterial="metal">
                <a:bevelT w="88900" h="88900"/>
              </a:sp3d>
            </p:spPr>
            <p:txBody>
              <a:bodyPr wrap="square" lIns="0" tIns="0" rIns="0" bIns="0" anchor="t" anchorCtr="0">
                <a:noAutofit/>
              </a:bodyPr>
              <a:lstStyle/>
              <a:p>
                <a:pPr>
                  <a:lnSpc>
                    <a:spcPct val="120000"/>
                  </a:lnSpc>
                </a:pPr>
                <a:r>
                  <a:rPr lang="en-US" sz="1100" dirty="0">
                    <a:latin typeface="Aptos" panose="020B0004020202020204" pitchFamily="34" charset="0"/>
                  </a:rPr>
                  <a:t>It is the </a:t>
                </a:r>
                <a:r>
                  <a:rPr lang="en-AG" sz="1100" dirty="0">
                    <a:latin typeface="Aptos" panose="020B0004020202020204" pitchFamily="34" charset="0"/>
                  </a:rPr>
                  <a:t>process</a:t>
                </a:r>
                <a:r>
                  <a:rPr lang="en-US" sz="1100" dirty="0">
                    <a:latin typeface="Aptos" panose="020B0004020202020204" pitchFamily="34" charset="0"/>
                  </a:rPr>
                  <a:t> of checking whether software satisfies expectations</a:t>
                </a:r>
                <a:br>
                  <a:rPr lang="en-US" sz="1100" dirty="0">
                    <a:latin typeface="Aptos" panose="020B0004020202020204" pitchFamily="34" charset="0"/>
                  </a:rPr>
                </a:br>
                <a:endParaRPr lang="zh-CN" altLang="en-US" sz="1100" dirty="0">
                  <a:latin typeface="Aptos" panose="020B0004020202020204" pitchFamily="34" charset="0"/>
                  <a:ea typeface="+mn-ea"/>
                  <a:cs typeface="+mn-ea"/>
                  <a:sym typeface="+mn-lt"/>
                </a:endParaRPr>
              </a:p>
            </p:txBody>
          </p:sp>
        </p:grpSp>
        <p:grpSp>
          <p:nvGrpSpPr>
            <p:cNvPr id="103" name="Group 59">
              <a:extLst>
                <a:ext uri="{FF2B5EF4-FFF2-40B4-BE49-F238E27FC236}">
                  <a16:creationId xmlns:a16="http://schemas.microsoft.com/office/drawing/2014/main" id="{F828EE42-CEBD-42EC-A27D-DBECCCD31FAA}"/>
                </a:ext>
              </a:extLst>
            </p:cNvPr>
            <p:cNvGrpSpPr/>
            <p:nvPr/>
          </p:nvGrpSpPr>
          <p:grpSpPr>
            <a:xfrm>
              <a:off x="-194103" y="1101735"/>
              <a:ext cx="2533855" cy="834468"/>
              <a:chOff x="-111499" y="4256007"/>
              <a:chExt cx="3279310" cy="1112625"/>
            </a:xfrm>
          </p:grpSpPr>
          <p:sp>
            <p:nvSpPr>
              <p:cNvPr id="104" name="ïşḻïďê-TextBox 60">
                <a:extLst>
                  <a:ext uri="{FF2B5EF4-FFF2-40B4-BE49-F238E27FC236}">
                    <a16:creationId xmlns:a16="http://schemas.microsoft.com/office/drawing/2014/main" id="{9DED54E6-D976-4DF7-9646-6FA9A058D6A9}"/>
                  </a:ext>
                </a:extLst>
              </p:cNvPr>
              <p:cNvSpPr txBox="1">
                <a:spLocks/>
              </p:cNvSpPr>
              <p:nvPr/>
            </p:nvSpPr>
            <p:spPr>
              <a:xfrm>
                <a:off x="2122211" y="4256007"/>
                <a:ext cx="1045600" cy="215444"/>
              </a:xfrm>
              <a:prstGeom prst="rect">
                <a:avLst/>
              </a:prstGeom>
              <a:ln>
                <a:noFill/>
              </a:ln>
              <a:effectLst>
                <a:outerShdw blurRad="149987" dist="250190" dir="8460000" algn="ctr">
                  <a:srgbClr val="000000">
                    <a:alpha val="28000"/>
                  </a:srgbClr>
                </a:outerShdw>
              </a:effectLst>
              <a:sp3d prstMaterial="metal">
                <a:bevelT w="88900" h="88900"/>
              </a:sp3d>
            </p:spPr>
            <p:txBody>
              <a:bodyPr wrap="none" lIns="0" tIns="0" rIns="0" bIns="0">
                <a:noAutofit/>
              </a:bodyPr>
              <a:lstStyle/>
              <a:p>
                <a:pPr algn="r"/>
                <a:r>
                  <a:rPr lang="en-US" altLang="zh-CN" b="1" dirty="0">
                    <a:solidFill>
                      <a:schemeClr val="accent1">
                        <a:lumMod val="50000"/>
                      </a:schemeClr>
                    </a:solidFill>
                    <a:latin typeface="Aptos" panose="020B0004020202020204" pitchFamily="34" charset="0"/>
                    <a:ea typeface="+mn-ea"/>
                    <a:cs typeface="+mn-ea"/>
                    <a:sym typeface="+mn-lt"/>
                  </a:rPr>
                  <a:t>Management</a:t>
                </a:r>
                <a:endParaRPr lang="zh-CN" altLang="en-US" b="1" dirty="0">
                  <a:solidFill>
                    <a:schemeClr val="accent1">
                      <a:lumMod val="50000"/>
                    </a:schemeClr>
                  </a:solidFill>
                  <a:latin typeface="Aptos" panose="020B0004020202020204" pitchFamily="34" charset="0"/>
                  <a:ea typeface="+mn-ea"/>
                  <a:cs typeface="+mn-ea"/>
                  <a:sym typeface="+mn-lt"/>
                </a:endParaRPr>
              </a:p>
            </p:txBody>
          </p:sp>
          <p:sp>
            <p:nvSpPr>
              <p:cNvPr id="105" name="ïşḻïďê-TextBox 61">
                <a:extLst>
                  <a:ext uri="{FF2B5EF4-FFF2-40B4-BE49-F238E27FC236}">
                    <a16:creationId xmlns:a16="http://schemas.microsoft.com/office/drawing/2014/main" id="{A884686D-3EFD-43B9-B1FB-E54C06C0AB54}"/>
                  </a:ext>
                </a:extLst>
              </p:cNvPr>
              <p:cNvSpPr txBox="1">
                <a:spLocks/>
              </p:cNvSpPr>
              <p:nvPr/>
            </p:nvSpPr>
            <p:spPr>
              <a:xfrm>
                <a:off x="-111499" y="4686894"/>
                <a:ext cx="3279310" cy="681738"/>
              </a:xfrm>
              <a:prstGeom prst="rect">
                <a:avLst/>
              </a:prstGeom>
              <a:ln>
                <a:noFill/>
              </a:ln>
              <a:effectLst>
                <a:outerShdw blurRad="149987" dist="250190" dir="8460000" algn="ctr">
                  <a:srgbClr val="000000">
                    <a:alpha val="28000"/>
                  </a:srgbClr>
                </a:outerShdw>
              </a:effectLst>
              <a:sp3d prstMaterial="metal">
                <a:bevelT w="88900" h="88900"/>
              </a:sp3d>
            </p:spPr>
            <p:txBody>
              <a:bodyPr wrap="square" lIns="0" tIns="0" rIns="0" bIns="0" anchor="t" anchorCtr="0">
                <a:noAutofit/>
              </a:bodyPr>
              <a:lstStyle/>
              <a:p>
                <a:pPr algn="r">
                  <a:lnSpc>
                    <a:spcPct val="120000"/>
                  </a:lnSpc>
                </a:pPr>
                <a:r>
                  <a:rPr lang="en-US" sz="1100" dirty="0">
                    <a:latin typeface="Aptos" panose="020B0004020202020204" pitchFamily="34" charset="0"/>
                  </a:rPr>
                  <a:t>It is a part of project management in which software projects are planned, implemented, monitored, and controlled.</a:t>
                </a:r>
                <a:endParaRPr lang="zh-CN" altLang="en-US" sz="1100" dirty="0">
                  <a:latin typeface="Aptos" panose="020B0004020202020204" pitchFamily="34" charset="0"/>
                  <a:ea typeface="+mn-ea"/>
                  <a:cs typeface="+mn-ea"/>
                  <a:sym typeface="+mn-lt"/>
                </a:endParaRPr>
              </a:p>
            </p:txBody>
          </p:sp>
        </p:grpSp>
      </p:grpSp>
      <p:sp>
        <p:nvSpPr>
          <p:cNvPr id="153" name="ïşḻïďê-Rectangle 20">
            <a:extLst>
              <a:ext uri="{FF2B5EF4-FFF2-40B4-BE49-F238E27FC236}">
                <a16:creationId xmlns:a16="http://schemas.microsoft.com/office/drawing/2014/main" id="{2A65D526-73AA-4C5C-B99F-FC22B2AC3C57}"/>
              </a:ext>
            </a:extLst>
          </p:cNvPr>
          <p:cNvSpPr/>
          <p:nvPr/>
        </p:nvSpPr>
        <p:spPr>
          <a:xfrm>
            <a:off x="1619672" y="180812"/>
            <a:ext cx="6984776" cy="738019"/>
          </a:xfrm>
          <a:prstGeom prst="rect">
            <a:avLst/>
          </a:prstGeom>
          <a:solidFill>
            <a:schemeClr val="accent1">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1200" b="1" dirty="0">
                <a:solidFill>
                  <a:srgbClr val="FFC000"/>
                </a:solidFill>
                <a:latin typeface="Aptos" panose="020B0004020202020204" pitchFamily="34" charset="0"/>
                <a:cs typeface="+mn-ea"/>
                <a:sym typeface="+mn-lt"/>
              </a:rPr>
              <a:t>What is Software :</a:t>
            </a:r>
            <a:r>
              <a:rPr lang="en-US" altLang="zh-CN" sz="1200" b="1" dirty="0">
                <a:solidFill>
                  <a:schemeClr val="accent1">
                    <a:lumMod val="50000"/>
                  </a:schemeClr>
                </a:solidFill>
                <a:latin typeface="Aptos" panose="020B0004020202020204" pitchFamily="34" charset="0"/>
                <a:cs typeface="+mn-ea"/>
                <a:sym typeface="+mn-lt"/>
              </a:rPr>
              <a:t>:</a:t>
            </a:r>
            <a:r>
              <a:rPr lang="en-US" sz="1200" b="1" dirty="0">
                <a:solidFill>
                  <a:schemeClr val="accent1">
                    <a:lumMod val="50000"/>
                  </a:schemeClr>
                </a:solidFill>
                <a:latin typeface="Aptos" panose="020B0004020202020204" pitchFamily="34" charset="0"/>
              </a:rPr>
              <a:t> </a:t>
            </a:r>
            <a:r>
              <a:rPr lang="en-US" sz="1200" b="1" dirty="0">
                <a:latin typeface="Aptos" panose="020B0004020202020204" pitchFamily="34" charset="0"/>
              </a:rPr>
              <a:t>Software is a collection of programs and data that tell a computer how to perform specific tasks.</a:t>
            </a:r>
            <a:r>
              <a:rPr lang="en-US" altLang="zh-CN" sz="1200" b="1" dirty="0">
                <a:solidFill>
                  <a:schemeClr val="bg1"/>
                </a:solidFill>
                <a:latin typeface="Aptos" panose="020B0004020202020204" pitchFamily="34" charset="0"/>
                <a:cs typeface="+mn-ea"/>
                <a:sym typeface="+mn-lt"/>
              </a:rPr>
              <a:t> </a:t>
            </a:r>
            <a:endParaRPr sz="1200" b="1" dirty="0">
              <a:latin typeface="Aptos" panose="020B0004020202020204" pitchFamily="34" charset="0"/>
              <a:cs typeface="+mn-ea"/>
              <a:sym typeface="+mn-lt"/>
            </a:endParaRPr>
          </a:p>
        </p:txBody>
      </p:sp>
    </p:spTree>
    <p:custDataLst>
      <p:tags r:id="rId1"/>
    </p:custDataLst>
    <p:extLst>
      <p:ext uri="{BB962C8B-B14F-4D97-AF65-F5344CB8AC3E}">
        <p14:creationId xmlns:p14="http://schemas.microsoft.com/office/powerpoint/2010/main" val="19650683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92"/>
                                        </p:tgtEl>
                                        <p:attrNameLst>
                                          <p:attrName>style.visibility</p:attrName>
                                        </p:attrNameLst>
                                      </p:cBhvr>
                                      <p:to>
                                        <p:strVal val="visible"/>
                                      </p:to>
                                    </p:set>
                                    <p:animEffect transition="in" filter="randombar(horizontal)">
                                      <p:cBhvr>
                                        <p:cTn id="21" dur="500"/>
                                        <p:tgtEl>
                                          <p:spTgt spid="92"/>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71"/>
                                        </p:tgtEl>
                                        <p:attrNameLst>
                                          <p:attrName>style.visibility</p:attrName>
                                        </p:attrNameLst>
                                      </p:cBhvr>
                                      <p:to>
                                        <p:strVal val="visible"/>
                                      </p:to>
                                    </p:set>
                                    <p:anim calcmode="lin" valueType="num">
                                      <p:cBhvr>
                                        <p:cTn id="26" dur="500" fill="hold"/>
                                        <p:tgtEl>
                                          <p:spTgt spid="71"/>
                                        </p:tgtEl>
                                        <p:attrNameLst>
                                          <p:attrName>ppt_w</p:attrName>
                                        </p:attrNameLst>
                                      </p:cBhvr>
                                      <p:tavLst>
                                        <p:tav tm="0">
                                          <p:val>
                                            <p:fltVal val="0"/>
                                          </p:val>
                                        </p:tav>
                                        <p:tav tm="100000">
                                          <p:val>
                                            <p:strVal val="#ppt_w"/>
                                          </p:val>
                                        </p:tav>
                                      </p:tavLst>
                                    </p:anim>
                                    <p:anim calcmode="lin" valueType="num">
                                      <p:cBhvr>
                                        <p:cTn id="27" dur="500" fill="hold"/>
                                        <p:tgtEl>
                                          <p:spTgt spid="71"/>
                                        </p:tgtEl>
                                        <p:attrNameLst>
                                          <p:attrName>ppt_h</p:attrName>
                                        </p:attrNameLst>
                                      </p:cBhvr>
                                      <p:tavLst>
                                        <p:tav tm="0">
                                          <p:val>
                                            <p:fltVal val="0"/>
                                          </p:val>
                                        </p:tav>
                                        <p:tav tm="100000">
                                          <p:val>
                                            <p:strVal val="#ppt_h"/>
                                          </p:val>
                                        </p:tav>
                                      </p:tavLst>
                                    </p:anim>
                                    <p:animEffect transition="in" filter="fade">
                                      <p:cBhvr>
                                        <p:cTn id="28" dur="500"/>
                                        <p:tgtEl>
                                          <p:spTgt spid="71"/>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95"/>
                                        </p:tgtEl>
                                        <p:attrNameLst>
                                          <p:attrName>style.visibility</p:attrName>
                                        </p:attrNameLst>
                                      </p:cBhvr>
                                      <p:to>
                                        <p:strVal val="visible"/>
                                      </p:to>
                                    </p:set>
                                    <p:animEffect transition="in" filter="barn(inVertical)">
                                      <p:cBhvr>
                                        <p:cTn id="33" dur="500"/>
                                        <p:tgtEl>
                                          <p:spTgt spid="95"/>
                                        </p:tgtEl>
                                      </p:cBhvr>
                                    </p:animEffect>
                                  </p:childTnLst>
                                </p:cTn>
                              </p:par>
                            </p:childTnLst>
                          </p:cTn>
                        </p:par>
                      </p:childTnLst>
                    </p:cTn>
                  </p:par>
                  <p:par>
                    <p:cTn id="34" fill="hold">
                      <p:stCondLst>
                        <p:cond delay="indefinite"/>
                      </p:stCondLst>
                      <p:childTnLst>
                        <p:par>
                          <p:cTn id="35" fill="hold">
                            <p:stCondLst>
                              <p:cond delay="0"/>
                            </p:stCondLst>
                            <p:childTnLst>
                              <p:par>
                                <p:cTn id="36" presetID="34" presetClass="emph" presetSubtype="0" fill="hold" grpId="0" nodeType="clickEffect">
                                  <p:stCondLst>
                                    <p:cond delay="0"/>
                                  </p:stCondLst>
                                  <p:iterate type="lt">
                                    <p:tmPct val="10000"/>
                                  </p:iterate>
                                  <p:childTnLst>
                                    <p:animMotion origin="layout" path="M 2.22222E-6 -1.23457E-7 L 2.22222E-6 -0.07222 " pathEditMode="relative" rAng="0" ptsTypes="AA">
                                      <p:cBhvr>
                                        <p:cTn id="37" dur="50" accel="50000" decel="50000" autoRev="1" fill="hold">
                                          <p:stCondLst>
                                            <p:cond delay="0"/>
                                          </p:stCondLst>
                                        </p:cTn>
                                        <p:tgtEl>
                                          <p:spTgt spid="153"/>
                                        </p:tgtEl>
                                        <p:attrNameLst>
                                          <p:attrName>ppt_x</p:attrName>
                                          <p:attrName>ppt_y</p:attrName>
                                        </p:attrNameLst>
                                      </p:cBhvr>
                                      <p:rCtr x="0" y="-3611"/>
                                    </p:animMotion>
                                    <p:animRot by="1500000">
                                      <p:cBhvr>
                                        <p:cTn id="38" dur="25" fill="hold">
                                          <p:stCondLst>
                                            <p:cond delay="0"/>
                                          </p:stCondLst>
                                        </p:cTn>
                                        <p:tgtEl>
                                          <p:spTgt spid="153"/>
                                        </p:tgtEl>
                                        <p:attrNameLst>
                                          <p:attrName>r</p:attrName>
                                        </p:attrNameLst>
                                      </p:cBhvr>
                                    </p:animRot>
                                    <p:animRot by="-1500000">
                                      <p:cBhvr>
                                        <p:cTn id="39" dur="25" fill="hold">
                                          <p:stCondLst>
                                            <p:cond delay="25"/>
                                          </p:stCondLst>
                                        </p:cTn>
                                        <p:tgtEl>
                                          <p:spTgt spid="153"/>
                                        </p:tgtEl>
                                        <p:attrNameLst>
                                          <p:attrName>r</p:attrName>
                                        </p:attrNameLst>
                                      </p:cBhvr>
                                    </p:animRot>
                                    <p:animRot by="-1500000">
                                      <p:cBhvr>
                                        <p:cTn id="40" dur="25" fill="hold">
                                          <p:stCondLst>
                                            <p:cond delay="50"/>
                                          </p:stCondLst>
                                        </p:cTn>
                                        <p:tgtEl>
                                          <p:spTgt spid="153"/>
                                        </p:tgtEl>
                                        <p:attrNameLst>
                                          <p:attrName>r</p:attrName>
                                        </p:attrNameLst>
                                      </p:cBhvr>
                                    </p:animRot>
                                    <p:animRot by="1500000">
                                      <p:cBhvr>
                                        <p:cTn id="41" dur="25" fill="hold">
                                          <p:stCondLst>
                                            <p:cond delay="75"/>
                                          </p:stCondLst>
                                        </p:cTn>
                                        <p:tgtEl>
                                          <p:spTgt spid="15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rcRect b="21349"/>
          <a:stretch/>
        </p:blipFill>
        <p:spPr>
          <a:xfrm rot="1170979" flipH="1">
            <a:off x="3801068" y="981103"/>
            <a:ext cx="1657003" cy="1269773"/>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02</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907704" y="2834606"/>
            <a:ext cx="5337119" cy="147732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lgn="ctr">
              <a:defRPr/>
            </a:pPr>
            <a:r>
              <a:rPr lang="en-US" sz="3200" b="1" dirty="0">
                <a:solidFill>
                  <a:srgbClr val="1368AA">
                    <a:lumMod val="50000"/>
                  </a:srgbClr>
                </a:solidFill>
                <a:effectLst>
                  <a:glow rad="25400">
                    <a:srgbClr val="BD582C">
                      <a:satMod val="175000"/>
                      <a:alpha val="40000"/>
                    </a:srgbClr>
                  </a:glow>
                </a:effectLst>
                <a:latin typeface="Aptos" panose="020B0004020202020204" pitchFamily="34" charset="0"/>
                <a:ea typeface="宋体" charset="-122"/>
              </a:rPr>
              <a:t>Technical Training and On Job Training</a:t>
            </a:r>
          </a:p>
          <a:p>
            <a:pPr marL="0" lvl="1" algn="ctr">
              <a:defRPr/>
            </a:pPr>
            <a:endParaRPr lang="en-US" sz="3200" b="1" dirty="0">
              <a:solidFill>
                <a:srgbClr val="C47500"/>
              </a:solidFill>
              <a:effectLst>
                <a:glow rad="25400">
                  <a:srgbClr val="BD582C">
                    <a:satMod val="175000"/>
                    <a:alpha val="40000"/>
                  </a:srgbClr>
                </a:glow>
              </a:effectLst>
              <a:latin typeface="Aptos" panose="020B0004020202020204" pitchFamily="34" charset="0"/>
              <a:ea typeface="宋体" charset="-122"/>
            </a:endParaRPr>
          </a:p>
        </p:txBody>
      </p:sp>
    </p:spTree>
    <p:custDataLst>
      <p:tags r:id="rId1"/>
    </p:custDataLst>
    <p:extLst>
      <p:ext uri="{BB962C8B-B14F-4D97-AF65-F5344CB8AC3E}">
        <p14:creationId xmlns:p14="http://schemas.microsoft.com/office/powerpoint/2010/main" val="18284118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animEffect transition="in" filter="wipe(down)">
                                      <p:cBhvr>
                                        <p:cTn id="20" dur="580">
                                          <p:stCondLst>
                                            <p:cond delay="0"/>
                                          </p:stCondLst>
                                        </p:cTn>
                                        <p:tgtEl>
                                          <p:spTgt spid="8">
                                            <p:txEl>
                                              <p:pRg st="0" end="0"/>
                                            </p:txEl>
                                          </p:spTgt>
                                        </p:tgtEl>
                                      </p:cBhvr>
                                    </p:animEffect>
                                    <p:anim calcmode="lin" valueType="num">
                                      <p:cBhvr>
                                        <p:cTn id="21" dur="1822" tmFilter="0,0; 0.14,0.36; 0.43,0.73; 0.71,0.91; 1.0,1.0">
                                          <p:stCondLst>
                                            <p:cond delay="0"/>
                                          </p:stCondLst>
                                        </p:cTn>
                                        <p:tgtEl>
                                          <p:spTgt spid="8">
                                            <p:txEl>
                                              <p:pRg st="0" end="0"/>
                                            </p:txEl>
                                          </p:spTgt>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8">
                                            <p:txEl>
                                              <p:pRg st="0" end="0"/>
                                            </p:txEl>
                                          </p:spTgt>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8">
                                            <p:txEl>
                                              <p:pRg st="0" end="0"/>
                                            </p:txEl>
                                          </p:spTgt>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8">
                                            <p:txEl>
                                              <p:pRg st="0" end="0"/>
                                            </p:txEl>
                                          </p:spTgt>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8">
                                            <p:txEl>
                                              <p:pRg st="0" end="0"/>
                                            </p:txEl>
                                          </p:spTgt>
                                        </p:tgtEl>
                                        <p:attrNameLst>
                                          <p:attrName>ppt_y</p:attrName>
                                        </p:attrNameLst>
                                      </p:cBhvr>
                                      <p:tavLst>
                                        <p:tav tm="0" fmla="#ppt_y-sin(pi*$)/81">
                                          <p:val>
                                            <p:fltVal val="0"/>
                                          </p:val>
                                        </p:tav>
                                        <p:tav tm="100000">
                                          <p:val>
                                            <p:fltVal val="1"/>
                                          </p:val>
                                        </p:tav>
                                      </p:tavLst>
                                    </p:anim>
                                    <p:animScale>
                                      <p:cBhvr>
                                        <p:cTn id="26" dur="26">
                                          <p:stCondLst>
                                            <p:cond delay="650"/>
                                          </p:stCondLst>
                                        </p:cTn>
                                        <p:tgtEl>
                                          <p:spTgt spid="8">
                                            <p:txEl>
                                              <p:pRg st="0" end="0"/>
                                            </p:txEl>
                                          </p:spTgt>
                                        </p:tgtEl>
                                      </p:cBhvr>
                                      <p:to x="100000" y="60000"/>
                                    </p:animScale>
                                    <p:animScale>
                                      <p:cBhvr>
                                        <p:cTn id="27" dur="166" decel="50000">
                                          <p:stCondLst>
                                            <p:cond delay="676"/>
                                          </p:stCondLst>
                                        </p:cTn>
                                        <p:tgtEl>
                                          <p:spTgt spid="8">
                                            <p:txEl>
                                              <p:pRg st="0" end="0"/>
                                            </p:txEl>
                                          </p:spTgt>
                                        </p:tgtEl>
                                      </p:cBhvr>
                                      <p:to x="100000" y="100000"/>
                                    </p:animScale>
                                    <p:animScale>
                                      <p:cBhvr>
                                        <p:cTn id="28" dur="26">
                                          <p:stCondLst>
                                            <p:cond delay="1312"/>
                                          </p:stCondLst>
                                        </p:cTn>
                                        <p:tgtEl>
                                          <p:spTgt spid="8">
                                            <p:txEl>
                                              <p:pRg st="0" end="0"/>
                                            </p:txEl>
                                          </p:spTgt>
                                        </p:tgtEl>
                                      </p:cBhvr>
                                      <p:to x="100000" y="80000"/>
                                    </p:animScale>
                                    <p:animScale>
                                      <p:cBhvr>
                                        <p:cTn id="29" dur="166" decel="50000">
                                          <p:stCondLst>
                                            <p:cond delay="1338"/>
                                          </p:stCondLst>
                                        </p:cTn>
                                        <p:tgtEl>
                                          <p:spTgt spid="8">
                                            <p:txEl>
                                              <p:pRg st="0" end="0"/>
                                            </p:txEl>
                                          </p:spTgt>
                                        </p:tgtEl>
                                      </p:cBhvr>
                                      <p:to x="100000" y="100000"/>
                                    </p:animScale>
                                    <p:animScale>
                                      <p:cBhvr>
                                        <p:cTn id="30" dur="26">
                                          <p:stCondLst>
                                            <p:cond delay="1642"/>
                                          </p:stCondLst>
                                        </p:cTn>
                                        <p:tgtEl>
                                          <p:spTgt spid="8">
                                            <p:txEl>
                                              <p:pRg st="0" end="0"/>
                                            </p:txEl>
                                          </p:spTgt>
                                        </p:tgtEl>
                                      </p:cBhvr>
                                      <p:to x="100000" y="90000"/>
                                    </p:animScale>
                                    <p:animScale>
                                      <p:cBhvr>
                                        <p:cTn id="31" dur="166" decel="50000">
                                          <p:stCondLst>
                                            <p:cond delay="1668"/>
                                          </p:stCondLst>
                                        </p:cTn>
                                        <p:tgtEl>
                                          <p:spTgt spid="8">
                                            <p:txEl>
                                              <p:pRg st="0" end="0"/>
                                            </p:txEl>
                                          </p:spTgt>
                                        </p:tgtEl>
                                      </p:cBhvr>
                                      <p:to x="100000" y="100000"/>
                                    </p:animScale>
                                    <p:animScale>
                                      <p:cBhvr>
                                        <p:cTn id="32" dur="26">
                                          <p:stCondLst>
                                            <p:cond delay="1808"/>
                                          </p:stCondLst>
                                        </p:cTn>
                                        <p:tgtEl>
                                          <p:spTgt spid="8">
                                            <p:txEl>
                                              <p:pRg st="0" end="0"/>
                                            </p:txEl>
                                          </p:spTgt>
                                        </p:tgtEl>
                                      </p:cBhvr>
                                      <p:to x="100000" y="95000"/>
                                    </p:animScale>
                                    <p:animScale>
                                      <p:cBhvr>
                                        <p:cTn id="33" dur="166" decel="50000">
                                          <p:stCondLst>
                                            <p:cond delay="1834"/>
                                          </p:stCondLst>
                                        </p:cTn>
                                        <p:tgtEl>
                                          <p:spTgt spid="8">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25" name="îṥļîḑé-TextBox 19">
            <a:extLst>
              <a:ext uri="{FF2B5EF4-FFF2-40B4-BE49-F238E27FC236}">
                <a16:creationId xmlns:a16="http://schemas.microsoft.com/office/drawing/2014/main" id="{0C42BA7D-9567-4FA9-BACC-E1813242F76A}"/>
              </a:ext>
            </a:extLst>
          </p:cNvPr>
          <p:cNvSpPr txBox="1"/>
          <p:nvPr/>
        </p:nvSpPr>
        <p:spPr>
          <a:xfrm>
            <a:off x="1187625" y="3997597"/>
            <a:ext cx="2736304" cy="632915"/>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lIns="0" tIns="0" rIns="0" bIns="0">
            <a:normAutofit/>
          </a:bodyPr>
          <a:lstStyle/>
          <a:p>
            <a:r>
              <a:rPr lang="en-US" sz="1400" b="1" dirty="0">
                <a:solidFill>
                  <a:schemeClr val="accent1">
                    <a:lumMod val="50000"/>
                  </a:schemeClr>
                </a:solidFill>
                <a:latin typeface="Aptos" panose="020B0004020202020204" pitchFamily="34" charset="0"/>
              </a:rPr>
              <a:t>Manual Testing : </a:t>
            </a:r>
            <a:r>
              <a:rPr lang="en-US" sz="1400" b="1" dirty="0">
                <a:solidFill>
                  <a:srgbClr val="C47500"/>
                </a:solidFill>
                <a:latin typeface="Aptos" panose="020B0004020202020204" pitchFamily="34" charset="0"/>
              </a:rPr>
              <a:t>Testing in which a human</a:t>
            </a:r>
          </a:p>
          <a:p>
            <a:r>
              <a:rPr lang="en-US" sz="1400" b="1" dirty="0">
                <a:solidFill>
                  <a:srgbClr val="C47500"/>
                </a:solidFill>
                <a:latin typeface="Aptos" panose="020B0004020202020204" pitchFamily="34" charset="0"/>
              </a:rPr>
              <a:t>tester involves </a:t>
            </a:r>
            <a:endParaRPr lang="zh-CN" altLang="en-US" sz="1400" b="1" dirty="0">
              <a:solidFill>
                <a:srgbClr val="C47500"/>
              </a:solidFill>
              <a:latin typeface="Aptos" panose="020B0004020202020204" pitchFamily="34" charset="0"/>
              <a:ea typeface="+mn-ea"/>
              <a:cs typeface="+mn-ea"/>
              <a:sym typeface="+mn-lt"/>
            </a:endParaRPr>
          </a:p>
        </p:txBody>
      </p:sp>
      <p:sp>
        <p:nvSpPr>
          <p:cNvPr id="126" name="îṥļîḑé-TextBox 20">
            <a:extLst>
              <a:ext uri="{FF2B5EF4-FFF2-40B4-BE49-F238E27FC236}">
                <a16:creationId xmlns:a16="http://schemas.microsoft.com/office/drawing/2014/main" id="{D074D76E-67F8-4F03-A842-22A042E7C2CF}"/>
              </a:ext>
            </a:extLst>
          </p:cNvPr>
          <p:cNvSpPr txBox="1"/>
          <p:nvPr/>
        </p:nvSpPr>
        <p:spPr>
          <a:xfrm>
            <a:off x="4224735" y="3073926"/>
            <a:ext cx="923329" cy="184666"/>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lIns="0" tIns="0" rIns="0" bIns="0">
            <a:normAutofit fontScale="85000" lnSpcReduction="20000"/>
          </a:bodyPr>
          <a:lstStyle/>
          <a:p>
            <a:pPr algn="r"/>
            <a:r>
              <a:rPr lang="tr-TR" altLang="zh-CN" sz="1600" dirty="0">
                <a:solidFill>
                  <a:schemeClr val="bg1"/>
                </a:solidFill>
                <a:latin typeface="Aptos" panose="020B0004020202020204" pitchFamily="34" charset="0"/>
                <a:ea typeface="+mn-ea"/>
                <a:cs typeface="+mn-ea"/>
                <a:sym typeface="+mn-lt"/>
              </a:rPr>
              <a:t>NOTE HERE</a:t>
            </a:r>
            <a:endParaRPr lang="zh-CN" altLang="en-US" sz="1600" dirty="0">
              <a:solidFill>
                <a:schemeClr val="bg1"/>
              </a:solidFill>
              <a:latin typeface="Aptos" panose="020B0004020202020204" pitchFamily="34" charset="0"/>
              <a:ea typeface="+mn-ea"/>
              <a:cs typeface="+mn-ea"/>
              <a:sym typeface="+mn-lt"/>
            </a:endParaRPr>
          </a:p>
        </p:txBody>
      </p:sp>
      <p:sp>
        <p:nvSpPr>
          <p:cNvPr id="127" name="îṥļîḑé-TextBox 21">
            <a:extLst>
              <a:ext uri="{FF2B5EF4-FFF2-40B4-BE49-F238E27FC236}">
                <a16:creationId xmlns:a16="http://schemas.microsoft.com/office/drawing/2014/main" id="{E7188C08-E5C7-422E-A8BE-F373D0458263}"/>
              </a:ext>
            </a:extLst>
          </p:cNvPr>
          <p:cNvSpPr txBox="1"/>
          <p:nvPr/>
        </p:nvSpPr>
        <p:spPr>
          <a:xfrm>
            <a:off x="2928591" y="3531306"/>
            <a:ext cx="923329" cy="184666"/>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lIns="0" tIns="0" rIns="0" bIns="0">
            <a:normAutofit fontScale="85000" lnSpcReduction="20000"/>
          </a:bodyPr>
          <a:lstStyle/>
          <a:p>
            <a:pPr algn="r"/>
            <a:r>
              <a:rPr lang="tr-TR" altLang="zh-CN" sz="1600" dirty="0">
                <a:solidFill>
                  <a:schemeClr val="bg1"/>
                </a:solidFill>
                <a:latin typeface="Aptos" panose="020B0004020202020204" pitchFamily="34" charset="0"/>
                <a:ea typeface="+mn-ea"/>
                <a:cs typeface="+mn-ea"/>
                <a:sym typeface="+mn-lt"/>
              </a:rPr>
              <a:t>NOTE HERE</a:t>
            </a:r>
            <a:endParaRPr lang="zh-CN" altLang="en-US" sz="1600" dirty="0">
              <a:solidFill>
                <a:schemeClr val="bg1"/>
              </a:solidFill>
              <a:latin typeface="Aptos" panose="020B0004020202020204" pitchFamily="34" charset="0"/>
              <a:ea typeface="+mn-ea"/>
              <a:cs typeface="+mn-ea"/>
              <a:sym typeface="+mn-lt"/>
            </a:endParaRPr>
          </a:p>
        </p:txBody>
      </p:sp>
      <p:sp>
        <p:nvSpPr>
          <p:cNvPr id="128" name="îṥļîḑé-TextBox 22">
            <a:extLst>
              <a:ext uri="{FF2B5EF4-FFF2-40B4-BE49-F238E27FC236}">
                <a16:creationId xmlns:a16="http://schemas.microsoft.com/office/drawing/2014/main" id="{F0D80E7E-27E9-4B60-A9EC-2479CB6B9D93}"/>
              </a:ext>
            </a:extLst>
          </p:cNvPr>
          <p:cNvSpPr txBox="1"/>
          <p:nvPr/>
        </p:nvSpPr>
        <p:spPr>
          <a:xfrm>
            <a:off x="5520879" y="2626677"/>
            <a:ext cx="923329" cy="184666"/>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lIns="0" tIns="0" rIns="0" bIns="0">
            <a:normAutofit fontScale="85000" lnSpcReduction="20000"/>
          </a:bodyPr>
          <a:lstStyle/>
          <a:p>
            <a:pPr algn="r"/>
            <a:r>
              <a:rPr lang="tr-TR" altLang="zh-CN" sz="1600" dirty="0">
                <a:solidFill>
                  <a:schemeClr val="bg1"/>
                </a:solidFill>
                <a:latin typeface="Aptos" panose="020B0004020202020204" pitchFamily="34" charset="0"/>
                <a:ea typeface="+mn-ea"/>
                <a:cs typeface="+mn-ea"/>
                <a:sym typeface="+mn-lt"/>
              </a:rPr>
              <a:t>NOTE HERE</a:t>
            </a:r>
            <a:endParaRPr lang="zh-CN" altLang="en-US" sz="1600" dirty="0">
              <a:solidFill>
                <a:schemeClr val="bg1"/>
              </a:solidFill>
              <a:latin typeface="Aptos" panose="020B0004020202020204" pitchFamily="34" charset="0"/>
              <a:ea typeface="+mn-ea"/>
              <a:cs typeface="+mn-ea"/>
              <a:sym typeface="+mn-lt"/>
            </a:endParaRPr>
          </a:p>
        </p:txBody>
      </p:sp>
      <p:sp>
        <p:nvSpPr>
          <p:cNvPr id="129" name="îṥļîḑé-TextBox 23">
            <a:extLst>
              <a:ext uri="{FF2B5EF4-FFF2-40B4-BE49-F238E27FC236}">
                <a16:creationId xmlns:a16="http://schemas.microsoft.com/office/drawing/2014/main" id="{B04B6C9D-7B9B-4B87-93EF-CAE3F10157A6}"/>
              </a:ext>
            </a:extLst>
          </p:cNvPr>
          <p:cNvSpPr txBox="1"/>
          <p:nvPr/>
        </p:nvSpPr>
        <p:spPr>
          <a:xfrm>
            <a:off x="5520879" y="1737910"/>
            <a:ext cx="923329" cy="184666"/>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lIns="0" tIns="0" rIns="0" bIns="0">
            <a:normAutofit fontScale="85000" lnSpcReduction="20000"/>
          </a:bodyPr>
          <a:lstStyle/>
          <a:p>
            <a:pPr algn="r"/>
            <a:r>
              <a:rPr lang="tr-TR" altLang="zh-CN" sz="1600" dirty="0">
                <a:solidFill>
                  <a:schemeClr val="bg1"/>
                </a:solidFill>
                <a:latin typeface="Aptos" panose="020B0004020202020204" pitchFamily="34" charset="0"/>
                <a:ea typeface="+mn-ea"/>
                <a:cs typeface="+mn-ea"/>
                <a:sym typeface="+mn-lt"/>
              </a:rPr>
              <a:t>NOTE HERE</a:t>
            </a:r>
            <a:endParaRPr lang="zh-CN" altLang="en-US" sz="1600" dirty="0">
              <a:solidFill>
                <a:schemeClr val="bg1"/>
              </a:solidFill>
              <a:latin typeface="Aptos" panose="020B0004020202020204" pitchFamily="34" charset="0"/>
              <a:ea typeface="+mn-ea"/>
              <a:cs typeface="+mn-ea"/>
              <a:sym typeface="+mn-lt"/>
            </a:endParaRPr>
          </a:p>
        </p:txBody>
      </p:sp>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r>
              <a:rPr lang="en-US" altLang="zh-CN" sz="3600" b="1" dirty="0">
                <a:solidFill>
                  <a:schemeClr val="accent3">
                    <a:lumMod val="50000"/>
                  </a:schemeClr>
                </a:solidFill>
                <a:latin typeface="Aptos" panose="020B0004020202020204" pitchFamily="34" charset="0"/>
                <a:cs typeface="Calibri" panose="020F0502020204030204" pitchFamily="34" charset="0"/>
                <a:sym typeface="+mn-lt"/>
              </a:rPr>
              <a:t>Software Testing Approaches</a:t>
            </a:r>
            <a:endParaRPr lang="zh-CN" altLang="en-US" sz="3600" b="1" dirty="0">
              <a:solidFill>
                <a:schemeClr val="accent3">
                  <a:lumMod val="50000"/>
                </a:schemeClr>
              </a:solidFill>
              <a:latin typeface="Aptos" panose="020B0004020202020204" pitchFamily="34" charset="0"/>
              <a:cs typeface="Calibri" panose="020F0502020204030204" pitchFamily="34" charset="0"/>
              <a:sym typeface="+mn-lt"/>
            </a:endParaRPr>
          </a:p>
        </p:txBody>
      </p:sp>
      <p:grpSp>
        <p:nvGrpSpPr>
          <p:cNvPr id="141" name="组合 27">
            <a:extLst>
              <a:ext uri="{FF2B5EF4-FFF2-40B4-BE49-F238E27FC236}">
                <a16:creationId xmlns:a16="http://schemas.microsoft.com/office/drawing/2014/main" id="{AC12B933-7FA4-4054-B9D1-3F2618D13842}"/>
              </a:ext>
            </a:extLst>
          </p:cNvPr>
          <p:cNvGrpSpPr/>
          <p:nvPr/>
        </p:nvGrpSpPr>
        <p:grpSpPr>
          <a:xfrm>
            <a:off x="-29656" y="1842861"/>
            <a:ext cx="4368120" cy="1527101"/>
            <a:chOff x="1" y="1877085"/>
            <a:chExt cx="2698871" cy="852381"/>
          </a:xfrm>
          <a:solidFill>
            <a:schemeClr val="accent1">
              <a:lumMod val="50000"/>
            </a:schemeClr>
          </a:solidFill>
          <a:scene3d>
            <a:camera prst="orthographicFront">
              <a:rot lat="0" lon="0" rev="0"/>
            </a:camera>
            <a:lightRig rig="contrasting" dir="t">
              <a:rot lat="0" lon="0" rev="1500000"/>
            </a:lightRig>
          </a:scene3d>
        </p:grpSpPr>
        <p:grpSp>
          <p:nvGrpSpPr>
            <p:cNvPr id="142" name="Group 9">
              <a:extLst>
                <a:ext uri="{FF2B5EF4-FFF2-40B4-BE49-F238E27FC236}">
                  <a16:creationId xmlns:a16="http://schemas.microsoft.com/office/drawing/2014/main" id="{E7D061B0-D9B7-4E4E-856C-9E1C4347FC1D}"/>
                </a:ext>
              </a:extLst>
            </p:cNvPr>
            <p:cNvGrpSpPr/>
            <p:nvPr/>
          </p:nvGrpSpPr>
          <p:grpSpPr>
            <a:xfrm>
              <a:off x="1" y="1877085"/>
              <a:ext cx="2698871" cy="852381"/>
              <a:chOff x="-29028" y="2783266"/>
              <a:chExt cx="3598497" cy="1136507"/>
            </a:xfrm>
            <a:grpFill/>
          </p:grpSpPr>
          <p:sp>
            <p:nvSpPr>
              <p:cNvPr id="144" name="îṥļîḑé-Hexagon 10">
                <a:extLst>
                  <a:ext uri="{FF2B5EF4-FFF2-40B4-BE49-F238E27FC236}">
                    <a16:creationId xmlns:a16="http://schemas.microsoft.com/office/drawing/2014/main" id="{DE55623B-6042-4584-9BF7-387B49BA338A}"/>
                  </a:ext>
                </a:extLst>
              </p:cNvPr>
              <p:cNvSpPr>
                <a:spLocks noChangeAspect="1"/>
              </p:cNvSpPr>
              <p:nvPr/>
            </p:nvSpPr>
            <p:spPr>
              <a:xfrm>
                <a:off x="1632658" y="2790879"/>
                <a:ext cx="1936811" cy="1128894"/>
              </a:xfrm>
              <a:prstGeom prst="hexagon">
                <a:avLst/>
              </a:prstGeom>
              <a:grp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ptos" panose="020B0004020202020204" pitchFamily="34" charset="0"/>
                  <a:cs typeface="+mn-ea"/>
                  <a:sym typeface="+mn-lt"/>
                </a:endParaRPr>
              </a:p>
            </p:txBody>
          </p:sp>
          <p:sp>
            <p:nvSpPr>
              <p:cNvPr id="145" name="îṥļîḑé-Freeform: Shape 11">
                <a:extLst>
                  <a:ext uri="{FF2B5EF4-FFF2-40B4-BE49-F238E27FC236}">
                    <a16:creationId xmlns:a16="http://schemas.microsoft.com/office/drawing/2014/main" id="{B0314FD7-7ABA-471B-9D24-10D0403EE5AD}"/>
                  </a:ext>
                </a:extLst>
              </p:cNvPr>
              <p:cNvSpPr/>
              <p:nvPr/>
            </p:nvSpPr>
            <p:spPr>
              <a:xfrm rot="16200000">
                <a:off x="964521" y="2935480"/>
                <a:ext cx="1123905" cy="819478"/>
              </a:xfrm>
              <a:custGeom>
                <a:avLst/>
                <a:gdLst>
                  <a:gd name="connsiteX0" fmla="*/ 0 w 1094260"/>
                  <a:gd name="connsiteY0" fmla="*/ 819478 h 819478"/>
                  <a:gd name="connsiteX1" fmla="*/ 204870 w 1094260"/>
                  <a:gd name="connsiteY1" fmla="*/ 0 h 819478"/>
                  <a:gd name="connsiteX2" fmla="*/ 889391 w 1094260"/>
                  <a:gd name="connsiteY2" fmla="*/ 0 h 819478"/>
                  <a:gd name="connsiteX3" fmla="*/ 1094260 w 1094260"/>
                  <a:gd name="connsiteY3" fmla="*/ 819478 h 819478"/>
                  <a:gd name="connsiteX4" fmla="*/ 0 w 1094260"/>
                  <a:gd name="connsiteY4" fmla="*/ 819478 h 819478"/>
                  <a:gd name="connsiteX0" fmla="*/ 0 w 1094260"/>
                  <a:gd name="connsiteY0" fmla="*/ 819478 h 819478"/>
                  <a:gd name="connsiteX1" fmla="*/ 204870 w 1094260"/>
                  <a:gd name="connsiteY1" fmla="*/ 0 h 819478"/>
                  <a:gd name="connsiteX2" fmla="*/ 816820 w 1094260"/>
                  <a:gd name="connsiteY2" fmla="*/ 0 h 819478"/>
                  <a:gd name="connsiteX3" fmla="*/ 1094260 w 1094260"/>
                  <a:gd name="connsiteY3" fmla="*/ 819478 h 819478"/>
                  <a:gd name="connsiteX4" fmla="*/ 0 w 1094260"/>
                  <a:gd name="connsiteY4" fmla="*/ 819478 h 819478"/>
                  <a:gd name="connsiteX0" fmla="*/ 0 w 1094260"/>
                  <a:gd name="connsiteY0" fmla="*/ 819478 h 819478"/>
                  <a:gd name="connsiteX1" fmla="*/ 262927 w 1094260"/>
                  <a:gd name="connsiteY1" fmla="*/ 0 h 819478"/>
                  <a:gd name="connsiteX2" fmla="*/ 816820 w 1094260"/>
                  <a:gd name="connsiteY2" fmla="*/ 0 h 819478"/>
                  <a:gd name="connsiteX3" fmla="*/ 1094260 w 1094260"/>
                  <a:gd name="connsiteY3" fmla="*/ 819478 h 819478"/>
                  <a:gd name="connsiteX4" fmla="*/ 0 w 1094260"/>
                  <a:gd name="connsiteY4" fmla="*/ 819478 h 819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4260" h="819478">
                    <a:moveTo>
                      <a:pt x="0" y="819478"/>
                    </a:moveTo>
                    <a:lnTo>
                      <a:pt x="262927" y="0"/>
                    </a:lnTo>
                    <a:lnTo>
                      <a:pt x="816820" y="0"/>
                    </a:lnTo>
                    <a:lnTo>
                      <a:pt x="1094260" y="819478"/>
                    </a:lnTo>
                    <a:lnTo>
                      <a:pt x="0" y="819478"/>
                    </a:lnTo>
                    <a:close/>
                  </a:path>
                </a:pathLst>
              </a:custGeom>
              <a:grp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ptos" panose="020B0004020202020204" pitchFamily="34" charset="0"/>
                  <a:cs typeface="+mn-ea"/>
                  <a:sym typeface="+mn-lt"/>
                </a:endParaRPr>
              </a:p>
            </p:txBody>
          </p:sp>
          <p:sp>
            <p:nvSpPr>
              <p:cNvPr id="146" name="îṥļîḑé-Rectangle 12">
                <a:extLst>
                  <a:ext uri="{FF2B5EF4-FFF2-40B4-BE49-F238E27FC236}">
                    <a16:creationId xmlns:a16="http://schemas.microsoft.com/office/drawing/2014/main" id="{4D49EF88-83B0-4149-8810-830033AB4069}"/>
                  </a:ext>
                </a:extLst>
              </p:cNvPr>
              <p:cNvSpPr/>
              <p:nvPr/>
            </p:nvSpPr>
            <p:spPr>
              <a:xfrm>
                <a:off x="-29028" y="3066019"/>
                <a:ext cx="1144303" cy="566594"/>
              </a:xfrm>
              <a:prstGeom prst="rect">
                <a:avLst/>
              </a:prstGeom>
              <a:grp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ptos" panose="020B0004020202020204" pitchFamily="34" charset="0"/>
                  <a:cs typeface="+mn-ea"/>
                  <a:sym typeface="+mn-lt"/>
                </a:endParaRPr>
              </a:p>
            </p:txBody>
          </p:sp>
        </p:grpSp>
        <p:sp>
          <p:nvSpPr>
            <p:cNvPr id="143" name="îṥļîḑé-TextBox 18">
              <a:extLst>
                <a:ext uri="{FF2B5EF4-FFF2-40B4-BE49-F238E27FC236}">
                  <a16:creationId xmlns:a16="http://schemas.microsoft.com/office/drawing/2014/main" id="{32FB154F-1228-4D55-8FCF-45C441E14053}"/>
                </a:ext>
              </a:extLst>
            </p:cNvPr>
            <p:cNvSpPr txBox="1"/>
            <p:nvPr/>
          </p:nvSpPr>
          <p:spPr>
            <a:xfrm>
              <a:off x="1419464" y="2091434"/>
              <a:ext cx="1028958" cy="222199"/>
            </a:xfrm>
            <a:prstGeom prst="rect">
              <a:avLst/>
            </a:prstGeom>
            <a:grpFill/>
            <a:ln>
              <a:noFill/>
            </a:ln>
            <a:effectLst>
              <a:outerShdw blurRad="149987" dist="250190" dir="8460000" algn="ctr">
                <a:srgbClr val="000000">
                  <a:alpha val="28000"/>
                </a:srgbClr>
              </a:outerShdw>
            </a:effectLst>
            <a:sp3d prstMaterial="metal">
              <a:bevelT w="88900" h="88900"/>
            </a:sp3d>
          </p:spPr>
          <p:txBody>
            <a:bodyPr wrap="none" lIns="0" tIns="0" rIns="0" bIns="0">
              <a:noAutofit/>
            </a:bodyPr>
            <a:lstStyle/>
            <a:p>
              <a:pPr algn="ctr"/>
              <a:r>
                <a:rPr lang="en-US" altLang="zh-CN" sz="2400" b="1" dirty="0">
                  <a:ln w="6600">
                    <a:solidFill>
                      <a:schemeClr val="accent2"/>
                    </a:solidFill>
                    <a:prstDash val="solid"/>
                  </a:ln>
                  <a:solidFill>
                    <a:srgbClr val="FFFFFF"/>
                  </a:solidFill>
                  <a:effectLst>
                    <a:outerShdw dist="38100" dir="2700000" algn="tl" rotWithShape="0">
                      <a:schemeClr val="accent2"/>
                    </a:outerShdw>
                  </a:effectLst>
                  <a:latin typeface="Aptos" panose="020B0004020202020204" pitchFamily="34" charset="0"/>
                  <a:cs typeface="+mn-ea"/>
                  <a:sym typeface="+mn-lt"/>
                </a:rPr>
                <a:t>Manual </a:t>
              </a:r>
            </a:p>
            <a:p>
              <a:pPr algn="ctr"/>
              <a:r>
                <a:rPr lang="en-US" altLang="zh-CN" sz="2400" b="1" dirty="0">
                  <a:ln w="6600">
                    <a:solidFill>
                      <a:schemeClr val="accent2"/>
                    </a:solidFill>
                    <a:prstDash val="solid"/>
                  </a:ln>
                  <a:solidFill>
                    <a:srgbClr val="FFFFFF"/>
                  </a:solidFill>
                  <a:effectLst>
                    <a:outerShdw dist="38100" dir="2700000" algn="tl" rotWithShape="0">
                      <a:schemeClr val="accent2"/>
                    </a:outerShdw>
                  </a:effectLst>
                  <a:latin typeface="Aptos" panose="020B0004020202020204" pitchFamily="34" charset="0"/>
                  <a:cs typeface="+mn-ea"/>
                  <a:sym typeface="+mn-lt"/>
                </a:rPr>
                <a:t>Testing </a:t>
              </a:r>
              <a:endParaRPr lang="zh-CN" altLang="en-US"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ptos" panose="020B0004020202020204" pitchFamily="34" charset="0"/>
                <a:ea typeface="+mn-ea"/>
                <a:cs typeface="+mn-ea"/>
                <a:sym typeface="+mn-lt"/>
              </a:endParaRPr>
            </a:p>
          </p:txBody>
        </p:sp>
      </p:grpSp>
      <p:grpSp>
        <p:nvGrpSpPr>
          <p:cNvPr id="147" name="组合 28">
            <a:extLst>
              <a:ext uri="{FF2B5EF4-FFF2-40B4-BE49-F238E27FC236}">
                <a16:creationId xmlns:a16="http://schemas.microsoft.com/office/drawing/2014/main" id="{BAFC38E3-F671-4425-8DAA-5B931752BB13}"/>
              </a:ext>
            </a:extLst>
          </p:cNvPr>
          <p:cNvGrpSpPr/>
          <p:nvPr/>
        </p:nvGrpSpPr>
        <p:grpSpPr>
          <a:xfrm>
            <a:off x="5136041" y="1871476"/>
            <a:ext cx="4007959" cy="1527379"/>
            <a:chOff x="6485469" y="1935262"/>
            <a:chExt cx="2616657" cy="852536"/>
          </a:xfrm>
          <a:scene3d>
            <a:camera prst="orthographicFront">
              <a:rot lat="0" lon="0" rev="0"/>
            </a:camera>
            <a:lightRig rig="contrasting" dir="t">
              <a:rot lat="0" lon="0" rev="1500000"/>
            </a:lightRig>
          </a:scene3d>
        </p:grpSpPr>
        <p:grpSp>
          <p:nvGrpSpPr>
            <p:cNvPr id="148" name="Group 4">
              <a:extLst>
                <a:ext uri="{FF2B5EF4-FFF2-40B4-BE49-F238E27FC236}">
                  <a16:creationId xmlns:a16="http://schemas.microsoft.com/office/drawing/2014/main" id="{522D47C6-6E7E-463A-BB7A-65CD41070D90}"/>
                </a:ext>
              </a:extLst>
            </p:cNvPr>
            <p:cNvGrpSpPr/>
            <p:nvPr/>
          </p:nvGrpSpPr>
          <p:grpSpPr>
            <a:xfrm>
              <a:off x="6485469" y="1935262"/>
              <a:ext cx="2616657" cy="852536"/>
              <a:chOff x="8618254" y="2860828"/>
              <a:chExt cx="3488874" cy="1136711"/>
            </a:xfrm>
          </p:grpSpPr>
          <p:sp>
            <p:nvSpPr>
              <p:cNvPr id="150" name="îṥļîḑé-Hexagon 5">
                <a:extLst>
                  <a:ext uri="{FF2B5EF4-FFF2-40B4-BE49-F238E27FC236}">
                    <a16:creationId xmlns:a16="http://schemas.microsoft.com/office/drawing/2014/main" id="{22198163-4C9F-4627-9335-EDD40BBC4444}"/>
                  </a:ext>
                </a:extLst>
              </p:cNvPr>
              <p:cNvSpPr>
                <a:spLocks noChangeAspect="1"/>
              </p:cNvSpPr>
              <p:nvPr/>
            </p:nvSpPr>
            <p:spPr>
              <a:xfrm>
                <a:off x="8618254" y="2860828"/>
                <a:ext cx="1936812" cy="1128891"/>
              </a:xfrm>
              <a:prstGeom prst="hexagon">
                <a:avLst/>
              </a:prstGeom>
              <a:solidFill>
                <a:schemeClr val="accent6"/>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ptos" panose="020B0004020202020204" pitchFamily="34" charset="0"/>
                  <a:cs typeface="+mn-ea"/>
                  <a:sym typeface="+mn-lt"/>
                </a:endParaRPr>
              </a:p>
            </p:txBody>
          </p:sp>
          <p:grpSp>
            <p:nvGrpSpPr>
              <p:cNvPr id="151" name="Group 6">
                <a:extLst>
                  <a:ext uri="{FF2B5EF4-FFF2-40B4-BE49-F238E27FC236}">
                    <a16:creationId xmlns:a16="http://schemas.microsoft.com/office/drawing/2014/main" id="{E1EFDAAE-09C6-4CA1-B198-D1A5CD6BB8E1}"/>
                  </a:ext>
                </a:extLst>
              </p:cNvPr>
              <p:cNvGrpSpPr/>
              <p:nvPr/>
            </p:nvGrpSpPr>
            <p:grpSpPr>
              <a:xfrm rot="10800000">
                <a:off x="10181700" y="2873635"/>
                <a:ext cx="1925428" cy="1123904"/>
                <a:chOff x="177731" y="2843968"/>
                <a:chExt cx="1925428" cy="1123904"/>
              </a:xfrm>
            </p:grpSpPr>
            <p:sp>
              <p:nvSpPr>
                <p:cNvPr id="152" name="îṥļîḑé-Freeform: Shape 7">
                  <a:extLst>
                    <a:ext uri="{FF2B5EF4-FFF2-40B4-BE49-F238E27FC236}">
                      <a16:creationId xmlns:a16="http://schemas.microsoft.com/office/drawing/2014/main" id="{0A51F122-215B-4966-AE35-986C43AD8FE3}"/>
                    </a:ext>
                  </a:extLst>
                </p:cNvPr>
                <p:cNvSpPr/>
                <p:nvPr/>
              </p:nvSpPr>
              <p:spPr>
                <a:xfrm rot="16200000">
                  <a:off x="1131468" y="2996181"/>
                  <a:ext cx="1123904" cy="819478"/>
                </a:xfrm>
                <a:custGeom>
                  <a:avLst/>
                  <a:gdLst>
                    <a:gd name="connsiteX0" fmla="*/ 0 w 1094260"/>
                    <a:gd name="connsiteY0" fmla="*/ 819478 h 819478"/>
                    <a:gd name="connsiteX1" fmla="*/ 204870 w 1094260"/>
                    <a:gd name="connsiteY1" fmla="*/ 0 h 819478"/>
                    <a:gd name="connsiteX2" fmla="*/ 889391 w 1094260"/>
                    <a:gd name="connsiteY2" fmla="*/ 0 h 819478"/>
                    <a:gd name="connsiteX3" fmla="*/ 1094260 w 1094260"/>
                    <a:gd name="connsiteY3" fmla="*/ 819478 h 819478"/>
                    <a:gd name="connsiteX4" fmla="*/ 0 w 1094260"/>
                    <a:gd name="connsiteY4" fmla="*/ 819478 h 819478"/>
                    <a:gd name="connsiteX0" fmla="*/ 0 w 1094260"/>
                    <a:gd name="connsiteY0" fmla="*/ 819478 h 819478"/>
                    <a:gd name="connsiteX1" fmla="*/ 204870 w 1094260"/>
                    <a:gd name="connsiteY1" fmla="*/ 0 h 819478"/>
                    <a:gd name="connsiteX2" fmla="*/ 816820 w 1094260"/>
                    <a:gd name="connsiteY2" fmla="*/ 0 h 819478"/>
                    <a:gd name="connsiteX3" fmla="*/ 1094260 w 1094260"/>
                    <a:gd name="connsiteY3" fmla="*/ 819478 h 819478"/>
                    <a:gd name="connsiteX4" fmla="*/ 0 w 1094260"/>
                    <a:gd name="connsiteY4" fmla="*/ 819478 h 819478"/>
                    <a:gd name="connsiteX0" fmla="*/ 0 w 1094260"/>
                    <a:gd name="connsiteY0" fmla="*/ 819478 h 819478"/>
                    <a:gd name="connsiteX1" fmla="*/ 262927 w 1094260"/>
                    <a:gd name="connsiteY1" fmla="*/ 0 h 819478"/>
                    <a:gd name="connsiteX2" fmla="*/ 816820 w 1094260"/>
                    <a:gd name="connsiteY2" fmla="*/ 0 h 819478"/>
                    <a:gd name="connsiteX3" fmla="*/ 1094260 w 1094260"/>
                    <a:gd name="connsiteY3" fmla="*/ 819478 h 819478"/>
                    <a:gd name="connsiteX4" fmla="*/ 0 w 1094260"/>
                    <a:gd name="connsiteY4" fmla="*/ 819478 h 819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4260" h="819478">
                      <a:moveTo>
                        <a:pt x="0" y="819478"/>
                      </a:moveTo>
                      <a:lnTo>
                        <a:pt x="262927" y="0"/>
                      </a:lnTo>
                      <a:lnTo>
                        <a:pt x="816820" y="0"/>
                      </a:lnTo>
                      <a:lnTo>
                        <a:pt x="1094260" y="819478"/>
                      </a:lnTo>
                      <a:lnTo>
                        <a:pt x="0" y="819478"/>
                      </a:lnTo>
                      <a:close/>
                    </a:path>
                  </a:pathLst>
                </a:custGeom>
                <a:solidFill>
                  <a:schemeClr val="accent6">
                    <a:lumMod val="75000"/>
                  </a:schemeClr>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ptos" panose="020B0004020202020204" pitchFamily="34" charset="0"/>
                    <a:cs typeface="+mn-ea"/>
                    <a:sym typeface="+mn-lt"/>
                  </a:endParaRPr>
                </a:p>
              </p:txBody>
            </p:sp>
            <p:sp>
              <p:nvSpPr>
                <p:cNvPr id="155" name="îṥļîḑé-Rectangle 8">
                  <a:extLst>
                    <a:ext uri="{FF2B5EF4-FFF2-40B4-BE49-F238E27FC236}">
                      <a16:creationId xmlns:a16="http://schemas.microsoft.com/office/drawing/2014/main" id="{A848F9E2-26B8-4B8C-A4DC-7BA5D030E243}"/>
                    </a:ext>
                  </a:extLst>
                </p:cNvPr>
                <p:cNvSpPr/>
                <p:nvPr/>
              </p:nvSpPr>
              <p:spPr>
                <a:xfrm>
                  <a:off x="177731" y="3111035"/>
                  <a:ext cx="1145791" cy="576121"/>
                </a:xfrm>
                <a:prstGeom prst="rect">
                  <a:avLst/>
                </a:prstGeom>
                <a:solidFill>
                  <a:schemeClr val="accent6"/>
                </a:solidFill>
                <a:ln>
                  <a:noFill/>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ptos" panose="020B0004020202020204" pitchFamily="34" charset="0"/>
                    <a:cs typeface="+mn-ea"/>
                    <a:sym typeface="+mn-lt"/>
                  </a:endParaRPr>
                </a:p>
              </p:txBody>
            </p:sp>
          </p:grpSp>
        </p:grpSp>
        <p:sp>
          <p:nvSpPr>
            <p:cNvPr id="149" name="îṥļîḑé-TextBox 24">
              <a:extLst>
                <a:ext uri="{FF2B5EF4-FFF2-40B4-BE49-F238E27FC236}">
                  <a16:creationId xmlns:a16="http://schemas.microsoft.com/office/drawing/2014/main" id="{EB8C84A2-28B7-454E-BA3A-18F6E9C64B38}"/>
                </a:ext>
              </a:extLst>
            </p:cNvPr>
            <p:cNvSpPr txBox="1"/>
            <p:nvPr/>
          </p:nvSpPr>
          <p:spPr>
            <a:xfrm>
              <a:off x="6750109" y="2160815"/>
              <a:ext cx="923329" cy="184666"/>
            </a:xfrm>
            <a:prstGeom prst="rect">
              <a:avLst/>
            </a:prstGeom>
            <a:noFill/>
            <a:ln>
              <a:noFill/>
            </a:ln>
            <a:effectLst>
              <a:outerShdw blurRad="149987" dist="250190" dir="8460000" algn="ctr">
                <a:srgbClr val="000000">
                  <a:alpha val="28000"/>
                </a:srgbClr>
              </a:outerShdw>
            </a:effectLst>
            <a:sp3d prstMaterial="metal">
              <a:bevelT w="88900" h="88900"/>
            </a:sp3d>
          </p:spPr>
          <p:txBody>
            <a:bodyPr wrap="none" lIns="0" tIns="0" rIns="0" bIns="0">
              <a:noAutofit/>
            </a:bodyPr>
            <a:lstStyle/>
            <a:p>
              <a:pPr algn="ctr"/>
              <a:r>
                <a:rPr lang="en-US" altLang="zh-CN"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ptos" panose="020B0004020202020204" pitchFamily="34" charset="0"/>
                  <a:cs typeface="+mn-ea"/>
                  <a:sym typeface="+mn-lt"/>
                </a:rPr>
                <a:t>Automation </a:t>
              </a:r>
            </a:p>
            <a:p>
              <a:pPr algn="ctr"/>
              <a:r>
                <a:rPr lang="en-US" altLang="zh-CN"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ptos" panose="020B0004020202020204" pitchFamily="34" charset="0"/>
                  <a:cs typeface="+mn-ea"/>
                  <a:sym typeface="+mn-lt"/>
                </a:rPr>
                <a:t>Testing</a:t>
              </a:r>
              <a:endParaRPr lang="zh-CN" altLang="en-US"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ptos" panose="020B0004020202020204" pitchFamily="34" charset="0"/>
                <a:cs typeface="+mn-ea"/>
                <a:sym typeface="+mn-lt"/>
              </a:endParaRPr>
            </a:p>
            <a:p>
              <a:pPr algn="r"/>
              <a:endParaRPr lang="zh-CN" altLang="en-US" sz="2400" b="1" dirty="0">
                <a:ln w="6600">
                  <a:solidFill>
                    <a:schemeClr val="accent2"/>
                  </a:solidFill>
                  <a:prstDash val="solid"/>
                </a:ln>
                <a:solidFill>
                  <a:srgbClr val="FFFFFF"/>
                </a:solidFill>
                <a:effectLst>
                  <a:outerShdw dist="38100" dir="2700000" algn="tl" rotWithShape="0">
                    <a:schemeClr val="accent2"/>
                  </a:outerShdw>
                </a:effectLst>
                <a:latin typeface="Aptos" panose="020B0004020202020204" pitchFamily="34" charset="0"/>
                <a:ea typeface="+mn-ea"/>
                <a:cs typeface="+mn-ea"/>
                <a:sym typeface="+mn-lt"/>
              </a:endParaRPr>
            </a:p>
          </p:txBody>
        </p:sp>
      </p:grpSp>
      <p:sp>
        <p:nvSpPr>
          <p:cNvPr id="156" name="îṥļîḑé-TextBox 19">
            <a:extLst>
              <a:ext uri="{FF2B5EF4-FFF2-40B4-BE49-F238E27FC236}">
                <a16:creationId xmlns:a16="http://schemas.microsoft.com/office/drawing/2014/main" id="{0C42BA7D-9567-4FA9-BACC-E1813242F76A}"/>
              </a:ext>
            </a:extLst>
          </p:cNvPr>
          <p:cNvSpPr txBox="1"/>
          <p:nvPr/>
        </p:nvSpPr>
        <p:spPr>
          <a:xfrm>
            <a:off x="5220072" y="3997597"/>
            <a:ext cx="2736304" cy="394336"/>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lIns="0" tIns="0" rIns="0" bIns="0">
            <a:noAutofit/>
          </a:bodyPr>
          <a:lstStyle/>
          <a:p>
            <a:r>
              <a:rPr lang="en-US" sz="1400" b="1" dirty="0">
                <a:solidFill>
                  <a:schemeClr val="accent1">
                    <a:lumMod val="50000"/>
                  </a:schemeClr>
                </a:solidFill>
                <a:latin typeface="Aptos" panose="020B0004020202020204" pitchFamily="34" charset="0"/>
              </a:rPr>
              <a:t>Automation Testing : </a:t>
            </a:r>
            <a:r>
              <a:rPr lang="en-US" sz="1400" b="1" dirty="0">
                <a:solidFill>
                  <a:srgbClr val="C47500"/>
                </a:solidFill>
                <a:latin typeface="Aptos" panose="020B0004020202020204" pitchFamily="34" charset="0"/>
              </a:rPr>
              <a:t>Testing in which set </a:t>
            </a:r>
          </a:p>
          <a:p>
            <a:r>
              <a:rPr lang="en-US" sz="1400" b="1" dirty="0">
                <a:solidFill>
                  <a:srgbClr val="C47500"/>
                </a:solidFill>
                <a:latin typeface="Aptos" panose="020B0004020202020204" pitchFamily="34" charset="0"/>
              </a:rPr>
              <a:t>of code or tools is used instead of a human tester</a:t>
            </a:r>
            <a:endParaRPr lang="zh-CN" altLang="en-US" sz="1400" b="1" dirty="0">
              <a:solidFill>
                <a:srgbClr val="C47500"/>
              </a:solidFill>
              <a:latin typeface="Aptos" panose="020B0004020202020204" pitchFamily="34" charset="0"/>
              <a:ea typeface="+mn-ea"/>
              <a:cs typeface="+mn-ea"/>
              <a:sym typeface="+mn-lt"/>
            </a:endParaRPr>
          </a:p>
        </p:txBody>
      </p:sp>
    </p:spTree>
    <p:custDataLst>
      <p:tags r:id="rId1"/>
    </p:custDataLst>
    <p:extLst>
      <p:ext uri="{BB962C8B-B14F-4D97-AF65-F5344CB8AC3E}">
        <p14:creationId xmlns:p14="http://schemas.microsoft.com/office/powerpoint/2010/main" val="2159782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27"/>
                                        </p:tgtEl>
                                        <p:attrNameLst>
                                          <p:attrName>style.visibility</p:attrName>
                                        </p:attrNameLst>
                                      </p:cBhvr>
                                      <p:to>
                                        <p:strVal val="visible"/>
                                      </p:to>
                                    </p:set>
                                    <p:anim calcmode="lin" valueType="num">
                                      <p:cBhvr>
                                        <p:cTn id="19" dur="500" fill="hold"/>
                                        <p:tgtEl>
                                          <p:spTgt spid="127"/>
                                        </p:tgtEl>
                                        <p:attrNameLst>
                                          <p:attrName>ppt_w</p:attrName>
                                        </p:attrNameLst>
                                      </p:cBhvr>
                                      <p:tavLst>
                                        <p:tav tm="0">
                                          <p:val>
                                            <p:fltVal val="0"/>
                                          </p:val>
                                        </p:tav>
                                        <p:tav tm="100000">
                                          <p:val>
                                            <p:strVal val="#ppt_w"/>
                                          </p:val>
                                        </p:tav>
                                      </p:tavLst>
                                    </p:anim>
                                    <p:anim calcmode="lin" valueType="num">
                                      <p:cBhvr>
                                        <p:cTn id="20" dur="500" fill="hold"/>
                                        <p:tgtEl>
                                          <p:spTgt spid="127"/>
                                        </p:tgtEl>
                                        <p:attrNameLst>
                                          <p:attrName>ppt_h</p:attrName>
                                        </p:attrNameLst>
                                      </p:cBhvr>
                                      <p:tavLst>
                                        <p:tav tm="0">
                                          <p:val>
                                            <p:fltVal val="0"/>
                                          </p:val>
                                        </p:tav>
                                        <p:tav tm="100000">
                                          <p:val>
                                            <p:strVal val="#ppt_h"/>
                                          </p:val>
                                        </p:tav>
                                      </p:tavLst>
                                    </p:anim>
                                    <p:animEffect transition="in" filter="fade">
                                      <p:cBhvr>
                                        <p:cTn id="21" dur="500"/>
                                        <p:tgtEl>
                                          <p:spTgt spid="127"/>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140">
                                            <p:txEl>
                                              <p:pRg st="0" end="0"/>
                                            </p:txEl>
                                          </p:spTgt>
                                        </p:tgtEl>
                                        <p:attrNameLst>
                                          <p:attrName>style.visibility</p:attrName>
                                        </p:attrNameLst>
                                      </p:cBhvr>
                                      <p:to>
                                        <p:strVal val="visible"/>
                                      </p:to>
                                    </p:set>
                                    <p:anim calcmode="lin" valueType="num">
                                      <p:cBhvr>
                                        <p:cTn id="26"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7"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8" dur="500"/>
                                        <p:tgtEl>
                                          <p:spTgt spid="140">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41"/>
                                        </p:tgtEl>
                                        <p:attrNameLst>
                                          <p:attrName>style.visibility</p:attrName>
                                        </p:attrNameLst>
                                      </p:cBhvr>
                                      <p:to>
                                        <p:strVal val="visible"/>
                                      </p:to>
                                    </p:set>
                                    <p:animEffect transition="in" filter="wipe(left)">
                                      <p:cBhvr>
                                        <p:cTn id="33" dur="500"/>
                                        <p:tgtEl>
                                          <p:spTgt spid="141"/>
                                        </p:tgtEl>
                                      </p:cBhvr>
                                    </p:animEffect>
                                  </p:childTnLst>
                                </p:cTn>
                              </p:par>
                              <p:par>
                                <p:cTn id="34" presetID="22" presetClass="entr" presetSubtype="2" fill="hold" nodeType="withEffect">
                                  <p:stCondLst>
                                    <p:cond delay="0"/>
                                  </p:stCondLst>
                                  <p:childTnLst>
                                    <p:set>
                                      <p:cBhvr>
                                        <p:cTn id="35" dur="1" fill="hold">
                                          <p:stCondLst>
                                            <p:cond delay="0"/>
                                          </p:stCondLst>
                                        </p:cTn>
                                        <p:tgtEl>
                                          <p:spTgt spid="147"/>
                                        </p:tgtEl>
                                        <p:attrNameLst>
                                          <p:attrName>style.visibility</p:attrName>
                                        </p:attrNameLst>
                                      </p:cBhvr>
                                      <p:to>
                                        <p:strVal val="visible"/>
                                      </p:to>
                                    </p:set>
                                    <p:animEffect transition="in" filter="wipe(right)">
                                      <p:cBhvr>
                                        <p:cTn id="36" dur="500"/>
                                        <p:tgtEl>
                                          <p:spTgt spid="147"/>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56"/>
                                        </p:tgtEl>
                                        <p:attrNameLst>
                                          <p:attrName>style.visibility</p:attrName>
                                        </p:attrNameLst>
                                      </p:cBhvr>
                                      <p:to>
                                        <p:strVal val="visible"/>
                                      </p:to>
                                    </p:set>
                                    <p:anim calcmode="lin" valueType="num">
                                      <p:cBhvr>
                                        <p:cTn id="39" dur="500" fill="hold"/>
                                        <p:tgtEl>
                                          <p:spTgt spid="156"/>
                                        </p:tgtEl>
                                        <p:attrNameLst>
                                          <p:attrName>ppt_w</p:attrName>
                                        </p:attrNameLst>
                                      </p:cBhvr>
                                      <p:tavLst>
                                        <p:tav tm="0">
                                          <p:val>
                                            <p:fltVal val="0"/>
                                          </p:val>
                                        </p:tav>
                                        <p:tav tm="100000">
                                          <p:val>
                                            <p:strVal val="#ppt_w"/>
                                          </p:val>
                                        </p:tav>
                                      </p:tavLst>
                                    </p:anim>
                                    <p:anim calcmode="lin" valueType="num">
                                      <p:cBhvr>
                                        <p:cTn id="40" dur="500" fill="hold"/>
                                        <p:tgtEl>
                                          <p:spTgt spid="156"/>
                                        </p:tgtEl>
                                        <p:attrNameLst>
                                          <p:attrName>ppt_h</p:attrName>
                                        </p:attrNameLst>
                                      </p:cBhvr>
                                      <p:tavLst>
                                        <p:tav tm="0">
                                          <p:val>
                                            <p:fltVal val="0"/>
                                          </p:val>
                                        </p:tav>
                                        <p:tav tm="100000">
                                          <p:val>
                                            <p:strVal val="#ppt_h"/>
                                          </p:val>
                                        </p:tav>
                                      </p:tavLst>
                                    </p:anim>
                                    <p:animEffect transition="in" filter="fade">
                                      <p:cBhvr>
                                        <p:cTn id="41" dur="500"/>
                                        <p:tgtEl>
                                          <p:spTgt spid="156"/>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25"/>
                                        </p:tgtEl>
                                        <p:attrNameLst>
                                          <p:attrName>style.visibility</p:attrName>
                                        </p:attrNameLst>
                                      </p:cBhvr>
                                      <p:to>
                                        <p:strVal val="visible"/>
                                      </p:to>
                                    </p:set>
                                    <p:anim calcmode="lin" valueType="num">
                                      <p:cBhvr>
                                        <p:cTn id="44" dur="500" fill="hold"/>
                                        <p:tgtEl>
                                          <p:spTgt spid="125"/>
                                        </p:tgtEl>
                                        <p:attrNameLst>
                                          <p:attrName>ppt_w</p:attrName>
                                        </p:attrNameLst>
                                      </p:cBhvr>
                                      <p:tavLst>
                                        <p:tav tm="0">
                                          <p:val>
                                            <p:fltVal val="0"/>
                                          </p:val>
                                        </p:tav>
                                        <p:tav tm="100000">
                                          <p:val>
                                            <p:strVal val="#ppt_w"/>
                                          </p:val>
                                        </p:tav>
                                      </p:tavLst>
                                    </p:anim>
                                    <p:anim calcmode="lin" valueType="num">
                                      <p:cBhvr>
                                        <p:cTn id="45" dur="500" fill="hold"/>
                                        <p:tgtEl>
                                          <p:spTgt spid="125"/>
                                        </p:tgtEl>
                                        <p:attrNameLst>
                                          <p:attrName>ppt_h</p:attrName>
                                        </p:attrNameLst>
                                      </p:cBhvr>
                                      <p:tavLst>
                                        <p:tav tm="0">
                                          <p:val>
                                            <p:fltVal val="0"/>
                                          </p:val>
                                        </p:tav>
                                        <p:tav tm="100000">
                                          <p:val>
                                            <p:strVal val="#ppt_h"/>
                                          </p:val>
                                        </p:tav>
                                      </p:tavLst>
                                    </p:anim>
                                    <p:animEffect transition="in" filter="fade">
                                      <p:cBhvr>
                                        <p:cTn id="46"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7" grpId="0"/>
      <p:bldP spid="15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1107996"/>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r>
              <a:rPr lang="en-US" altLang="zh-CN" sz="3600" b="1" dirty="0">
                <a:solidFill>
                  <a:srgbClr val="C47500"/>
                </a:solidFill>
                <a:latin typeface="Aptos" panose="020B0004020202020204" pitchFamily="34" charset="0"/>
                <a:cs typeface="Calibri" panose="020F0502020204030204" pitchFamily="34" charset="0"/>
                <a:sym typeface="+mn-lt"/>
              </a:rPr>
              <a:t>Software Testing Types, Tools and Projects </a:t>
            </a:r>
            <a:endParaRPr lang="zh-CN" altLang="en-US" sz="3600" b="1" dirty="0">
              <a:solidFill>
                <a:srgbClr val="C47500"/>
              </a:solidFill>
              <a:latin typeface="Aptos" panose="020B0004020202020204" pitchFamily="34" charset="0"/>
              <a:cs typeface="Calibri" panose="020F0502020204030204" pitchFamily="34" charset="0"/>
              <a:sym typeface="+mn-lt"/>
            </a:endParaRPr>
          </a:p>
        </p:txBody>
      </p:sp>
      <p:sp>
        <p:nvSpPr>
          <p:cNvPr id="46" name="TextBox 11">
            <a:extLst>
              <a:ext uri="{FF2B5EF4-FFF2-40B4-BE49-F238E27FC236}">
                <a16:creationId xmlns:a16="http://schemas.microsoft.com/office/drawing/2014/main" id="{4077D3F3-AF39-48D1-B37D-BF3F654DD25C}"/>
              </a:ext>
            </a:extLst>
          </p:cNvPr>
          <p:cNvSpPr txBox="1"/>
          <p:nvPr/>
        </p:nvSpPr>
        <p:spPr>
          <a:xfrm>
            <a:off x="480418" y="2139702"/>
            <a:ext cx="2232248" cy="179886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lIns="360000" tIns="0" rIns="0" bIns="0" anchor="b" anchorCtr="0">
            <a:noAutofit/>
          </a:bodyPr>
          <a:lstStyle/>
          <a:p>
            <a:pPr>
              <a:buClr>
                <a:srgbClr val="002060"/>
              </a:buClr>
            </a:pPr>
            <a:r>
              <a:rPr lang="en-US" altLang="zh-CN" b="1" dirty="0">
                <a:solidFill>
                  <a:srgbClr val="C47500"/>
                </a:solidFill>
                <a:latin typeface="Aptos" panose="020B0004020202020204" pitchFamily="34" charset="0"/>
                <a:ea typeface="+mn-ea"/>
                <a:cs typeface="Calibri" panose="020F0502020204030204" pitchFamily="34" charset="0"/>
                <a:sym typeface="+mn-lt"/>
              </a:rPr>
              <a:t>Testing Types:</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Functional Testing</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Non Functional Testing</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Performance Testing</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GUI Testing </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Database Testing</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ETL Testing</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BI Testing</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API Testing</a:t>
            </a:r>
          </a:p>
          <a:p>
            <a:pPr marL="171450" indent="-171450">
              <a:buClr>
                <a:srgbClr val="002060"/>
              </a:buClr>
              <a:buFont typeface="Arial" panose="020B0604020202020204" pitchFamily="34" charset="0"/>
              <a:buChar char="•"/>
            </a:pPr>
            <a:endPar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endParaRPr>
          </a:p>
        </p:txBody>
      </p:sp>
      <p:sp>
        <p:nvSpPr>
          <p:cNvPr id="50" name="TextBox 11">
            <a:extLst>
              <a:ext uri="{FF2B5EF4-FFF2-40B4-BE49-F238E27FC236}">
                <a16:creationId xmlns:a16="http://schemas.microsoft.com/office/drawing/2014/main" id="{4077D3F3-AF39-48D1-B37D-BF3F654DD25C}"/>
              </a:ext>
            </a:extLst>
          </p:cNvPr>
          <p:cNvSpPr txBox="1"/>
          <p:nvPr/>
        </p:nvSpPr>
        <p:spPr>
          <a:xfrm>
            <a:off x="5292080" y="1994905"/>
            <a:ext cx="3744416" cy="2347592"/>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lIns="360000" tIns="0" rIns="0" bIns="0" anchor="b" anchorCtr="0">
            <a:noAutofit/>
          </a:bodyPr>
          <a:lstStyle/>
          <a:p>
            <a:pPr>
              <a:buClr>
                <a:srgbClr val="002060"/>
              </a:buClr>
            </a:pPr>
            <a:r>
              <a:rPr lang="en-US" altLang="zh-CN" b="1" dirty="0">
                <a:solidFill>
                  <a:srgbClr val="C47500"/>
                </a:solidFill>
                <a:latin typeface="Aptos" panose="020B0004020202020204" pitchFamily="34" charset="0"/>
                <a:ea typeface="+mn-ea"/>
                <a:cs typeface="Calibri" panose="020F0502020204030204" pitchFamily="34" charset="0"/>
                <a:sym typeface="+mn-lt"/>
              </a:rPr>
              <a:t>Project Domains:</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Healthcare Domain</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Card Payment</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Life Science</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Insurance Domain</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cs typeface="Calibri" panose="020F0502020204030204" pitchFamily="34" charset="0"/>
                <a:sym typeface="+mn-lt"/>
              </a:rPr>
              <a:t>Telecom Billing/CRM/OSS/Mediation</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cs typeface="Calibri" panose="020F0502020204030204" pitchFamily="34" charset="0"/>
                <a:sym typeface="+mn-lt"/>
              </a:rPr>
              <a:t>Capital Market/Investment Banking</a:t>
            </a:r>
            <a:endPar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endParaRP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Automotive Domain</a:t>
            </a:r>
          </a:p>
          <a:p>
            <a:pPr>
              <a:buClr>
                <a:srgbClr val="002060"/>
              </a:buCl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As per Market demand, </a:t>
            </a:r>
          </a:p>
          <a:p>
            <a:pPr>
              <a:buClr>
                <a:srgbClr val="002060"/>
              </a:buCl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we will add some other important</a:t>
            </a:r>
          </a:p>
          <a:p>
            <a:pPr>
              <a:buClr>
                <a:srgbClr val="002060"/>
              </a:buCl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domains if required.</a:t>
            </a:r>
          </a:p>
          <a:p>
            <a:pPr marL="171450" indent="-171450">
              <a:buClr>
                <a:srgbClr val="002060"/>
              </a:buClr>
              <a:buFont typeface="Arial" panose="020B0604020202020204" pitchFamily="34" charset="0"/>
              <a:buChar char="•"/>
            </a:pPr>
            <a:endPar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endParaRPr>
          </a:p>
        </p:txBody>
      </p:sp>
      <p:sp>
        <p:nvSpPr>
          <p:cNvPr id="51" name="TextBox 11">
            <a:extLst>
              <a:ext uri="{FF2B5EF4-FFF2-40B4-BE49-F238E27FC236}">
                <a16:creationId xmlns:a16="http://schemas.microsoft.com/office/drawing/2014/main" id="{4077D3F3-AF39-48D1-B37D-BF3F654DD25C}"/>
              </a:ext>
            </a:extLst>
          </p:cNvPr>
          <p:cNvSpPr txBox="1"/>
          <p:nvPr/>
        </p:nvSpPr>
        <p:spPr>
          <a:xfrm>
            <a:off x="2712666" y="2342740"/>
            <a:ext cx="3960440" cy="2347592"/>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lIns="360000" tIns="0" rIns="0" bIns="0" anchor="b" anchorCtr="0">
            <a:noAutofit/>
          </a:bodyPr>
          <a:lstStyle/>
          <a:p>
            <a:pPr>
              <a:buClr>
                <a:srgbClr val="002060"/>
              </a:buClr>
            </a:pPr>
            <a:r>
              <a:rPr lang="en-US" altLang="zh-CN" b="1" dirty="0">
                <a:solidFill>
                  <a:srgbClr val="C47500"/>
                </a:solidFill>
                <a:latin typeface="Aptos" panose="020B0004020202020204" pitchFamily="34" charset="0"/>
                <a:ea typeface="+mn-ea"/>
                <a:cs typeface="Calibri" panose="020F0502020204030204" pitchFamily="34" charset="0"/>
                <a:sym typeface="+mn-lt"/>
              </a:rPr>
              <a:t>Tools :</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SQL Developer</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Sql server management studio</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Visual studio +SSIS</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Tableau</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HPALM</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Unix-Putty</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Pycharm</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Jira</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Git</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Jenkins</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Postman</a:t>
            </a:r>
          </a:p>
          <a:p>
            <a:pPr marL="171450" indent="-171450">
              <a:buClr>
                <a:srgbClr val="002060"/>
              </a:buClr>
              <a:buFont typeface="Arial" panose="020B0604020202020204" pitchFamily="34" charset="0"/>
              <a:buChar char="•"/>
            </a:pPr>
            <a:r>
              <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rPr>
              <a:t>Jmeter</a:t>
            </a:r>
          </a:p>
          <a:p>
            <a:pPr marL="171450" indent="-171450">
              <a:buClr>
                <a:srgbClr val="002060"/>
              </a:buClr>
              <a:buFont typeface="Arial" panose="020B0604020202020204" pitchFamily="34" charset="0"/>
              <a:buChar char="•"/>
            </a:pPr>
            <a:endParaRPr lang="en-US" altLang="zh-CN" sz="1200" b="1" dirty="0">
              <a:solidFill>
                <a:schemeClr val="accent3">
                  <a:lumMod val="50000"/>
                </a:schemeClr>
              </a:solidFill>
              <a:latin typeface="Aptos" panose="020B0004020202020204" pitchFamily="34" charset="0"/>
              <a:ea typeface="+mn-ea"/>
              <a:cs typeface="Calibri" panose="020F0502020204030204" pitchFamily="34" charset="0"/>
              <a:sym typeface="+mn-lt"/>
            </a:endParaRPr>
          </a:p>
        </p:txBody>
      </p:sp>
      <p:sp>
        <p:nvSpPr>
          <p:cNvPr id="52" name="TextBox 11">
            <a:extLst>
              <a:ext uri="{FF2B5EF4-FFF2-40B4-BE49-F238E27FC236}">
                <a16:creationId xmlns:a16="http://schemas.microsoft.com/office/drawing/2014/main" id="{4077D3F3-AF39-48D1-B37D-BF3F654DD25C}"/>
              </a:ext>
            </a:extLst>
          </p:cNvPr>
          <p:cNvSpPr txBox="1"/>
          <p:nvPr/>
        </p:nvSpPr>
        <p:spPr>
          <a:xfrm>
            <a:off x="480418" y="1414313"/>
            <a:ext cx="5616624" cy="42830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lIns="360000" tIns="0" rIns="0" bIns="0" anchor="b" anchorCtr="0">
            <a:noAutofit/>
          </a:bodyPr>
          <a:lstStyle/>
          <a:p>
            <a:pPr>
              <a:buClr>
                <a:srgbClr val="002060"/>
              </a:buClr>
            </a:pPr>
            <a:r>
              <a:rPr lang="en-US" altLang="zh-CN" sz="1200" b="1" dirty="0">
                <a:solidFill>
                  <a:schemeClr val="accent1">
                    <a:lumMod val="50000"/>
                  </a:schemeClr>
                </a:solidFill>
                <a:latin typeface="Aptos" panose="020B0004020202020204" pitchFamily="34" charset="0"/>
                <a:ea typeface="+mn-ea"/>
                <a:cs typeface="Calibri" panose="020F0502020204030204" pitchFamily="34" charset="0"/>
                <a:sym typeface="+mn-lt"/>
              </a:rPr>
              <a:t>Important Note</a:t>
            </a:r>
            <a:r>
              <a:rPr lang="en-US" altLang="zh-CN" sz="1200" b="1" dirty="0">
                <a:solidFill>
                  <a:srgbClr val="C47500"/>
                </a:solidFill>
                <a:latin typeface="Aptos" panose="020B0004020202020204" pitchFamily="34" charset="0"/>
                <a:ea typeface="+mn-ea"/>
                <a:cs typeface="Calibri" panose="020F0502020204030204" pitchFamily="34" charset="0"/>
                <a:sym typeface="+mn-lt"/>
              </a:rPr>
              <a:t>: This </a:t>
            </a:r>
            <a:r>
              <a:rPr lang="en-US" altLang="zh-CN" sz="1200" b="1" dirty="0">
                <a:solidFill>
                  <a:schemeClr val="accent3">
                    <a:lumMod val="75000"/>
                  </a:schemeClr>
                </a:solidFill>
                <a:latin typeface="Aptos" panose="020B0004020202020204" pitchFamily="34" charset="0"/>
                <a:ea typeface="+mn-ea"/>
                <a:cs typeface="Calibri" panose="020F0502020204030204" pitchFamily="34" charset="0"/>
                <a:sym typeface="+mn-lt"/>
              </a:rPr>
              <a:t>is not complete syllabus </a:t>
            </a:r>
            <a:r>
              <a:rPr lang="en-US" altLang="zh-CN" sz="1200" b="1" dirty="0">
                <a:solidFill>
                  <a:srgbClr val="C47500"/>
                </a:solidFill>
                <a:latin typeface="Aptos" panose="020B0004020202020204" pitchFamily="34" charset="0"/>
                <a:ea typeface="+mn-ea"/>
                <a:cs typeface="Calibri" panose="020F0502020204030204" pitchFamily="34" charset="0"/>
                <a:sym typeface="+mn-lt"/>
              </a:rPr>
              <a:t>for more details refer Credence syllabus pdf</a:t>
            </a:r>
          </a:p>
          <a:p>
            <a:pPr>
              <a:buClr>
                <a:srgbClr val="002060"/>
              </a:buClr>
            </a:pPr>
            <a:r>
              <a:rPr lang="en-US" altLang="zh-CN" sz="1200" b="1" dirty="0">
                <a:solidFill>
                  <a:srgbClr val="C47500"/>
                </a:solidFill>
                <a:latin typeface="Aptos" panose="020B0004020202020204" pitchFamily="34" charset="0"/>
                <a:ea typeface="+mn-ea"/>
                <a:cs typeface="Calibri" panose="020F0502020204030204" pitchFamily="34" charset="0"/>
                <a:sym typeface="+mn-lt"/>
              </a:rPr>
              <a:t> Detail level Syllabus Link :   </a:t>
            </a:r>
            <a:r>
              <a:rPr lang="en-US" altLang="zh-CN" sz="1200" b="1" i="1" u="sng" dirty="0">
                <a:solidFill>
                  <a:schemeClr val="accent1">
                    <a:lumMod val="50000"/>
                  </a:schemeClr>
                </a:solidFill>
                <a:latin typeface="Aptos" panose="020B0004020202020204" pitchFamily="34" charset="0"/>
                <a:ea typeface="+mn-ea"/>
                <a:cs typeface="Calibri" panose="020F0502020204030204" pitchFamily="34" charset="0"/>
                <a:sym typeface="+mn-lt"/>
                <a:hlinkClick r:id="rId8"/>
              </a:rPr>
              <a:t>https://tinyurl.com/CredenceTestingSyllabus</a:t>
            </a:r>
            <a:endParaRPr lang="en-US" altLang="zh-CN" sz="900" b="1" i="1" u="sng" dirty="0">
              <a:solidFill>
                <a:schemeClr val="accent1">
                  <a:lumMod val="50000"/>
                </a:schemeClr>
              </a:solidFill>
              <a:latin typeface="Aptos" panose="020B0004020202020204" pitchFamily="34" charset="0"/>
              <a:ea typeface="+mn-ea"/>
              <a:cs typeface="Calibri" panose="020F0502020204030204" pitchFamily="34" charset="0"/>
              <a:sym typeface="+mn-lt"/>
            </a:endParaRPr>
          </a:p>
        </p:txBody>
      </p:sp>
      <p:sp>
        <p:nvSpPr>
          <p:cNvPr id="3" name="TextBox 11">
            <a:extLst>
              <a:ext uri="{FF2B5EF4-FFF2-40B4-BE49-F238E27FC236}">
                <a16:creationId xmlns:a16="http://schemas.microsoft.com/office/drawing/2014/main" id="{6594D1E1-739A-E0C4-B50C-4563CCCF3F76}"/>
              </a:ext>
            </a:extLst>
          </p:cNvPr>
          <p:cNvSpPr txBox="1"/>
          <p:nvPr/>
        </p:nvSpPr>
        <p:spPr>
          <a:xfrm>
            <a:off x="806227" y="4476178"/>
            <a:ext cx="5616624" cy="42830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lIns="360000" tIns="0" rIns="0" bIns="0" anchor="b" anchorCtr="0">
            <a:noAutofit/>
          </a:bodyPr>
          <a:lstStyle/>
          <a:p>
            <a:pPr>
              <a:buClr>
                <a:srgbClr val="002060"/>
              </a:buClr>
            </a:pPr>
            <a:r>
              <a:rPr lang="en-US" sz="1200" b="1" i="1" dirty="0">
                <a:solidFill>
                  <a:schemeClr val="accent1">
                    <a:lumMod val="50000"/>
                  </a:schemeClr>
                </a:solidFill>
                <a:latin typeface="Aptos" panose="020B0004020202020204" pitchFamily="34" charset="0"/>
              </a:rPr>
              <a:t>- Get notes and assignments/tests/ interview questions for every topic!</a:t>
            </a:r>
            <a:endParaRPr lang="en-US" altLang="zh-CN" sz="900" b="1" i="1" dirty="0">
              <a:solidFill>
                <a:schemeClr val="accent1">
                  <a:lumMod val="50000"/>
                </a:schemeClr>
              </a:solidFill>
              <a:latin typeface="Aptos" panose="020B0004020202020204" pitchFamily="34" charset="0"/>
              <a:ea typeface="+mn-ea"/>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20401935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wipe(down)">
                                      <p:cBhvr>
                                        <p:cTn id="28" dur="500"/>
                                        <p:tgtEl>
                                          <p:spTgt spid="4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wipe(down)">
                                      <p:cBhvr>
                                        <p:cTn id="33" dur="500"/>
                                        <p:tgtEl>
                                          <p:spTgt spid="5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50"/>
                                        </p:tgtEl>
                                        <p:attrNameLst>
                                          <p:attrName>style.visibility</p:attrName>
                                        </p:attrNameLst>
                                      </p:cBhvr>
                                      <p:to>
                                        <p:strVal val="visible"/>
                                      </p:to>
                                    </p:set>
                                    <p:animEffect transition="in" filter="wipe(down)">
                                      <p:cBhvr>
                                        <p:cTn id="38"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0" grpId="0"/>
      <p:bldP spid="5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12">
            <a:extLst>
              <a:ext uri="{FF2B5EF4-FFF2-40B4-BE49-F238E27FC236}">
                <a16:creationId xmlns:a16="http://schemas.microsoft.com/office/drawing/2014/main" id="{B8E2A28D-0D50-E5C3-A77F-9A9433423FEC}"/>
              </a:ext>
            </a:extLst>
          </p:cNvPr>
          <p:cNvPicPr>
            <a:picLocks noChangeAspect="1"/>
          </p:cNvPicPr>
          <p:nvPr/>
        </p:nvPicPr>
        <p:blipFill>
          <a:blip r:embed="rId4" cstate="print">
            <a:extLst>
              <a:ext uri="{28A0092B-C50C-407E-A947-70E740481C1C}">
                <a14:useLocalDpi xmlns:a14="http://schemas.microsoft.com/office/drawing/2010/main" val="0"/>
              </a:ext>
            </a:extLst>
          </a:blip>
          <a:srcRect b="21349"/>
          <a:stretch/>
        </p:blipFill>
        <p:spPr>
          <a:xfrm rot="1170979" flipH="1">
            <a:off x="3801068" y="981103"/>
            <a:ext cx="1657003" cy="1269773"/>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03</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835696" y="2834606"/>
            <a:ext cx="5409127" cy="1661993"/>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lgn="ctr">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Interview Training</a:t>
            </a:r>
          </a:p>
          <a:p>
            <a:pPr marL="0" lvl="1" algn="ctr">
              <a:defRPr/>
            </a:pPr>
            <a:endParaRPr lang="en-US" sz="3600" b="1" dirty="0">
              <a:solidFill>
                <a:srgbClr val="C47500"/>
              </a:solidFill>
              <a:effectLst>
                <a:glow rad="25400">
                  <a:srgbClr val="BD582C">
                    <a:satMod val="175000"/>
                    <a:alpha val="40000"/>
                  </a:srgbClr>
                </a:glow>
              </a:effectLst>
              <a:latin typeface="Agency FB" panose="020B0503020202020204" pitchFamily="34" charset="0"/>
              <a:ea typeface="宋体" charset="-122"/>
            </a:endParaRPr>
          </a:p>
          <a:p>
            <a:endParaRPr lang="zh-CN" altLang="en-US" sz="3600" b="1" dirty="0">
              <a:solidFill>
                <a:schemeClr val="accent3">
                  <a:lumMod val="50000"/>
                </a:schemeClr>
              </a:solidFill>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40471288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80">
                                          <p:stCondLst>
                                            <p:cond delay="0"/>
                                          </p:stCondLst>
                                        </p:cTn>
                                        <p:tgtEl>
                                          <p:spTgt spid="8"/>
                                        </p:tgtEl>
                                      </p:cBhvr>
                                    </p:animEffect>
                                    <p:anim calcmode="lin" valueType="num">
                                      <p:cBhvr>
                                        <p:cTn id="21"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6" dur="26">
                                          <p:stCondLst>
                                            <p:cond delay="650"/>
                                          </p:stCondLst>
                                        </p:cTn>
                                        <p:tgtEl>
                                          <p:spTgt spid="8"/>
                                        </p:tgtEl>
                                      </p:cBhvr>
                                      <p:to x="100000" y="60000"/>
                                    </p:animScale>
                                    <p:animScale>
                                      <p:cBhvr>
                                        <p:cTn id="27" dur="166" decel="50000">
                                          <p:stCondLst>
                                            <p:cond delay="676"/>
                                          </p:stCondLst>
                                        </p:cTn>
                                        <p:tgtEl>
                                          <p:spTgt spid="8"/>
                                        </p:tgtEl>
                                      </p:cBhvr>
                                      <p:to x="100000" y="100000"/>
                                    </p:animScale>
                                    <p:animScale>
                                      <p:cBhvr>
                                        <p:cTn id="28" dur="26">
                                          <p:stCondLst>
                                            <p:cond delay="1312"/>
                                          </p:stCondLst>
                                        </p:cTn>
                                        <p:tgtEl>
                                          <p:spTgt spid="8"/>
                                        </p:tgtEl>
                                      </p:cBhvr>
                                      <p:to x="100000" y="80000"/>
                                    </p:animScale>
                                    <p:animScale>
                                      <p:cBhvr>
                                        <p:cTn id="29" dur="166" decel="50000">
                                          <p:stCondLst>
                                            <p:cond delay="1338"/>
                                          </p:stCondLst>
                                        </p:cTn>
                                        <p:tgtEl>
                                          <p:spTgt spid="8"/>
                                        </p:tgtEl>
                                      </p:cBhvr>
                                      <p:to x="100000" y="100000"/>
                                    </p:animScale>
                                    <p:animScale>
                                      <p:cBhvr>
                                        <p:cTn id="30" dur="26">
                                          <p:stCondLst>
                                            <p:cond delay="1642"/>
                                          </p:stCondLst>
                                        </p:cTn>
                                        <p:tgtEl>
                                          <p:spTgt spid="8"/>
                                        </p:tgtEl>
                                      </p:cBhvr>
                                      <p:to x="100000" y="90000"/>
                                    </p:animScale>
                                    <p:animScale>
                                      <p:cBhvr>
                                        <p:cTn id="31" dur="166" decel="50000">
                                          <p:stCondLst>
                                            <p:cond delay="1668"/>
                                          </p:stCondLst>
                                        </p:cTn>
                                        <p:tgtEl>
                                          <p:spTgt spid="8"/>
                                        </p:tgtEl>
                                      </p:cBhvr>
                                      <p:to x="100000" y="100000"/>
                                    </p:animScale>
                                    <p:animScale>
                                      <p:cBhvr>
                                        <p:cTn id="32" dur="26">
                                          <p:stCondLst>
                                            <p:cond delay="1808"/>
                                          </p:stCondLst>
                                        </p:cTn>
                                        <p:tgtEl>
                                          <p:spTgt spid="8"/>
                                        </p:tgtEl>
                                      </p:cBhvr>
                                      <p:to x="100000" y="95000"/>
                                    </p:animScale>
                                    <p:animScale>
                                      <p:cBhvr>
                                        <p:cTn id="33"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Interview Training</a:t>
            </a:r>
          </a:p>
        </p:txBody>
      </p:sp>
      <p:sp>
        <p:nvSpPr>
          <p:cNvPr id="60" name="íślíḋè-Freeform: Shape 64">
            <a:extLst>
              <a:ext uri="{FF2B5EF4-FFF2-40B4-BE49-F238E27FC236}">
                <a16:creationId xmlns:a16="http://schemas.microsoft.com/office/drawing/2014/main" id="{D2FA37D1-AD15-4B62-814B-FC9A73299C62}"/>
              </a:ext>
            </a:extLst>
          </p:cNvPr>
          <p:cNvSpPr>
            <a:spLocks/>
          </p:cNvSpPr>
          <p:nvPr/>
        </p:nvSpPr>
        <p:spPr bwMode="auto">
          <a:xfrm>
            <a:off x="1581379" y="1682472"/>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61" name="íślíḋè-Freeform: Shape 64">
            <a:extLst>
              <a:ext uri="{FF2B5EF4-FFF2-40B4-BE49-F238E27FC236}">
                <a16:creationId xmlns:a16="http://schemas.microsoft.com/office/drawing/2014/main" id="{D2FA37D1-AD15-4B62-814B-FC9A73299C62}"/>
              </a:ext>
            </a:extLst>
          </p:cNvPr>
          <p:cNvSpPr>
            <a:spLocks/>
          </p:cNvSpPr>
          <p:nvPr/>
        </p:nvSpPr>
        <p:spPr bwMode="auto">
          <a:xfrm>
            <a:off x="5366309" y="1613001"/>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graphicFrame>
        <p:nvGraphicFramePr>
          <p:cNvPr id="4" name="Diagram 3"/>
          <p:cNvGraphicFramePr/>
          <p:nvPr>
            <p:extLst>
              <p:ext uri="{D42A27DB-BD31-4B8C-83A1-F6EECF244321}">
                <p14:modId xmlns:p14="http://schemas.microsoft.com/office/powerpoint/2010/main" val="323900124"/>
              </p:ext>
            </p:extLst>
          </p:nvPr>
        </p:nvGraphicFramePr>
        <p:xfrm>
          <a:off x="611559" y="1491630"/>
          <a:ext cx="7488833" cy="259228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ustDataLst>
      <p:tags r:id="rId1"/>
    </p:custDataLst>
    <p:extLst>
      <p:ext uri="{BB962C8B-B14F-4D97-AF65-F5344CB8AC3E}">
        <p14:creationId xmlns:p14="http://schemas.microsoft.com/office/powerpoint/2010/main" val="30741300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circle(in)">
                                      <p:cBhvr>
                                        <p:cTn id="28"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r>
              <a:rPr lang="en-US" altLang="zh-CN" sz="3600" b="1" dirty="0">
                <a:solidFill>
                  <a:schemeClr val="accent3">
                    <a:lumMod val="50000"/>
                  </a:schemeClr>
                </a:solidFill>
                <a:latin typeface="Aptos" panose="020B0004020202020204" pitchFamily="34" charset="0"/>
                <a:cs typeface="Calibri" panose="020F0502020204030204" pitchFamily="34" charset="0"/>
                <a:sym typeface="+mn-lt"/>
              </a:rPr>
              <a:t>Interview Training</a:t>
            </a:r>
            <a:endParaRPr lang="zh-CN" altLang="en-US" sz="3600" b="1" dirty="0">
              <a:solidFill>
                <a:schemeClr val="accent3">
                  <a:lumMod val="50000"/>
                </a:schemeClr>
              </a:solidFill>
              <a:latin typeface="Aptos" panose="020B0004020202020204" pitchFamily="34" charset="0"/>
              <a:cs typeface="Calibri" panose="020F0502020204030204" pitchFamily="34" charset="0"/>
              <a:sym typeface="+mn-lt"/>
            </a:endParaRPr>
          </a:p>
        </p:txBody>
      </p:sp>
      <p:grpSp>
        <p:nvGrpSpPr>
          <p:cNvPr id="10" name="Group 7">
            <a:extLst>
              <a:ext uri="{FF2B5EF4-FFF2-40B4-BE49-F238E27FC236}">
                <a16:creationId xmlns:a16="http://schemas.microsoft.com/office/drawing/2014/main" id="{01F79C53-264A-4328-B08A-8E95156113C4}"/>
              </a:ext>
            </a:extLst>
          </p:cNvPr>
          <p:cNvGrpSpPr/>
          <p:nvPr/>
        </p:nvGrpSpPr>
        <p:grpSpPr>
          <a:xfrm>
            <a:off x="1757762" y="1059582"/>
            <a:ext cx="5518602" cy="2025488"/>
            <a:chOff x="898488" y="1755251"/>
            <a:chExt cx="7746047" cy="2910018"/>
          </a:xfrm>
          <a:scene3d>
            <a:camera prst="orthographicFront">
              <a:rot lat="0" lon="0" rev="0"/>
            </a:camera>
            <a:lightRig rig="contrasting" dir="t">
              <a:rot lat="0" lon="0" rev="1500000"/>
            </a:lightRig>
          </a:scene3d>
        </p:grpSpPr>
        <p:grpSp>
          <p:nvGrpSpPr>
            <p:cNvPr id="11" name="Group 2">
              <a:extLst>
                <a:ext uri="{FF2B5EF4-FFF2-40B4-BE49-F238E27FC236}">
                  <a16:creationId xmlns:a16="http://schemas.microsoft.com/office/drawing/2014/main" id="{BB85370C-4933-4FE4-BB29-3036D4448A28}"/>
                </a:ext>
              </a:extLst>
            </p:cNvPr>
            <p:cNvGrpSpPr/>
            <p:nvPr/>
          </p:nvGrpSpPr>
          <p:grpSpPr>
            <a:xfrm>
              <a:off x="898488" y="1755251"/>
              <a:ext cx="2448156" cy="2910018"/>
              <a:chOff x="898488" y="1755251"/>
              <a:chExt cx="2448156" cy="2910018"/>
            </a:xfrm>
          </p:grpSpPr>
          <p:sp>
            <p:nvSpPr>
              <p:cNvPr id="36" name="ïšḻïďê-Trapezoid 39">
                <a:extLst>
                  <a:ext uri="{FF2B5EF4-FFF2-40B4-BE49-F238E27FC236}">
                    <a16:creationId xmlns:a16="http://schemas.microsoft.com/office/drawing/2014/main" id="{A803D0DE-6A9C-47F4-ADA0-7FF46AE3388A}"/>
                  </a:ext>
                </a:extLst>
              </p:cNvPr>
              <p:cNvSpPr>
                <a:spLocks/>
              </p:cNvSpPr>
              <p:nvPr/>
            </p:nvSpPr>
            <p:spPr>
              <a:xfrm rot="10800000">
                <a:off x="898488" y="2980372"/>
                <a:ext cx="2448154" cy="106052"/>
              </a:xfrm>
              <a:prstGeom prst="trapezoid">
                <a:avLst>
                  <a:gd name="adj" fmla="val 75086"/>
                </a:avLst>
              </a:prstGeom>
              <a:pattFill prst="dkDnDiag">
                <a:fgClr>
                  <a:schemeClr val="accent1">
                    <a:lumMod val="50000"/>
                  </a:schemeClr>
                </a:fgClr>
                <a:bgClr>
                  <a:schemeClr val="accent1">
                    <a:lumMod val="75000"/>
                  </a:schemeClr>
                </a:bgClr>
              </a:pattFill>
              <a:ln w="3175">
                <a:noFill/>
              </a:ln>
              <a:effectLst>
                <a:outerShdw blurRad="149987" dist="250190" dir="8460000" algn="ctr">
                  <a:srgbClr val="000000">
                    <a:alpha val="28000"/>
                  </a:srgbClr>
                </a:outerShdw>
              </a:effectLst>
              <a:sp3d prstMaterial="metal">
                <a:bevelT w="88900" h="88900"/>
              </a:sp3d>
            </p:spPr>
            <p:txBody>
              <a:bodyPr anchor="ctr"/>
              <a:lstStyle/>
              <a:p>
                <a:pPr algn="ctr"/>
                <a:endParaRPr dirty="0">
                  <a:latin typeface="Aptos" panose="020B0004020202020204" pitchFamily="34" charset="0"/>
                  <a:ea typeface="+mn-ea"/>
                  <a:cs typeface="+mn-ea"/>
                  <a:sym typeface="+mn-lt"/>
                </a:endParaRPr>
              </a:p>
            </p:txBody>
          </p:sp>
          <p:sp>
            <p:nvSpPr>
              <p:cNvPr id="37" name="ïšḻïďê-Trapezoid 40">
                <a:extLst>
                  <a:ext uri="{FF2B5EF4-FFF2-40B4-BE49-F238E27FC236}">
                    <a16:creationId xmlns:a16="http://schemas.microsoft.com/office/drawing/2014/main" id="{7A2EB5EA-28A4-4EBA-AB1A-B8E42445678A}"/>
                  </a:ext>
                </a:extLst>
              </p:cNvPr>
              <p:cNvSpPr>
                <a:spLocks/>
              </p:cNvSpPr>
              <p:nvPr/>
            </p:nvSpPr>
            <p:spPr>
              <a:xfrm rot="10800000">
                <a:off x="1354262" y="4559217"/>
                <a:ext cx="1549106" cy="106052"/>
              </a:xfrm>
              <a:prstGeom prst="trapezoid">
                <a:avLst>
                  <a:gd name="adj" fmla="val 75086"/>
                </a:avLst>
              </a:prstGeom>
              <a:pattFill prst="dkDnDiag">
                <a:fgClr>
                  <a:schemeClr val="accent1">
                    <a:lumMod val="50000"/>
                  </a:schemeClr>
                </a:fgClr>
                <a:bgClr>
                  <a:schemeClr val="accent1">
                    <a:lumMod val="75000"/>
                  </a:schemeClr>
                </a:bgClr>
              </a:pattFill>
              <a:ln w="3175">
                <a:noFill/>
              </a:ln>
              <a:effectLst>
                <a:outerShdw blurRad="149987" dist="250190" dir="8460000" algn="ctr">
                  <a:srgbClr val="000000">
                    <a:alpha val="28000"/>
                  </a:srgbClr>
                </a:outerShdw>
              </a:effectLst>
              <a:sp3d prstMaterial="metal">
                <a:bevelT w="88900" h="88900"/>
              </a:sp3d>
            </p:spPr>
            <p:txBody>
              <a:bodyPr anchor="ctr"/>
              <a:lstStyle/>
              <a:p>
                <a:pPr algn="ctr"/>
                <a:endParaRPr dirty="0">
                  <a:latin typeface="Aptos" panose="020B0004020202020204" pitchFamily="34" charset="0"/>
                  <a:ea typeface="+mn-ea"/>
                  <a:cs typeface="+mn-ea"/>
                  <a:sym typeface="+mn-lt"/>
                </a:endParaRPr>
              </a:p>
            </p:txBody>
          </p:sp>
          <p:sp>
            <p:nvSpPr>
              <p:cNvPr id="38" name="ïšḻïďê-Arrow: Up 41">
                <a:extLst>
                  <a:ext uri="{FF2B5EF4-FFF2-40B4-BE49-F238E27FC236}">
                    <a16:creationId xmlns:a16="http://schemas.microsoft.com/office/drawing/2014/main" id="{EB5A7C0D-9953-4CB9-B092-F4946812E8E5}"/>
                  </a:ext>
                </a:extLst>
              </p:cNvPr>
              <p:cNvSpPr/>
              <p:nvPr/>
            </p:nvSpPr>
            <p:spPr>
              <a:xfrm>
                <a:off x="898490" y="1755251"/>
                <a:ext cx="2448154" cy="2801165"/>
              </a:xfrm>
              <a:prstGeom prst="upArrow">
                <a:avLst>
                  <a:gd name="adj1" fmla="val 63377"/>
                  <a:gd name="adj2" fmla="val 50000"/>
                </a:avLst>
              </a:prstGeom>
              <a:solidFill>
                <a:schemeClr val="accent1">
                  <a:lumMod val="50000"/>
                </a:schemeClr>
              </a:solidFill>
              <a:ln w="3175" cap="flat" cmpd="sng" algn="ctr">
                <a:noFill/>
                <a:prstDash val="solid"/>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ptos" panose="020B0004020202020204" pitchFamily="34" charset="0"/>
                  <a:cs typeface="+mn-ea"/>
                  <a:sym typeface="+mn-lt"/>
                </a:endParaRPr>
              </a:p>
            </p:txBody>
          </p:sp>
          <p:sp>
            <p:nvSpPr>
              <p:cNvPr id="40" name="ïšḻïďê-Rectangle 31">
                <a:extLst>
                  <a:ext uri="{FF2B5EF4-FFF2-40B4-BE49-F238E27FC236}">
                    <a16:creationId xmlns:a16="http://schemas.microsoft.com/office/drawing/2014/main" id="{71D2D3A7-C975-49E4-8665-D803EAF809CB}"/>
                  </a:ext>
                </a:extLst>
              </p:cNvPr>
              <p:cNvSpPr/>
              <p:nvPr/>
            </p:nvSpPr>
            <p:spPr>
              <a:xfrm>
                <a:off x="1354261" y="3524732"/>
                <a:ext cx="1549106" cy="246222"/>
              </a:xfrm>
              <a:prstGeom prst="rect">
                <a:avLst/>
              </a:prstGeom>
              <a:ln>
                <a:noFill/>
              </a:ln>
              <a:effectLst>
                <a:outerShdw blurRad="149987" dist="250190" dir="8460000" algn="ctr">
                  <a:srgbClr val="000000">
                    <a:alpha val="28000"/>
                  </a:srgbClr>
                </a:outerShdw>
              </a:effectLst>
              <a:sp3d prstMaterial="metal">
                <a:bevelT w="88900" h="88900"/>
              </a:sp3d>
            </p:spPr>
            <p:txBody>
              <a:bodyPr wrap="none" lIns="0" tIns="0" rIns="0" bIns="0">
                <a:normAutofit fontScale="77500" lnSpcReduction="20000"/>
              </a:bodyPr>
              <a:lstStyle/>
              <a:p>
                <a:pPr algn="ctr"/>
                <a:r>
                  <a:rPr lang="en-US" altLang="zh-CN" sz="1600" b="1" dirty="0">
                    <a:solidFill>
                      <a:schemeClr val="bg1"/>
                    </a:solidFill>
                    <a:latin typeface="Aptos" panose="020B0004020202020204" pitchFamily="34" charset="0"/>
                    <a:ea typeface="+mn-ea"/>
                    <a:cs typeface="+mn-ea"/>
                    <a:sym typeface="+mn-lt"/>
                  </a:rPr>
                  <a:t>Group </a:t>
                </a:r>
                <a:r>
                  <a:rPr lang="en-US" altLang="zh-CN" sz="1400" b="1" dirty="0">
                    <a:solidFill>
                      <a:schemeClr val="bg1"/>
                    </a:solidFill>
                    <a:latin typeface="Aptos" panose="020B0004020202020204" pitchFamily="34" charset="0"/>
                    <a:ea typeface="+mn-ea"/>
                    <a:cs typeface="+mn-ea"/>
                    <a:sym typeface="+mn-lt"/>
                  </a:rPr>
                  <a:t>Mock</a:t>
                </a:r>
                <a:r>
                  <a:rPr lang="en-US" altLang="zh-CN" sz="1600" b="1" dirty="0">
                    <a:solidFill>
                      <a:schemeClr val="bg1"/>
                    </a:solidFill>
                    <a:latin typeface="Aptos" panose="020B0004020202020204" pitchFamily="34" charset="0"/>
                    <a:ea typeface="+mn-ea"/>
                    <a:cs typeface="+mn-ea"/>
                    <a:sym typeface="+mn-lt"/>
                  </a:rPr>
                  <a:t> </a:t>
                </a:r>
                <a:endParaRPr lang="zh-CN" altLang="en-US" sz="1600" b="1" dirty="0">
                  <a:solidFill>
                    <a:schemeClr val="bg1"/>
                  </a:solidFill>
                  <a:latin typeface="Aptos" panose="020B0004020202020204" pitchFamily="34" charset="0"/>
                  <a:ea typeface="+mn-ea"/>
                  <a:cs typeface="+mn-ea"/>
                  <a:sym typeface="+mn-lt"/>
                </a:endParaRPr>
              </a:p>
            </p:txBody>
          </p:sp>
        </p:grpSp>
        <p:grpSp>
          <p:nvGrpSpPr>
            <p:cNvPr id="12" name="Group 3">
              <a:extLst>
                <a:ext uri="{FF2B5EF4-FFF2-40B4-BE49-F238E27FC236}">
                  <a16:creationId xmlns:a16="http://schemas.microsoft.com/office/drawing/2014/main" id="{F916EDFD-C98E-4087-86D4-19F521B99240}"/>
                </a:ext>
              </a:extLst>
            </p:cNvPr>
            <p:cNvGrpSpPr/>
            <p:nvPr/>
          </p:nvGrpSpPr>
          <p:grpSpPr>
            <a:xfrm>
              <a:off x="3547433" y="1755251"/>
              <a:ext cx="2481696" cy="2910018"/>
              <a:chOff x="3547433" y="1755251"/>
              <a:chExt cx="2481696" cy="2910018"/>
            </a:xfrm>
          </p:grpSpPr>
          <p:sp>
            <p:nvSpPr>
              <p:cNvPr id="29" name="íślíḋè-Trapezoid 43">
                <a:extLst>
                  <a:ext uri="{FF2B5EF4-FFF2-40B4-BE49-F238E27FC236}">
                    <a16:creationId xmlns:a16="http://schemas.microsoft.com/office/drawing/2014/main" id="{53037633-8C72-446F-A8F5-A632203F85FE}"/>
                  </a:ext>
                </a:extLst>
              </p:cNvPr>
              <p:cNvSpPr>
                <a:spLocks/>
              </p:cNvSpPr>
              <p:nvPr/>
            </p:nvSpPr>
            <p:spPr>
              <a:xfrm rot="10800000">
                <a:off x="3547433" y="2980372"/>
                <a:ext cx="2448154" cy="106052"/>
              </a:xfrm>
              <a:prstGeom prst="trapezoid">
                <a:avLst>
                  <a:gd name="adj" fmla="val 75086"/>
                </a:avLst>
              </a:prstGeom>
              <a:pattFill prst="dkDnDiag">
                <a:fgClr>
                  <a:schemeClr val="accent2">
                    <a:lumMod val="50000"/>
                  </a:schemeClr>
                </a:fgClr>
                <a:bgClr>
                  <a:schemeClr val="accent2">
                    <a:lumMod val="75000"/>
                  </a:schemeClr>
                </a:bgClr>
              </a:pattFill>
              <a:ln w="3175">
                <a:noFill/>
              </a:ln>
              <a:effectLst>
                <a:outerShdw blurRad="149987" dist="250190" dir="8460000" algn="ctr">
                  <a:srgbClr val="000000">
                    <a:alpha val="28000"/>
                  </a:srgbClr>
                </a:outerShdw>
              </a:effectLst>
              <a:sp3d prstMaterial="metal">
                <a:bevelT w="88900" h="88900"/>
              </a:sp3d>
            </p:spPr>
            <p:txBody>
              <a:bodyPr anchor="ctr"/>
              <a:lstStyle/>
              <a:p>
                <a:pPr algn="ctr"/>
                <a:endParaRPr dirty="0">
                  <a:latin typeface="Aptos" panose="020B0004020202020204" pitchFamily="34" charset="0"/>
                  <a:ea typeface="+mn-ea"/>
                  <a:cs typeface="+mn-ea"/>
                  <a:sym typeface="+mn-lt"/>
                </a:endParaRPr>
              </a:p>
            </p:txBody>
          </p:sp>
          <p:sp>
            <p:nvSpPr>
              <p:cNvPr id="30" name="íślíḋè-Trapezoid 44">
                <a:extLst>
                  <a:ext uri="{FF2B5EF4-FFF2-40B4-BE49-F238E27FC236}">
                    <a16:creationId xmlns:a16="http://schemas.microsoft.com/office/drawing/2014/main" id="{C25CE3C3-E706-4D03-A505-EE3A75A0D5ED}"/>
                  </a:ext>
                </a:extLst>
              </p:cNvPr>
              <p:cNvSpPr>
                <a:spLocks/>
              </p:cNvSpPr>
              <p:nvPr/>
            </p:nvSpPr>
            <p:spPr>
              <a:xfrm rot="10800000">
                <a:off x="4003207" y="4559217"/>
                <a:ext cx="1549106" cy="106052"/>
              </a:xfrm>
              <a:prstGeom prst="trapezoid">
                <a:avLst>
                  <a:gd name="adj" fmla="val 75086"/>
                </a:avLst>
              </a:prstGeom>
              <a:pattFill prst="dkDnDiag">
                <a:fgClr>
                  <a:schemeClr val="accent2">
                    <a:lumMod val="50000"/>
                  </a:schemeClr>
                </a:fgClr>
                <a:bgClr>
                  <a:schemeClr val="accent2">
                    <a:lumMod val="75000"/>
                  </a:schemeClr>
                </a:bgClr>
              </a:pattFill>
              <a:ln w="3175">
                <a:noFill/>
              </a:ln>
              <a:effectLst>
                <a:outerShdw blurRad="149987" dist="250190" dir="8460000" algn="ctr">
                  <a:srgbClr val="000000">
                    <a:alpha val="28000"/>
                  </a:srgbClr>
                </a:outerShdw>
              </a:effectLst>
              <a:sp3d prstMaterial="metal">
                <a:bevelT w="88900" h="88900"/>
              </a:sp3d>
            </p:spPr>
            <p:txBody>
              <a:bodyPr anchor="ctr"/>
              <a:lstStyle/>
              <a:p>
                <a:pPr algn="ctr"/>
                <a:endParaRPr dirty="0">
                  <a:latin typeface="Aptos" panose="020B0004020202020204" pitchFamily="34" charset="0"/>
                  <a:ea typeface="+mn-ea"/>
                  <a:cs typeface="+mn-ea"/>
                  <a:sym typeface="+mn-lt"/>
                </a:endParaRPr>
              </a:p>
            </p:txBody>
          </p:sp>
          <p:sp>
            <p:nvSpPr>
              <p:cNvPr id="31" name="íślíḋè-Arrow: Up 45">
                <a:extLst>
                  <a:ext uri="{FF2B5EF4-FFF2-40B4-BE49-F238E27FC236}">
                    <a16:creationId xmlns:a16="http://schemas.microsoft.com/office/drawing/2014/main" id="{CB68DF3E-7A56-43D1-9DF8-3F92AD3A6CFC}"/>
                  </a:ext>
                </a:extLst>
              </p:cNvPr>
              <p:cNvSpPr/>
              <p:nvPr/>
            </p:nvSpPr>
            <p:spPr>
              <a:xfrm>
                <a:off x="3580973" y="1755251"/>
                <a:ext cx="2448156" cy="2801165"/>
              </a:xfrm>
              <a:prstGeom prst="upArrow">
                <a:avLst>
                  <a:gd name="adj1" fmla="val 63377"/>
                  <a:gd name="adj2" fmla="val 50000"/>
                </a:avLst>
              </a:prstGeom>
              <a:solidFill>
                <a:schemeClr val="accent2"/>
              </a:solidFill>
              <a:ln w="3175" cap="flat" cmpd="sng" algn="ctr">
                <a:noFill/>
                <a:prstDash val="solid"/>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ptos" panose="020B0004020202020204" pitchFamily="34" charset="0"/>
                  <a:cs typeface="+mn-ea"/>
                  <a:sym typeface="+mn-lt"/>
                </a:endParaRPr>
              </a:p>
            </p:txBody>
          </p:sp>
          <p:sp>
            <p:nvSpPr>
              <p:cNvPr id="35" name="íślíḋè-Freeform: Shape 64">
                <a:extLst>
                  <a:ext uri="{FF2B5EF4-FFF2-40B4-BE49-F238E27FC236}">
                    <a16:creationId xmlns:a16="http://schemas.microsoft.com/office/drawing/2014/main" id="{D2FA37D1-AD15-4B62-814B-FC9A73299C62}"/>
                  </a:ext>
                </a:extLst>
              </p:cNvPr>
              <p:cNvSpPr>
                <a:spLocks/>
              </p:cNvSpPr>
              <p:nvPr/>
            </p:nvSpPr>
            <p:spPr bwMode="auto">
              <a:xfrm>
                <a:off x="4547609" y="2471579"/>
                <a:ext cx="426826" cy="3726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ffectLst>
                <a:outerShdw blurRad="149987" dist="250190" dir="8460000" algn="ctr">
                  <a:srgbClr val="000000">
                    <a:alpha val="28000"/>
                  </a:srgbClr>
                </a:outerShdw>
              </a:effectLst>
              <a:sp3d prstMaterial="metal">
                <a:bevelT w="88900" h="88900"/>
              </a:sp3d>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Aptos" panose="020B0004020202020204" pitchFamily="34" charset="0"/>
                  <a:ea typeface="+mn-ea"/>
                  <a:cs typeface="+mn-ea"/>
                  <a:sym typeface="+mn-lt"/>
                </a:endParaRPr>
              </a:p>
            </p:txBody>
          </p:sp>
          <p:sp>
            <p:nvSpPr>
              <p:cNvPr id="33" name="íślíḋè-Rectangle 34">
                <a:extLst>
                  <a:ext uri="{FF2B5EF4-FFF2-40B4-BE49-F238E27FC236}">
                    <a16:creationId xmlns:a16="http://schemas.microsoft.com/office/drawing/2014/main" id="{230F26C4-41AF-4E8C-8A12-C8131EB027CA}"/>
                  </a:ext>
                </a:extLst>
              </p:cNvPr>
              <p:cNvSpPr/>
              <p:nvPr/>
            </p:nvSpPr>
            <p:spPr>
              <a:xfrm>
                <a:off x="4003207" y="3524732"/>
                <a:ext cx="1749896" cy="415738"/>
              </a:xfrm>
              <a:prstGeom prst="rect">
                <a:avLst/>
              </a:prstGeom>
              <a:ln>
                <a:noFill/>
              </a:ln>
              <a:effectLst>
                <a:outerShdw blurRad="149987" dist="250190" dir="8460000" algn="ctr">
                  <a:srgbClr val="000000">
                    <a:alpha val="28000"/>
                  </a:srgbClr>
                </a:outerShdw>
              </a:effectLst>
              <a:sp3d prstMaterial="metal">
                <a:bevelT w="88900" h="88900"/>
              </a:sp3d>
            </p:spPr>
            <p:txBody>
              <a:bodyPr wrap="none" lIns="0" tIns="0" rIns="0" bIns="0">
                <a:normAutofit fontScale="77500" lnSpcReduction="20000"/>
              </a:bodyPr>
              <a:lstStyle/>
              <a:p>
                <a:pPr algn="ctr"/>
                <a:r>
                  <a:rPr lang="en-US" altLang="zh-CN" sz="1400" b="1" dirty="0">
                    <a:solidFill>
                      <a:schemeClr val="bg1"/>
                    </a:solidFill>
                    <a:latin typeface="Aptos" panose="020B0004020202020204" pitchFamily="34" charset="0"/>
                    <a:cs typeface="+mn-ea"/>
                    <a:sym typeface="+mn-lt"/>
                  </a:rPr>
                  <a:t>Telephonic </a:t>
                </a:r>
              </a:p>
              <a:p>
                <a:pPr algn="ctr"/>
                <a:r>
                  <a:rPr lang="en-US" altLang="zh-CN" sz="1400" b="1" dirty="0">
                    <a:solidFill>
                      <a:schemeClr val="bg1"/>
                    </a:solidFill>
                    <a:latin typeface="Aptos" panose="020B0004020202020204" pitchFamily="34" charset="0"/>
                    <a:cs typeface="+mn-ea"/>
                    <a:sym typeface="+mn-lt"/>
                  </a:rPr>
                  <a:t>Mock </a:t>
                </a:r>
                <a:endParaRPr lang="zh-CN" altLang="en-US" sz="1400" b="1" dirty="0">
                  <a:solidFill>
                    <a:schemeClr val="bg1"/>
                  </a:solidFill>
                  <a:latin typeface="Aptos" panose="020B0004020202020204" pitchFamily="34" charset="0"/>
                  <a:cs typeface="+mn-ea"/>
                  <a:sym typeface="+mn-lt"/>
                </a:endParaRPr>
              </a:p>
            </p:txBody>
          </p:sp>
        </p:grpSp>
        <p:grpSp>
          <p:nvGrpSpPr>
            <p:cNvPr id="13" name="Group 4">
              <a:extLst>
                <a:ext uri="{FF2B5EF4-FFF2-40B4-BE49-F238E27FC236}">
                  <a16:creationId xmlns:a16="http://schemas.microsoft.com/office/drawing/2014/main" id="{4C7AD173-1051-4A32-A426-6469BA662C89}"/>
                </a:ext>
              </a:extLst>
            </p:cNvPr>
            <p:cNvGrpSpPr/>
            <p:nvPr/>
          </p:nvGrpSpPr>
          <p:grpSpPr>
            <a:xfrm>
              <a:off x="6196379" y="1755251"/>
              <a:ext cx="2448156" cy="2910018"/>
              <a:chOff x="6196379" y="1755251"/>
              <a:chExt cx="2448156" cy="2910018"/>
            </a:xfrm>
          </p:grpSpPr>
          <p:sp>
            <p:nvSpPr>
              <p:cNvPr id="21" name="íślíḋè-Trapezoid 47">
                <a:extLst>
                  <a:ext uri="{FF2B5EF4-FFF2-40B4-BE49-F238E27FC236}">
                    <a16:creationId xmlns:a16="http://schemas.microsoft.com/office/drawing/2014/main" id="{C1C4BE57-56AC-4842-9B9E-A9BC7CB476A4}"/>
                  </a:ext>
                </a:extLst>
              </p:cNvPr>
              <p:cNvSpPr>
                <a:spLocks/>
              </p:cNvSpPr>
              <p:nvPr/>
            </p:nvSpPr>
            <p:spPr>
              <a:xfrm rot="10800000">
                <a:off x="6196379" y="2980372"/>
                <a:ext cx="2448154" cy="106052"/>
              </a:xfrm>
              <a:prstGeom prst="trapezoid">
                <a:avLst>
                  <a:gd name="adj" fmla="val 75086"/>
                </a:avLst>
              </a:prstGeom>
              <a:pattFill prst="dkDnDiag">
                <a:fgClr>
                  <a:schemeClr val="accent3">
                    <a:lumMod val="50000"/>
                  </a:schemeClr>
                </a:fgClr>
                <a:bgClr>
                  <a:schemeClr val="accent3">
                    <a:lumMod val="75000"/>
                  </a:schemeClr>
                </a:bgClr>
              </a:pattFill>
              <a:ln w="3175">
                <a:noFill/>
              </a:ln>
              <a:effectLst>
                <a:outerShdw blurRad="149987" dist="250190" dir="8460000" algn="ctr">
                  <a:srgbClr val="000000">
                    <a:alpha val="28000"/>
                  </a:srgbClr>
                </a:outerShdw>
              </a:effectLst>
              <a:sp3d prstMaterial="metal">
                <a:bevelT w="88900" h="88900"/>
              </a:sp3d>
            </p:spPr>
            <p:txBody>
              <a:bodyPr anchor="ctr"/>
              <a:lstStyle/>
              <a:p>
                <a:pPr algn="ctr"/>
                <a:endParaRPr dirty="0">
                  <a:latin typeface="Aptos" panose="020B0004020202020204" pitchFamily="34" charset="0"/>
                  <a:ea typeface="+mn-ea"/>
                  <a:cs typeface="+mn-ea"/>
                  <a:sym typeface="+mn-lt"/>
                </a:endParaRPr>
              </a:p>
            </p:txBody>
          </p:sp>
          <p:sp>
            <p:nvSpPr>
              <p:cNvPr id="22" name="íślíḋè-Trapezoid 48">
                <a:extLst>
                  <a:ext uri="{FF2B5EF4-FFF2-40B4-BE49-F238E27FC236}">
                    <a16:creationId xmlns:a16="http://schemas.microsoft.com/office/drawing/2014/main" id="{7733DF74-6096-4CB4-A6EE-D9613B7C9F07}"/>
                  </a:ext>
                </a:extLst>
              </p:cNvPr>
              <p:cNvSpPr>
                <a:spLocks/>
              </p:cNvSpPr>
              <p:nvPr/>
            </p:nvSpPr>
            <p:spPr>
              <a:xfrm rot="10800000">
                <a:off x="6652153" y="4559217"/>
                <a:ext cx="1549106" cy="106052"/>
              </a:xfrm>
              <a:prstGeom prst="trapezoid">
                <a:avLst>
                  <a:gd name="adj" fmla="val 75086"/>
                </a:avLst>
              </a:prstGeom>
              <a:pattFill prst="dkDnDiag">
                <a:fgClr>
                  <a:schemeClr val="accent3">
                    <a:lumMod val="50000"/>
                  </a:schemeClr>
                </a:fgClr>
                <a:bgClr>
                  <a:schemeClr val="accent3">
                    <a:lumMod val="75000"/>
                  </a:schemeClr>
                </a:bgClr>
              </a:pattFill>
              <a:ln w="3175">
                <a:noFill/>
              </a:ln>
              <a:effectLst>
                <a:outerShdw blurRad="149987" dist="250190" dir="8460000" algn="ctr">
                  <a:srgbClr val="000000">
                    <a:alpha val="28000"/>
                  </a:srgbClr>
                </a:outerShdw>
              </a:effectLst>
              <a:sp3d prstMaterial="metal">
                <a:bevelT w="88900" h="88900"/>
              </a:sp3d>
            </p:spPr>
            <p:txBody>
              <a:bodyPr anchor="ctr"/>
              <a:lstStyle/>
              <a:p>
                <a:pPr algn="ctr"/>
                <a:endParaRPr dirty="0">
                  <a:latin typeface="Aptos" panose="020B0004020202020204" pitchFamily="34" charset="0"/>
                  <a:ea typeface="+mn-ea"/>
                  <a:cs typeface="+mn-ea"/>
                  <a:sym typeface="+mn-lt"/>
                </a:endParaRPr>
              </a:p>
            </p:txBody>
          </p:sp>
          <p:sp>
            <p:nvSpPr>
              <p:cNvPr id="23" name="íślíḋè-Arrow: Up 49">
                <a:extLst>
                  <a:ext uri="{FF2B5EF4-FFF2-40B4-BE49-F238E27FC236}">
                    <a16:creationId xmlns:a16="http://schemas.microsoft.com/office/drawing/2014/main" id="{038F6866-9D56-4F47-AA1D-00E870239DC9}"/>
                  </a:ext>
                </a:extLst>
              </p:cNvPr>
              <p:cNvSpPr/>
              <p:nvPr/>
            </p:nvSpPr>
            <p:spPr>
              <a:xfrm>
                <a:off x="6196381" y="1755251"/>
                <a:ext cx="2448154" cy="2801165"/>
              </a:xfrm>
              <a:prstGeom prst="upArrow">
                <a:avLst>
                  <a:gd name="adj1" fmla="val 63377"/>
                  <a:gd name="adj2" fmla="val 50000"/>
                </a:avLst>
              </a:prstGeom>
              <a:solidFill>
                <a:schemeClr val="accent3">
                  <a:lumMod val="50000"/>
                </a:schemeClr>
              </a:solidFill>
              <a:ln w="3175" cap="flat" cmpd="sng" algn="ctr">
                <a:noFill/>
                <a:prstDash val="solid"/>
              </a:ln>
              <a:effectLst>
                <a:outerShdw blurRad="149987" dist="250190" dir="8460000" algn="ctr">
                  <a:srgbClr val="000000">
                    <a:alpha val="28000"/>
                  </a:srgbClr>
                </a:outerShdw>
              </a:effectLst>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ptos" panose="020B0004020202020204" pitchFamily="34" charset="0"/>
                  <a:cs typeface="+mn-ea"/>
                  <a:sym typeface="+mn-lt"/>
                </a:endParaRPr>
              </a:p>
            </p:txBody>
          </p:sp>
          <p:sp>
            <p:nvSpPr>
              <p:cNvPr id="25" name="íślíḋè-Rectangle 37">
                <a:extLst>
                  <a:ext uri="{FF2B5EF4-FFF2-40B4-BE49-F238E27FC236}">
                    <a16:creationId xmlns:a16="http://schemas.microsoft.com/office/drawing/2014/main" id="{F8416B8B-442E-411D-861A-DD93080CEB34}"/>
                  </a:ext>
                </a:extLst>
              </p:cNvPr>
              <p:cNvSpPr/>
              <p:nvPr/>
            </p:nvSpPr>
            <p:spPr>
              <a:xfrm>
                <a:off x="6652151" y="3524731"/>
                <a:ext cx="1549108" cy="320745"/>
              </a:xfrm>
              <a:prstGeom prst="rect">
                <a:avLst/>
              </a:prstGeom>
              <a:ln>
                <a:noFill/>
              </a:ln>
              <a:effectLst>
                <a:outerShdw blurRad="149987" dist="250190" dir="8460000" algn="ctr">
                  <a:srgbClr val="000000">
                    <a:alpha val="28000"/>
                  </a:srgbClr>
                </a:outerShdw>
              </a:effectLst>
              <a:sp3d prstMaterial="metal">
                <a:bevelT w="88900" h="88900"/>
              </a:sp3d>
            </p:spPr>
            <p:txBody>
              <a:bodyPr wrap="none" lIns="0" tIns="0" rIns="0" bIns="0">
                <a:normAutofit fontScale="92500" lnSpcReduction="10000"/>
              </a:bodyPr>
              <a:lstStyle/>
              <a:p>
                <a:pPr algn="ctr"/>
                <a:r>
                  <a:rPr lang="en-US" altLang="zh-CN" sz="1600" b="1" dirty="0">
                    <a:solidFill>
                      <a:schemeClr val="bg1"/>
                    </a:solidFill>
                    <a:latin typeface="Aptos" panose="020B0004020202020204" pitchFamily="34" charset="0"/>
                    <a:cs typeface="+mn-ea"/>
                    <a:sym typeface="+mn-lt"/>
                  </a:rPr>
                  <a:t>1-1</a:t>
                </a:r>
                <a:r>
                  <a:rPr lang="en-US" altLang="zh-CN" sz="1400" b="1" dirty="0">
                    <a:solidFill>
                      <a:schemeClr val="bg1"/>
                    </a:solidFill>
                    <a:latin typeface="Aptos" panose="020B0004020202020204" pitchFamily="34" charset="0"/>
                    <a:cs typeface="+mn-ea"/>
                    <a:sym typeface="+mn-lt"/>
                  </a:rPr>
                  <a:t> </a:t>
                </a:r>
                <a:r>
                  <a:rPr lang="en-US" altLang="zh-CN" sz="1500" b="1" dirty="0">
                    <a:solidFill>
                      <a:schemeClr val="bg1"/>
                    </a:solidFill>
                    <a:latin typeface="Aptos" panose="020B0004020202020204" pitchFamily="34" charset="0"/>
                    <a:cs typeface="+mn-ea"/>
                    <a:sym typeface="+mn-lt"/>
                  </a:rPr>
                  <a:t>Mock</a:t>
                </a:r>
                <a:r>
                  <a:rPr lang="en-US" altLang="zh-CN" sz="1400" b="1" dirty="0">
                    <a:solidFill>
                      <a:schemeClr val="bg1"/>
                    </a:solidFill>
                    <a:latin typeface="Aptos" panose="020B0004020202020204" pitchFamily="34" charset="0"/>
                    <a:cs typeface="+mn-ea"/>
                    <a:sym typeface="+mn-lt"/>
                  </a:rPr>
                  <a:t> </a:t>
                </a:r>
                <a:endParaRPr lang="zh-CN" altLang="en-US" sz="1400" b="1" dirty="0">
                  <a:solidFill>
                    <a:schemeClr val="bg1"/>
                  </a:solidFill>
                  <a:latin typeface="Aptos" panose="020B0004020202020204" pitchFamily="34" charset="0"/>
                  <a:cs typeface="+mn-ea"/>
                  <a:sym typeface="+mn-lt"/>
                </a:endParaRPr>
              </a:p>
            </p:txBody>
          </p:sp>
        </p:grpSp>
      </p:grpSp>
      <p:grpSp>
        <p:nvGrpSpPr>
          <p:cNvPr id="41" name="Group 42">
            <a:extLst>
              <a:ext uri="{FF2B5EF4-FFF2-40B4-BE49-F238E27FC236}">
                <a16:creationId xmlns:a16="http://schemas.microsoft.com/office/drawing/2014/main" id="{467E0444-0AEB-4DC5-8706-A54BE0E972E3}"/>
              </a:ext>
            </a:extLst>
          </p:cNvPr>
          <p:cNvGrpSpPr/>
          <p:nvPr/>
        </p:nvGrpSpPr>
        <p:grpSpPr>
          <a:xfrm>
            <a:off x="1423420" y="3316201"/>
            <a:ext cx="6192687" cy="1055749"/>
            <a:chOff x="1768931" y="3638220"/>
            <a:chExt cx="6936851" cy="857260"/>
          </a:xfrm>
          <a:scene3d>
            <a:camera prst="orthographicFront">
              <a:rot lat="0" lon="0" rev="0"/>
            </a:camera>
            <a:lightRig rig="contrasting" dir="t">
              <a:rot lat="0" lon="0" rev="1500000"/>
            </a:lightRig>
          </a:scene3d>
        </p:grpSpPr>
        <p:grpSp>
          <p:nvGrpSpPr>
            <p:cNvPr id="42" name="Group 46">
              <a:extLst>
                <a:ext uri="{FF2B5EF4-FFF2-40B4-BE49-F238E27FC236}">
                  <a16:creationId xmlns:a16="http://schemas.microsoft.com/office/drawing/2014/main" id="{7F4A5E39-D0C4-4C06-9312-BEC9D3831807}"/>
                </a:ext>
              </a:extLst>
            </p:cNvPr>
            <p:cNvGrpSpPr/>
            <p:nvPr/>
          </p:nvGrpSpPr>
          <p:grpSpPr>
            <a:xfrm>
              <a:off x="1768931" y="3638220"/>
              <a:ext cx="2213143" cy="857260"/>
              <a:chOff x="1732858" y="5001250"/>
              <a:chExt cx="2213143" cy="857260"/>
            </a:xfrm>
          </p:grpSpPr>
          <p:sp>
            <p:nvSpPr>
              <p:cNvPr id="56" name="íślíḋè-TextBox 77">
                <a:extLst>
                  <a:ext uri="{FF2B5EF4-FFF2-40B4-BE49-F238E27FC236}">
                    <a16:creationId xmlns:a16="http://schemas.microsoft.com/office/drawing/2014/main" id="{AE42E386-7B7A-47F9-891E-78DE022D25FE}"/>
                  </a:ext>
                </a:extLst>
              </p:cNvPr>
              <p:cNvSpPr txBox="1">
                <a:spLocks/>
              </p:cNvSpPr>
              <p:nvPr/>
            </p:nvSpPr>
            <p:spPr bwMode="auto">
              <a:xfrm>
                <a:off x="1732858" y="5001250"/>
                <a:ext cx="2213143" cy="283030"/>
              </a:xfrm>
              <a:prstGeom prst="rect">
                <a:avLst/>
              </a:prstGeom>
              <a:noFill/>
              <a:ln w="9525">
                <a:noFill/>
                <a:miter lim="800000"/>
                <a:headEnd/>
                <a:tailEnd/>
              </a:ln>
              <a:effectLst>
                <a:outerShdw blurRad="149987" dist="250190" dir="8460000" algn="ctr">
                  <a:srgbClr val="000000">
                    <a:alpha val="28000"/>
                  </a:srgbClr>
                </a:outerShdw>
              </a:effectLst>
              <a:sp3d prstMaterial="metal">
                <a:bevelT w="88900" h="88900"/>
              </a:sp3d>
            </p:spPr>
            <p:txBody>
              <a:bodyPr wrap="none" lIns="0" tIns="0" rIns="0" bIns="0" anchor="ctr" anchorCtr="1">
                <a:normAutofit/>
                <a:sp3d>
                  <a:bevelT w="0" h="0"/>
                </a:sp3d>
              </a:bodyPr>
              <a:lstStyle/>
              <a:p>
                <a:pPr marL="0" lvl="1" algn="ctr"/>
                <a:r>
                  <a:rPr lang="tr-TR" altLang="zh-CN" sz="1200" b="1" dirty="0">
                    <a:solidFill>
                      <a:schemeClr val="accent1"/>
                    </a:solidFill>
                    <a:latin typeface="Aptos" panose="020B0004020202020204" pitchFamily="34" charset="0"/>
                    <a:ea typeface="+mn-ea"/>
                    <a:cs typeface="+mn-ea"/>
                    <a:sym typeface="+mn-lt"/>
                  </a:rPr>
                  <a:t>Group Mock </a:t>
                </a:r>
                <a:r>
                  <a:rPr lang="en-US" altLang="zh-CN" sz="1200" b="1" dirty="0">
                    <a:solidFill>
                      <a:schemeClr val="accent1"/>
                    </a:solidFill>
                    <a:latin typeface="Aptos" panose="020B0004020202020204" pitchFamily="34" charset="0"/>
                    <a:ea typeface="+mn-ea"/>
                    <a:cs typeface="+mn-ea"/>
                    <a:sym typeface="+mn-lt"/>
                  </a:rPr>
                  <a:t>Interview </a:t>
                </a:r>
                <a:endParaRPr lang="tr-TR" altLang="zh-CN" sz="1200" b="1" dirty="0">
                  <a:solidFill>
                    <a:schemeClr val="accent1"/>
                  </a:solidFill>
                  <a:latin typeface="Aptos" panose="020B0004020202020204" pitchFamily="34" charset="0"/>
                  <a:ea typeface="+mn-ea"/>
                  <a:cs typeface="+mn-ea"/>
                  <a:sym typeface="+mn-lt"/>
                </a:endParaRPr>
              </a:p>
            </p:txBody>
          </p:sp>
          <p:sp>
            <p:nvSpPr>
              <p:cNvPr id="57" name="íślíḋè-TextBox 78">
                <a:extLst>
                  <a:ext uri="{FF2B5EF4-FFF2-40B4-BE49-F238E27FC236}">
                    <a16:creationId xmlns:a16="http://schemas.microsoft.com/office/drawing/2014/main" id="{28E78734-8C64-4BDB-9D68-1F5946E08FEA}"/>
                  </a:ext>
                </a:extLst>
              </p:cNvPr>
              <p:cNvSpPr txBox="1">
                <a:spLocks/>
              </p:cNvSpPr>
              <p:nvPr/>
            </p:nvSpPr>
            <p:spPr bwMode="auto">
              <a:xfrm>
                <a:off x="1732858" y="5284280"/>
                <a:ext cx="2213143" cy="574230"/>
              </a:xfrm>
              <a:prstGeom prst="rect">
                <a:avLst/>
              </a:prstGeom>
              <a:noFill/>
              <a:ln w="9525">
                <a:noFill/>
                <a:miter lim="800000"/>
                <a:headEnd/>
                <a:tailEnd/>
              </a:ln>
              <a:effectLst>
                <a:outerShdw blurRad="149987" dist="250190" dir="8460000" algn="ctr">
                  <a:srgbClr val="000000">
                    <a:alpha val="28000"/>
                  </a:srgbClr>
                </a:outerShdw>
              </a:effectLst>
              <a:sp3d prstMaterial="metal">
                <a:bevelT w="88900" h="88900"/>
              </a:sp3d>
            </p:spPr>
            <p:txBody>
              <a:bodyPr wrap="square" lIns="0" tIns="0" rIns="0" bIns="0" anchor="ctr" anchorCtr="1">
                <a:normAutofit/>
                <a:sp3d>
                  <a:bevelT w="0" h="0"/>
                </a:sp3d>
              </a:bodyPr>
              <a:lstStyle/>
              <a:p>
                <a:pPr algn="ctr">
                  <a:lnSpc>
                    <a:spcPct val="120000"/>
                  </a:lnSpc>
                  <a:defRPr/>
                </a:pPr>
                <a:r>
                  <a:rPr lang="en-US" altLang="zh-CN" sz="1000" dirty="0">
                    <a:latin typeface="Aptos" panose="020B0004020202020204" pitchFamily="34" charset="0"/>
                    <a:ea typeface="+mn-ea"/>
                    <a:cs typeface="+mn-ea"/>
                    <a:sym typeface="+mn-lt"/>
                  </a:rPr>
                  <a:t>After completion of very big topic group mock interviews will be arranged</a:t>
                </a:r>
                <a:endParaRPr lang="zh-CN" altLang="en-US" sz="1000" dirty="0">
                  <a:latin typeface="Aptos" panose="020B0004020202020204" pitchFamily="34" charset="0"/>
                  <a:ea typeface="+mn-ea"/>
                  <a:cs typeface="+mn-ea"/>
                  <a:sym typeface="+mn-lt"/>
                </a:endParaRPr>
              </a:p>
            </p:txBody>
          </p:sp>
        </p:grpSp>
        <p:grpSp>
          <p:nvGrpSpPr>
            <p:cNvPr id="43" name="Group 50">
              <a:extLst>
                <a:ext uri="{FF2B5EF4-FFF2-40B4-BE49-F238E27FC236}">
                  <a16:creationId xmlns:a16="http://schemas.microsoft.com/office/drawing/2014/main" id="{1D494260-60E9-4A0A-AD17-CCE92CA4C8B1}"/>
                </a:ext>
              </a:extLst>
            </p:cNvPr>
            <p:cNvGrpSpPr/>
            <p:nvPr/>
          </p:nvGrpSpPr>
          <p:grpSpPr>
            <a:xfrm>
              <a:off x="4130785" y="3638220"/>
              <a:ext cx="2213143" cy="857260"/>
              <a:chOff x="1732858" y="5001250"/>
              <a:chExt cx="2213143" cy="857260"/>
            </a:xfrm>
          </p:grpSpPr>
          <p:sp>
            <p:nvSpPr>
              <p:cNvPr id="54" name="íślíḋè-TextBox 75">
                <a:extLst>
                  <a:ext uri="{FF2B5EF4-FFF2-40B4-BE49-F238E27FC236}">
                    <a16:creationId xmlns:a16="http://schemas.microsoft.com/office/drawing/2014/main" id="{A6685F9D-F146-4602-B709-D7DFD005B7C7}"/>
                  </a:ext>
                </a:extLst>
              </p:cNvPr>
              <p:cNvSpPr txBox="1">
                <a:spLocks/>
              </p:cNvSpPr>
              <p:nvPr/>
            </p:nvSpPr>
            <p:spPr bwMode="auto">
              <a:xfrm>
                <a:off x="1732858" y="5001250"/>
                <a:ext cx="2213143" cy="283031"/>
              </a:xfrm>
              <a:prstGeom prst="rect">
                <a:avLst/>
              </a:prstGeom>
              <a:noFill/>
              <a:ln w="9525">
                <a:noFill/>
                <a:miter lim="800000"/>
                <a:headEnd/>
                <a:tailEnd/>
              </a:ln>
              <a:effectLst>
                <a:outerShdw blurRad="149987" dist="250190" dir="8460000" algn="ctr">
                  <a:srgbClr val="000000">
                    <a:alpha val="28000"/>
                  </a:srgbClr>
                </a:outerShdw>
              </a:effectLst>
              <a:sp3d prstMaterial="metal">
                <a:bevelT w="88900" h="88900"/>
              </a:sp3d>
            </p:spPr>
            <p:txBody>
              <a:bodyPr wrap="none" lIns="0" tIns="0" rIns="0" bIns="0" anchor="ctr" anchorCtr="1">
                <a:normAutofit/>
                <a:sp3d>
                  <a:bevelT w="0" h="0"/>
                </a:sp3d>
              </a:bodyPr>
              <a:lstStyle/>
              <a:p>
                <a:pPr marL="0" lvl="1" algn="ctr"/>
                <a:r>
                  <a:rPr lang="en-US" altLang="zh-CN" sz="1200" b="1" dirty="0">
                    <a:solidFill>
                      <a:schemeClr val="accent2"/>
                    </a:solidFill>
                    <a:latin typeface="Aptos" panose="020B0004020202020204" pitchFamily="34" charset="0"/>
                    <a:ea typeface="+mn-ea"/>
                    <a:cs typeface="+mn-ea"/>
                    <a:sym typeface="+mn-lt"/>
                  </a:rPr>
                  <a:t>Telephonic</a:t>
                </a:r>
                <a:r>
                  <a:rPr lang="tr-TR" altLang="zh-CN" sz="1200" b="1" dirty="0">
                    <a:solidFill>
                      <a:schemeClr val="accent2"/>
                    </a:solidFill>
                    <a:latin typeface="Aptos" panose="020B0004020202020204" pitchFamily="34" charset="0"/>
                    <a:ea typeface="+mn-ea"/>
                    <a:cs typeface="+mn-ea"/>
                    <a:sym typeface="+mn-lt"/>
                  </a:rPr>
                  <a:t> Mock </a:t>
                </a:r>
                <a:r>
                  <a:rPr lang="en-US" altLang="zh-CN" sz="1200" b="1" dirty="0">
                    <a:solidFill>
                      <a:schemeClr val="accent2"/>
                    </a:solidFill>
                    <a:latin typeface="Aptos" panose="020B0004020202020204" pitchFamily="34" charset="0"/>
                    <a:ea typeface="+mn-ea"/>
                    <a:cs typeface="+mn-ea"/>
                    <a:sym typeface="+mn-lt"/>
                  </a:rPr>
                  <a:t>Interview</a:t>
                </a:r>
                <a:endParaRPr lang="tr-TR" altLang="zh-CN" sz="1200" b="1" dirty="0">
                  <a:solidFill>
                    <a:schemeClr val="accent2"/>
                  </a:solidFill>
                  <a:latin typeface="Aptos" panose="020B0004020202020204" pitchFamily="34" charset="0"/>
                  <a:ea typeface="+mn-ea"/>
                  <a:cs typeface="+mn-ea"/>
                  <a:sym typeface="+mn-lt"/>
                </a:endParaRPr>
              </a:p>
            </p:txBody>
          </p:sp>
          <p:sp>
            <p:nvSpPr>
              <p:cNvPr id="55" name="íślíḋè-TextBox 76">
                <a:extLst>
                  <a:ext uri="{FF2B5EF4-FFF2-40B4-BE49-F238E27FC236}">
                    <a16:creationId xmlns:a16="http://schemas.microsoft.com/office/drawing/2014/main" id="{9EADE06B-1069-4213-BA91-7DD464F0D2B4}"/>
                  </a:ext>
                </a:extLst>
              </p:cNvPr>
              <p:cNvSpPr txBox="1">
                <a:spLocks/>
              </p:cNvSpPr>
              <p:nvPr/>
            </p:nvSpPr>
            <p:spPr bwMode="auto">
              <a:xfrm>
                <a:off x="1732858" y="5284280"/>
                <a:ext cx="2213143" cy="574230"/>
              </a:xfrm>
              <a:prstGeom prst="rect">
                <a:avLst/>
              </a:prstGeom>
              <a:noFill/>
              <a:ln w="9525">
                <a:noFill/>
                <a:miter lim="800000"/>
                <a:headEnd/>
                <a:tailEnd/>
              </a:ln>
              <a:effectLst>
                <a:outerShdw blurRad="149987" dist="250190" dir="8460000" algn="ctr">
                  <a:srgbClr val="000000">
                    <a:alpha val="28000"/>
                  </a:srgbClr>
                </a:outerShdw>
              </a:effectLst>
              <a:sp3d prstMaterial="metal">
                <a:bevelT w="88900" h="88900"/>
              </a:sp3d>
            </p:spPr>
            <p:txBody>
              <a:bodyPr wrap="square" lIns="0" tIns="0" rIns="0" bIns="0" anchor="ctr" anchorCtr="1">
                <a:normAutofit/>
                <a:sp3d>
                  <a:bevelT w="0" h="0"/>
                </a:sp3d>
              </a:bodyPr>
              <a:lstStyle/>
              <a:p>
                <a:pPr algn="ctr">
                  <a:lnSpc>
                    <a:spcPct val="120000"/>
                  </a:lnSpc>
                  <a:defRPr/>
                </a:pPr>
                <a:r>
                  <a:rPr lang="en-US" sz="1000" dirty="0"/>
                  <a:t>Mock interview after completing each subject's syllabus.</a:t>
                </a:r>
                <a:endParaRPr lang="zh-CN" altLang="en-US" sz="1000" dirty="0">
                  <a:latin typeface="Aptos" panose="020B0004020202020204" pitchFamily="34" charset="0"/>
                  <a:ea typeface="+mn-ea"/>
                  <a:cs typeface="+mn-ea"/>
                  <a:sym typeface="+mn-lt"/>
                </a:endParaRPr>
              </a:p>
            </p:txBody>
          </p:sp>
        </p:grpSp>
        <p:grpSp>
          <p:nvGrpSpPr>
            <p:cNvPr id="44" name="Group 68">
              <a:extLst>
                <a:ext uri="{FF2B5EF4-FFF2-40B4-BE49-F238E27FC236}">
                  <a16:creationId xmlns:a16="http://schemas.microsoft.com/office/drawing/2014/main" id="{CEB60EE1-85E2-4FCD-9E0D-9551EDDBC8B4}"/>
                </a:ext>
              </a:extLst>
            </p:cNvPr>
            <p:cNvGrpSpPr/>
            <p:nvPr/>
          </p:nvGrpSpPr>
          <p:grpSpPr>
            <a:xfrm>
              <a:off x="6492639" y="3638220"/>
              <a:ext cx="2213143" cy="857260"/>
              <a:chOff x="1732858" y="5001250"/>
              <a:chExt cx="2213143" cy="857260"/>
            </a:xfrm>
          </p:grpSpPr>
          <p:sp>
            <p:nvSpPr>
              <p:cNvPr id="49" name="íślíḋè-TextBox 73">
                <a:extLst>
                  <a:ext uri="{FF2B5EF4-FFF2-40B4-BE49-F238E27FC236}">
                    <a16:creationId xmlns:a16="http://schemas.microsoft.com/office/drawing/2014/main" id="{03DF2659-79E1-43CE-A387-6EDF8F040423}"/>
                  </a:ext>
                </a:extLst>
              </p:cNvPr>
              <p:cNvSpPr txBox="1">
                <a:spLocks/>
              </p:cNvSpPr>
              <p:nvPr/>
            </p:nvSpPr>
            <p:spPr bwMode="auto">
              <a:xfrm>
                <a:off x="1732858" y="5001250"/>
                <a:ext cx="2213143" cy="283030"/>
              </a:xfrm>
              <a:prstGeom prst="rect">
                <a:avLst/>
              </a:prstGeom>
              <a:noFill/>
              <a:ln w="9525">
                <a:noFill/>
                <a:miter lim="800000"/>
                <a:headEnd/>
                <a:tailEnd/>
              </a:ln>
              <a:effectLst>
                <a:outerShdw blurRad="149987" dist="250190" dir="8460000" algn="ctr">
                  <a:srgbClr val="000000">
                    <a:alpha val="28000"/>
                  </a:srgbClr>
                </a:outerShdw>
              </a:effectLst>
              <a:sp3d prstMaterial="metal">
                <a:bevelT w="88900" h="88900"/>
              </a:sp3d>
            </p:spPr>
            <p:txBody>
              <a:bodyPr wrap="none" lIns="0" tIns="0" rIns="0" bIns="0" anchor="ctr" anchorCtr="1">
                <a:normAutofit/>
                <a:sp3d>
                  <a:bevelT w="0" h="0"/>
                </a:sp3d>
              </a:bodyPr>
              <a:lstStyle/>
              <a:p>
                <a:pPr marL="0" lvl="1" algn="ctr"/>
                <a:r>
                  <a:rPr lang="en-US" altLang="zh-CN" sz="1200" b="1" dirty="0">
                    <a:solidFill>
                      <a:schemeClr val="accent3"/>
                    </a:solidFill>
                    <a:latin typeface="Aptos" panose="020B0004020202020204" pitchFamily="34" charset="0"/>
                    <a:ea typeface="+mn-ea"/>
                    <a:cs typeface="+mn-ea"/>
                    <a:sym typeface="+mn-lt"/>
                  </a:rPr>
                  <a:t>1-1 Mock Interview</a:t>
                </a:r>
                <a:endParaRPr lang="zh-CN" altLang="en-US" sz="1200" b="1" dirty="0">
                  <a:solidFill>
                    <a:schemeClr val="accent3"/>
                  </a:solidFill>
                  <a:latin typeface="Aptos" panose="020B0004020202020204" pitchFamily="34" charset="0"/>
                  <a:ea typeface="+mn-ea"/>
                  <a:cs typeface="+mn-ea"/>
                  <a:sym typeface="+mn-lt"/>
                </a:endParaRPr>
              </a:p>
            </p:txBody>
          </p:sp>
          <p:sp>
            <p:nvSpPr>
              <p:cNvPr id="53" name="íślíḋè-TextBox 74">
                <a:extLst>
                  <a:ext uri="{FF2B5EF4-FFF2-40B4-BE49-F238E27FC236}">
                    <a16:creationId xmlns:a16="http://schemas.microsoft.com/office/drawing/2014/main" id="{70FB8716-E517-47AD-A182-8964F3D10BCC}"/>
                  </a:ext>
                </a:extLst>
              </p:cNvPr>
              <p:cNvSpPr txBox="1">
                <a:spLocks/>
              </p:cNvSpPr>
              <p:nvPr/>
            </p:nvSpPr>
            <p:spPr bwMode="auto">
              <a:xfrm>
                <a:off x="1732858" y="5284280"/>
                <a:ext cx="2213143" cy="574230"/>
              </a:xfrm>
              <a:prstGeom prst="rect">
                <a:avLst/>
              </a:prstGeom>
              <a:noFill/>
              <a:ln w="9525">
                <a:noFill/>
                <a:miter lim="800000"/>
                <a:headEnd/>
                <a:tailEnd/>
              </a:ln>
              <a:effectLst>
                <a:outerShdw blurRad="149987" dist="250190" dir="8460000" algn="ctr">
                  <a:srgbClr val="000000">
                    <a:alpha val="28000"/>
                  </a:srgbClr>
                </a:outerShdw>
              </a:effectLst>
              <a:sp3d prstMaterial="metal">
                <a:bevelT w="88900" h="88900"/>
              </a:sp3d>
            </p:spPr>
            <p:txBody>
              <a:bodyPr wrap="square" lIns="0" tIns="0" rIns="0" bIns="0" anchor="ctr" anchorCtr="1">
                <a:normAutofit lnSpcReduction="10000"/>
                <a:sp3d>
                  <a:bevelT w="0" h="0"/>
                </a:sp3d>
              </a:bodyPr>
              <a:lstStyle/>
              <a:p>
                <a:pPr algn="ctr">
                  <a:lnSpc>
                    <a:spcPct val="120000"/>
                  </a:lnSpc>
                  <a:defRPr/>
                </a:pPr>
                <a:r>
                  <a:rPr lang="en-US" altLang="zh-CN" sz="1000" dirty="0">
                    <a:latin typeface="Aptos" panose="020B0004020202020204" pitchFamily="34" charset="0"/>
                    <a:ea typeface="+mn-ea"/>
                    <a:cs typeface="+mn-ea"/>
                    <a:sym typeface="+mn-lt"/>
                  </a:rPr>
                  <a:t>After completion of all syllabus candidate has to attend 1-1 mock interview and resume will be processed</a:t>
                </a:r>
                <a:endParaRPr lang="zh-CN" altLang="en-US" sz="1000" dirty="0">
                  <a:latin typeface="Aptos" panose="020B0004020202020204" pitchFamily="34" charset="0"/>
                  <a:ea typeface="+mn-ea"/>
                  <a:cs typeface="+mn-ea"/>
                  <a:sym typeface="+mn-lt"/>
                </a:endParaRPr>
              </a:p>
            </p:txBody>
          </p:sp>
        </p:grpSp>
      </p:grpSp>
      <p:sp>
        <p:nvSpPr>
          <p:cNvPr id="60" name="íślíḋè-Freeform: Shape 64">
            <a:extLst>
              <a:ext uri="{FF2B5EF4-FFF2-40B4-BE49-F238E27FC236}">
                <a16:creationId xmlns:a16="http://schemas.microsoft.com/office/drawing/2014/main" id="{D2FA37D1-AD15-4B62-814B-FC9A73299C62}"/>
              </a:ext>
            </a:extLst>
          </p:cNvPr>
          <p:cNvSpPr>
            <a:spLocks/>
          </p:cNvSpPr>
          <p:nvPr/>
        </p:nvSpPr>
        <p:spPr bwMode="auto">
          <a:xfrm>
            <a:off x="2353281" y="1666070"/>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Aptos" panose="020B0004020202020204" pitchFamily="34" charset="0"/>
              <a:ea typeface="+mn-ea"/>
              <a:cs typeface="+mn-ea"/>
              <a:sym typeface="+mn-lt"/>
            </a:endParaRPr>
          </a:p>
        </p:txBody>
      </p:sp>
      <p:sp>
        <p:nvSpPr>
          <p:cNvPr id="61" name="íślíḋè-Freeform: Shape 64">
            <a:extLst>
              <a:ext uri="{FF2B5EF4-FFF2-40B4-BE49-F238E27FC236}">
                <a16:creationId xmlns:a16="http://schemas.microsoft.com/office/drawing/2014/main" id="{D2FA37D1-AD15-4B62-814B-FC9A73299C62}"/>
              </a:ext>
            </a:extLst>
          </p:cNvPr>
          <p:cNvSpPr>
            <a:spLocks/>
          </p:cNvSpPr>
          <p:nvPr/>
        </p:nvSpPr>
        <p:spPr bwMode="auto">
          <a:xfrm>
            <a:off x="6255736" y="1635751"/>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Aptos" panose="020B0004020202020204" pitchFamily="34" charset="0"/>
              <a:ea typeface="+mn-ea"/>
              <a:cs typeface="+mn-ea"/>
              <a:sym typeface="+mn-lt"/>
            </a:endParaRPr>
          </a:p>
        </p:txBody>
      </p:sp>
      <p:sp>
        <p:nvSpPr>
          <p:cNvPr id="2" name="íślíḋè-Freeform: Shape 64">
            <a:extLst>
              <a:ext uri="{FF2B5EF4-FFF2-40B4-BE49-F238E27FC236}">
                <a16:creationId xmlns:a16="http://schemas.microsoft.com/office/drawing/2014/main" id="{DD7744C5-2772-AA7F-483A-477895A25DB1}"/>
              </a:ext>
            </a:extLst>
          </p:cNvPr>
          <p:cNvSpPr>
            <a:spLocks/>
          </p:cNvSpPr>
          <p:nvPr/>
        </p:nvSpPr>
        <p:spPr bwMode="auto">
          <a:xfrm>
            <a:off x="4299157" y="1642845"/>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Aptos" panose="020B0004020202020204" pitchFamily="34" charset="0"/>
              <a:ea typeface="+mn-ea"/>
              <a:cs typeface="+mn-ea"/>
              <a:sym typeface="+mn-lt"/>
            </a:endParaRPr>
          </a:p>
        </p:txBody>
      </p:sp>
    </p:spTree>
    <p:custDataLst>
      <p:tags r:id="rId1"/>
    </p:custDataLst>
    <p:extLst>
      <p:ext uri="{BB962C8B-B14F-4D97-AF65-F5344CB8AC3E}">
        <p14:creationId xmlns:p14="http://schemas.microsoft.com/office/powerpoint/2010/main" val="14871309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down)">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41"/>
                                        </p:tgtEl>
                                        <p:attrNameLst>
                                          <p:attrName>style.visibility</p:attrName>
                                        </p:attrNameLst>
                                      </p:cBhvr>
                                      <p:to>
                                        <p:strVal val="visible"/>
                                      </p:to>
                                    </p:set>
                                    <p:anim calcmode="lin" valueType="num">
                                      <p:cBhvr>
                                        <p:cTn id="33" dur="500" fill="hold"/>
                                        <p:tgtEl>
                                          <p:spTgt spid="41"/>
                                        </p:tgtEl>
                                        <p:attrNameLst>
                                          <p:attrName>ppt_w</p:attrName>
                                        </p:attrNameLst>
                                      </p:cBhvr>
                                      <p:tavLst>
                                        <p:tav tm="0">
                                          <p:val>
                                            <p:fltVal val="0"/>
                                          </p:val>
                                        </p:tav>
                                        <p:tav tm="100000">
                                          <p:val>
                                            <p:strVal val="#ppt_w"/>
                                          </p:val>
                                        </p:tav>
                                      </p:tavLst>
                                    </p:anim>
                                    <p:anim calcmode="lin" valueType="num">
                                      <p:cBhvr>
                                        <p:cTn id="34" dur="500" fill="hold"/>
                                        <p:tgtEl>
                                          <p:spTgt spid="41"/>
                                        </p:tgtEl>
                                        <p:attrNameLst>
                                          <p:attrName>ppt_h</p:attrName>
                                        </p:attrNameLst>
                                      </p:cBhvr>
                                      <p:tavLst>
                                        <p:tav tm="0">
                                          <p:val>
                                            <p:fltVal val="0"/>
                                          </p:val>
                                        </p:tav>
                                        <p:tav tm="100000">
                                          <p:val>
                                            <p:strVal val="#ppt_h"/>
                                          </p:val>
                                        </p:tav>
                                      </p:tavLst>
                                    </p:anim>
                                    <p:animEffect transition="in" filter="fade">
                                      <p:cBhvr>
                                        <p:cTn id="3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12">
            <a:extLst>
              <a:ext uri="{FF2B5EF4-FFF2-40B4-BE49-F238E27FC236}">
                <a16:creationId xmlns:a16="http://schemas.microsoft.com/office/drawing/2014/main" id="{A50F6C17-547E-F60C-84D9-BC4512346FCD}"/>
              </a:ext>
            </a:extLst>
          </p:cNvPr>
          <p:cNvPicPr>
            <a:picLocks noChangeAspect="1"/>
          </p:cNvPicPr>
          <p:nvPr/>
        </p:nvPicPr>
        <p:blipFill>
          <a:blip r:embed="rId4" cstate="print">
            <a:extLst>
              <a:ext uri="{28A0092B-C50C-407E-A947-70E740481C1C}">
                <a14:useLocalDpi xmlns:a14="http://schemas.microsoft.com/office/drawing/2010/main" val="0"/>
              </a:ext>
            </a:extLst>
          </a:blip>
          <a:srcRect b="21349"/>
          <a:stretch/>
        </p:blipFill>
        <p:spPr>
          <a:xfrm rot="1170979" flipH="1">
            <a:off x="3801068" y="981103"/>
            <a:ext cx="1657003" cy="1269773"/>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04</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835696" y="2834606"/>
            <a:ext cx="5409127"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lgn="ctr">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Personalized Resume Designing</a:t>
            </a:r>
            <a:endParaRPr lang="zh-CN" altLang="en-US" sz="3600" b="1" dirty="0">
              <a:solidFill>
                <a:schemeClr val="accent3">
                  <a:lumMod val="50000"/>
                </a:schemeClr>
              </a:solidFill>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6182244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80">
                                          <p:stCondLst>
                                            <p:cond delay="0"/>
                                          </p:stCondLst>
                                        </p:cTn>
                                        <p:tgtEl>
                                          <p:spTgt spid="8"/>
                                        </p:tgtEl>
                                      </p:cBhvr>
                                    </p:animEffect>
                                    <p:anim calcmode="lin" valueType="num">
                                      <p:cBhvr>
                                        <p:cTn id="21"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6" dur="26">
                                          <p:stCondLst>
                                            <p:cond delay="650"/>
                                          </p:stCondLst>
                                        </p:cTn>
                                        <p:tgtEl>
                                          <p:spTgt spid="8"/>
                                        </p:tgtEl>
                                      </p:cBhvr>
                                      <p:to x="100000" y="60000"/>
                                    </p:animScale>
                                    <p:animScale>
                                      <p:cBhvr>
                                        <p:cTn id="27" dur="166" decel="50000">
                                          <p:stCondLst>
                                            <p:cond delay="676"/>
                                          </p:stCondLst>
                                        </p:cTn>
                                        <p:tgtEl>
                                          <p:spTgt spid="8"/>
                                        </p:tgtEl>
                                      </p:cBhvr>
                                      <p:to x="100000" y="100000"/>
                                    </p:animScale>
                                    <p:animScale>
                                      <p:cBhvr>
                                        <p:cTn id="28" dur="26">
                                          <p:stCondLst>
                                            <p:cond delay="1312"/>
                                          </p:stCondLst>
                                        </p:cTn>
                                        <p:tgtEl>
                                          <p:spTgt spid="8"/>
                                        </p:tgtEl>
                                      </p:cBhvr>
                                      <p:to x="100000" y="80000"/>
                                    </p:animScale>
                                    <p:animScale>
                                      <p:cBhvr>
                                        <p:cTn id="29" dur="166" decel="50000">
                                          <p:stCondLst>
                                            <p:cond delay="1338"/>
                                          </p:stCondLst>
                                        </p:cTn>
                                        <p:tgtEl>
                                          <p:spTgt spid="8"/>
                                        </p:tgtEl>
                                      </p:cBhvr>
                                      <p:to x="100000" y="100000"/>
                                    </p:animScale>
                                    <p:animScale>
                                      <p:cBhvr>
                                        <p:cTn id="30" dur="26">
                                          <p:stCondLst>
                                            <p:cond delay="1642"/>
                                          </p:stCondLst>
                                        </p:cTn>
                                        <p:tgtEl>
                                          <p:spTgt spid="8"/>
                                        </p:tgtEl>
                                      </p:cBhvr>
                                      <p:to x="100000" y="90000"/>
                                    </p:animScale>
                                    <p:animScale>
                                      <p:cBhvr>
                                        <p:cTn id="31" dur="166" decel="50000">
                                          <p:stCondLst>
                                            <p:cond delay="1668"/>
                                          </p:stCondLst>
                                        </p:cTn>
                                        <p:tgtEl>
                                          <p:spTgt spid="8"/>
                                        </p:tgtEl>
                                      </p:cBhvr>
                                      <p:to x="100000" y="100000"/>
                                    </p:animScale>
                                    <p:animScale>
                                      <p:cBhvr>
                                        <p:cTn id="32" dur="26">
                                          <p:stCondLst>
                                            <p:cond delay="1808"/>
                                          </p:stCondLst>
                                        </p:cTn>
                                        <p:tgtEl>
                                          <p:spTgt spid="8"/>
                                        </p:tgtEl>
                                      </p:cBhvr>
                                      <p:to x="100000" y="95000"/>
                                    </p:animScale>
                                    <p:animScale>
                                      <p:cBhvr>
                                        <p:cTn id="33"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Personalized Resume Designing</a:t>
            </a:r>
            <a:endParaRPr lang="zh-CN" altLang="en-US" sz="3600" b="1" dirty="0">
              <a:solidFill>
                <a:schemeClr val="accent3">
                  <a:lumMod val="50000"/>
                </a:schemeClr>
              </a:solidFill>
              <a:cs typeface="Calibri" panose="020F0502020204030204" pitchFamily="34" charset="0"/>
              <a:sym typeface="+mn-lt"/>
            </a:endParaRPr>
          </a:p>
        </p:txBody>
      </p:sp>
      <p:sp>
        <p:nvSpPr>
          <p:cNvPr id="60" name="íślíḋè-Freeform: Shape 64">
            <a:extLst>
              <a:ext uri="{FF2B5EF4-FFF2-40B4-BE49-F238E27FC236}">
                <a16:creationId xmlns:a16="http://schemas.microsoft.com/office/drawing/2014/main" id="{D2FA37D1-AD15-4B62-814B-FC9A73299C62}"/>
              </a:ext>
            </a:extLst>
          </p:cNvPr>
          <p:cNvSpPr>
            <a:spLocks/>
          </p:cNvSpPr>
          <p:nvPr/>
        </p:nvSpPr>
        <p:spPr bwMode="auto">
          <a:xfrm>
            <a:off x="1581379" y="1682472"/>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61" name="íślíḋè-Freeform: Shape 64">
            <a:extLst>
              <a:ext uri="{FF2B5EF4-FFF2-40B4-BE49-F238E27FC236}">
                <a16:creationId xmlns:a16="http://schemas.microsoft.com/office/drawing/2014/main" id="{D2FA37D1-AD15-4B62-814B-FC9A73299C62}"/>
              </a:ext>
            </a:extLst>
          </p:cNvPr>
          <p:cNvSpPr>
            <a:spLocks/>
          </p:cNvSpPr>
          <p:nvPr/>
        </p:nvSpPr>
        <p:spPr bwMode="auto">
          <a:xfrm>
            <a:off x="5366309" y="1613001"/>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3" name="TextBox 11">
            <a:extLst>
              <a:ext uri="{FF2B5EF4-FFF2-40B4-BE49-F238E27FC236}">
                <a16:creationId xmlns:a16="http://schemas.microsoft.com/office/drawing/2014/main" id="{C7DF656B-D599-FA58-D7C5-D9A5C02C5FE7}"/>
              </a:ext>
            </a:extLst>
          </p:cNvPr>
          <p:cNvSpPr txBox="1"/>
          <p:nvPr/>
        </p:nvSpPr>
        <p:spPr>
          <a:xfrm>
            <a:off x="1331640" y="899243"/>
            <a:ext cx="7272808" cy="3582840"/>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lIns="360000" tIns="0" rIns="0" bIns="0" anchor="b" anchorCtr="0">
            <a:noAutofit/>
          </a:bodyPr>
          <a:lstStyle/>
          <a:p>
            <a:pPr marL="285750" indent="-285750">
              <a:buClr>
                <a:srgbClr val="002060"/>
              </a:buClr>
              <a:buSzPct val="134000"/>
              <a:buBlip>
                <a:blip r:embed="rId8"/>
              </a:buBlip>
            </a:pPr>
            <a:r>
              <a:rPr lang="en-US" altLang="zh-CN" sz="1400" b="1" dirty="0">
                <a:solidFill>
                  <a:schemeClr val="accent1">
                    <a:lumMod val="50000"/>
                  </a:schemeClr>
                </a:solidFill>
                <a:ea typeface="+mn-ea"/>
                <a:cs typeface="Calibri" panose="020F0502020204030204" pitchFamily="34" charset="0"/>
                <a:sym typeface="+mn-lt"/>
              </a:rPr>
              <a:t>Data Collection from the Candidate:</a:t>
            </a:r>
            <a:endParaRPr lang="en-US" altLang="zh-CN" sz="1400" b="1" dirty="0">
              <a:solidFill>
                <a:srgbClr val="C47500"/>
              </a:solidFill>
              <a:ea typeface="+mn-ea"/>
              <a:cs typeface="Calibri" panose="020F0502020204030204" pitchFamily="34" charset="0"/>
              <a:sym typeface="+mn-lt"/>
            </a:endParaRPr>
          </a:p>
          <a:p>
            <a:pPr>
              <a:buClr>
                <a:srgbClr val="002060"/>
              </a:buClr>
            </a:pPr>
            <a:r>
              <a:rPr lang="en-US" altLang="zh-CN" sz="1100" dirty="0">
                <a:solidFill>
                  <a:srgbClr val="C47500"/>
                </a:solidFill>
                <a:ea typeface="+mn-ea"/>
                <a:cs typeface="Calibri" panose="020F0502020204030204" pitchFamily="34" charset="0"/>
                <a:sym typeface="+mn-lt"/>
              </a:rPr>
              <a:t>     We collect detailed information directly from you, including your professional background,  </a:t>
            </a:r>
          </a:p>
          <a:p>
            <a:pPr>
              <a:buClr>
                <a:srgbClr val="002060"/>
              </a:buClr>
            </a:pPr>
            <a:r>
              <a:rPr lang="en-US" altLang="zh-CN" sz="1100" dirty="0">
                <a:solidFill>
                  <a:srgbClr val="C47500"/>
                </a:solidFill>
                <a:ea typeface="+mn-ea"/>
                <a:cs typeface="Calibri" panose="020F0502020204030204" pitchFamily="34" charset="0"/>
                <a:sym typeface="+mn-lt"/>
              </a:rPr>
              <a:t>     skills, achievements, and career goals.</a:t>
            </a:r>
          </a:p>
          <a:p>
            <a:pPr>
              <a:buClr>
                <a:srgbClr val="002060"/>
              </a:buClr>
            </a:pPr>
            <a:r>
              <a:rPr lang="en-US" altLang="zh-CN" sz="1100" dirty="0">
                <a:solidFill>
                  <a:srgbClr val="C47500"/>
                </a:solidFill>
                <a:ea typeface="+mn-ea"/>
                <a:cs typeface="Calibri" panose="020F0502020204030204" pitchFamily="34" charset="0"/>
                <a:sym typeface="+mn-lt"/>
              </a:rPr>
              <a:t>     This ensures your resume reflects your unique strengths and experiences.</a:t>
            </a:r>
          </a:p>
          <a:p>
            <a:pPr>
              <a:buClr>
                <a:srgbClr val="002060"/>
              </a:buClr>
            </a:pPr>
            <a:endParaRPr lang="en-US" altLang="zh-CN" sz="1400" b="1" dirty="0">
              <a:solidFill>
                <a:srgbClr val="C47500"/>
              </a:solidFill>
              <a:ea typeface="+mn-ea"/>
              <a:cs typeface="Calibri" panose="020F0502020204030204" pitchFamily="34" charset="0"/>
              <a:sym typeface="+mn-lt"/>
            </a:endParaRPr>
          </a:p>
          <a:p>
            <a:pPr marL="285750" indent="-285750">
              <a:buClr>
                <a:srgbClr val="002060"/>
              </a:buClr>
              <a:buSzPct val="134000"/>
              <a:buBlip>
                <a:blip r:embed="rId8"/>
              </a:buBlip>
            </a:pPr>
            <a:r>
              <a:rPr lang="en-US" altLang="zh-CN" sz="1400" b="1" dirty="0">
                <a:solidFill>
                  <a:schemeClr val="accent1">
                    <a:lumMod val="50000"/>
                  </a:schemeClr>
                </a:solidFill>
                <a:ea typeface="+mn-ea"/>
                <a:cs typeface="Calibri" panose="020F0502020204030204" pitchFamily="34" charset="0"/>
                <a:sym typeface="+mn-lt"/>
              </a:rPr>
              <a:t>1-on-1 Personalized Discussions:</a:t>
            </a:r>
            <a:endParaRPr lang="en-US" altLang="zh-CN" sz="1400" b="1" dirty="0">
              <a:solidFill>
                <a:srgbClr val="C47500"/>
              </a:solidFill>
              <a:ea typeface="+mn-ea"/>
              <a:cs typeface="Calibri" panose="020F0502020204030204" pitchFamily="34" charset="0"/>
              <a:sym typeface="+mn-lt"/>
            </a:endParaRPr>
          </a:p>
          <a:p>
            <a:pPr>
              <a:buClr>
                <a:srgbClr val="002060"/>
              </a:buClr>
            </a:pPr>
            <a:r>
              <a:rPr lang="en-US" altLang="zh-CN" sz="1400" dirty="0">
                <a:solidFill>
                  <a:srgbClr val="C47500"/>
                </a:solidFill>
                <a:ea typeface="+mn-ea"/>
                <a:cs typeface="Calibri" panose="020F0502020204030204" pitchFamily="34" charset="0"/>
                <a:sym typeface="+mn-lt"/>
              </a:rPr>
              <a:t>    </a:t>
            </a:r>
            <a:r>
              <a:rPr lang="en-US" altLang="zh-CN" sz="1100" dirty="0">
                <a:solidFill>
                  <a:srgbClr val="C47500"/>
                </a:solidFill>
                <a:ea typeface="+mn-ea"/>
                <a:cs typeface="Calibri" panose="020F0502020204030204" pitchFamily="34" charset="0"/>
                <a:sym typeface="+mn-lt"/>
              </a:rPr>
              <a:t>A dedicated expert will schedule a 1-on-1 call to discuss your profile in detail.</a:t>
            </a:r>
          </a:p>
          <a:p>
            <a:pPr>
              <a:buClr>
                <a:srgbClr val="002060"/>
              </a:buClr>
            </a:pPr>
            <a:r>
              <a:rPr lang="en-US" altLang="zh-CN" sz="1100" dirty="0">
                <a:solidFill>
                  <a:srgbClr val="C47500"/>
                </a:solidFill>
                <a:ea typeface="+mn-ea"/>
                <a:cs typeface="Calibri" panose="020F0502020204030204" pitchFamily="34" charset="0"/>
                <a:sym typeface="+mn-lt"/>
              </a:rPr>
              <a:t>    During this session, we understand your aspirations and tailor your resume accordingly</a:t>
            </a:r>
            <a:r>
              <a:rPr lang="en-US" altLang="zh-CN" sz="1100" b="1" dirty="0">
                <a:solidFill>
                  <a:srgbClr val="C47500"/>
                </a:solidFill>
                <a:ea typeface="+mn-ea"/>
                <a:cs typeface="Calibri" panose="020F0502020204030204" pitchFamily="34" charset="0"/>
                <a:sym typeface="+mn-lt"/>
              </a:rPr>
              <a:t>.</a:t>
            </a:r>
          </a:p>
          <a:p>
            <a:pPr>
              <a:buClr>
                <a:srgbClr val="002060"/>
              </a:buClr>
            </a:pPr>
            <a:endParaRPr lang="en-US" altLang="zh-CN" sz="1400" b="1" dirty="0">
              <a:solidFill>
                <a:srgbClr val="C47500"/>
              </a:solidFill>
              <a:ea typeface="+mn-ea"/>
              <a:cs typeface="Calibri" panose="020F0502020204030204" pitchFamily="34" charset="0"/>
              <a:sym typeface="+mn-lt"/>
            </a:endParaRPr>
          </a:p>
          <a:p>
            <a:pPr marL="285750" indent="-285750">
              <a:buClr>
                <a:srgbClr val="002060"/>
              </a:buClr>
              <a:buSzPct val="144000"/>
              <a:buBlip>
                <a:blip r:embed="rId8"/>
              </a:buBlip>
            </a:pPr>
            <a:r>
              <a:rPr lang="en-US" altLang="zh-CN" sz="1400" b="1" dirty="0">
                <a:solidFill>
                  <a:schemeClr val="accent1">
                    <a:lumMod val="50000"/>
                  </a:schemeClr>
                </a:solidFill>
                <a:ea typeface="+mn-ea"/>
                <a:cs typeface="Calibri" panose="020F0502020204030204" pitchFamily="34" charset="0"/>
                <a:sym typeface="+mn-lt"/>
              </a:rPr>
              <a:t>Professional Resume Submission:</a:t>
            </a:r>
            <a:endParaRPr lang="en-US" altLang="zh-CN" sz="1400" b="1" dirty="0">
              <a:solidFill>
                <a:srgbClr val="C47500"/>
              </a:solidFill>
              <a:ea typeface="+mn-ea"/>
              <a:cs typeface="Calibri" panose="020F0502020204030204" pitchFamily="34" charset="0"/>
              <a:sym typeface="+mn-lt"/>
            </a:endParaRPr>
          </a:p>
          <a:p>
            <a:pPr>
              <a:buClr>
                <a:srgbClr val="002060"/>
              </a:buClr>
            </a:pPr>
            <a:r>
              <a:rPr lang="en-US" altLang="zh-CN" sz="1100" dirty="0">
                <a:solidFill>
                  <a:srgbClr val="C47500"/>
                </a:solidFill>
                <a:ea typeface="+mn-ea"/>
                <a:cs typeface="Calibri" panose="020F0502020204030204" pitchFamily="34" charset="0"/>
                <a:sym typeface="+mn-lt"/>
              </a:rPr>
              <a:t>    After finalizing your resume, we provide you with a polished, professional document </a:t>
            </a:r>
          </a:p>
          <a:p>
            <a:pPr>
              <a:buClr>
                <a:srgbClr val="002060"/>
              </a:buClr>
            </a:pPr>
            <a:r>
              <a:rPr lang="en-US" altLang="zh-CN" sz="1100" dirty="0">
                <a:solidFill>
                  <a:srgbClr val="C47500"/>
                </a:solidFill>
                <a:ea typeface="+mn-ea"/>
                <a:cs typeface="Calibri" panose="020F0502020204030204" pitchFamily="34" charset="0"/>
                <a:sym typeface="+mn-lt"/>
              </a:rPr>
              <a:t>    that’s ready to impress potential employers.</a:t>
            </a:r>
          </a:p>
          <a:p>
            <a:pPr>
              <a:buClr>
                <a:srgbClr val="002060"/>
              </a:buClr>
            </a:pPr>
            <a:r>
              <a:rPr lang="en-US" altLang="zh-CN" sz="1100" dirty="0">
                <a:solidFill>
                  <a:srgbClr val="C47500"/>
                </a:solidFill>
                <a:ea typeface="+mn-ea"/>
                <a:cs typeface="Calibri" panose="020F0502020204030204" pitchFamily="34" charset="0"/>
                <a:sym typeface="+mn-lt"/>
              </a:rPr>
              <a:t>    Every resume is tailored to your specific industry and role</a:t>
            </a:r>
            <a:r>
              <a:rPr lang="en-US" altLang="zh-CN" sz="1100" b="1" dirty="0">
                <a:solidFill>
                  <a:srgbClr val="C47500"/>
                </a:solidFill>
                <a:ea typeface="+mn-ea"/>
                <a:cs typeface="Calibri" panose="020F0502020204030204" pitchFamily="34" charset="0"/>
                <a:sym typeface="+mn-lt"/>
              </a:rPr>
              <a:t>.</a:t>
            </a:r>
          </a:p>
          <a:p>
            <a:pPr marL="285750" indent="-285750">
              <a:buClr>
                <a:srgbClr val="002060"/>
              </a:buClr>
              <a:buFont typeface="Wingdings" panose="05000000000000000000" pitchFamily="2" charset="2"/>
              <a:buChar char="q"/>
            </a:pPr>
            <a:endParaRPr lang="en-US" altLang="zh-CN" sz="1400" b="1" dirty="0">
              <a:solidFill>
                <a:srgbClr val="C47500"/>
              </a:solidFill>
              <a:ea typeface="+mn-ea"/>
              <a:cs typeface="Calibri" panose="020F0502020204030204" pitchFamily="34" charset="0"/>
              <a:sym typeface="+mn-lt"/>
            </a:endParaRPr>
          </a:p>
          <a:p>
            <a:pPr marL="285750" indent="-285750">
              <a:buClr>
                <a:srgbClr val="002060"/>
              </a:buClr>
              <a:buSzPct val="144000"/>
              <a:buBlip>
                <a:blip r:embed="rId8"/>
              </a:buBlip>
            </a:pPr>
            <a:r>
              <a:rPr lang="en-US" altLang="zh-CN" sz="1400" b="1" dirty="0">
                <a:solidFill>
                  <a:schemeClr val="accent1">
                    <a:lumMod val="50000"/>
                  </a:schemeClr>
                </a:solidFill>
                <a:ea typeface="+mn-ea"/>
                <a:cs typeface="Calibri" panose="020F0502020204030204" pitchFamily="34" charset="0"/>
                <a:sym typeface="+mn-lt"/>
              </a:rPr>
              <a:t>Portal Upload Assistance:</a:t>
            </a:r>
            <a:endParaRPr lang="en-US" altLang="zh-CN" sz="1400" b="1" dirty="0">
              <a:solidFill>
                <a:srgbClr val="C47500"/>
              </a:solidFill>
              <a:ea typeface="+mn-ea"/>
              <a:cs typeface="Calibri" panose="020F0502020204030204" pitchFamily="34" charset="0"/>
              <a:sym typeface="+mn-lt"/>
            </a:endParaRPr>
          </a:p>
          <a:p>
            <a:pPr>
              <a:buClr>
                <a:srgbClr val="002060"/>
              </a:buClr>
            </a:pPr>
            <a:r>
              <a:rPr lang="en-US" altLang="zh-CN" sz="1100" b="1" dirty="0">
                <a:solidFill>
                  <a:srgbClr val="C47500"/>
                </a:solidFill>
                <a:ea typeface="+mn-ea"/>
                <a:cs typeface="Calibri" panose="020F0502020204030204" pitchFamily="34" charset="0"/>
                <a:sym typeface="+mn-lt"/>
              </a:rPr>
              <a:t>    </a:t>
            </a:r>
            <a:r>
              <a:rPr lang="en-US" altLang="zh-CN" sz="1100" dirty="0">
                <a:solidFill>
                  <a:srgbClr val="C47500"/>
                </a:solidFill>
                <a:ea typeface="+mn-ea"/>
                <a:cs typeface="Calibri" panose="020F0502020204030204" pitchFamily="34" charset="0"/>
                <a:sym typeface="+mn-lt"/>
              </a:rPr>
              <a:t>We guide you in uploading your resume on popular job portals for maximum visibility.</a:t>
            </a:r>
          </a:p>
          <a:p>
            <a:pPr>
              <a:buClr>
                <a:srgbClr val="002060"/>
              </a:buClr>
            </a:pPr>
            <a:r>
              <a:rPr lang="en-US" altLang="zh-CN" sz="1100" dirty="0">
                <a:solidFill>
                  <a:srgbClr val="C47500"/>
                </a:solidFill>
                <a:ea typeface="+mn-ea"/>
                <a:cs typeface="Calibri" panose="020F0502020204030204" pitchFamily="34" charset="0"/>
                <a:sym typeface="+mn-lt"/>
              </a:rPr>
              <a:t>    This increases your chances of landing the perfect opportunity.</a:t>
            </a:r>
            <a:endParaRPr lang="en-US" altLang="zh-CN" sz="800" dirty="0">
              <a:solidFill>
                <a:schemeClr val="accent3">
                  <a:lumMod val="50000"/>
                </a:schemeClr>
              </a:solidFill>
              <a:ea typeface="+mn-ea"/>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32031835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down)">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2">
            <a:extLst>
              <a:ext uri="{FF2B5EF4-FFF2-40B4-BE49-F238E27FC236}">
                <a16:creationId xmlns:a16="http://schemas.microsoft.com/office/drawing/2014/main" id="{BEC78DAE-F079-F071-BF5C-2D919C0D54AB}"/>
              </a:ext>
            </a:extLst>
          </p:cNvPr>
          <p:cNvPicPr>
            <a:picLocks noChangeAspect="1"/>
          </p:cNvPicPr>
          <p:nvPr/>
        </p:nvPicPr>
        <p:blipFill>
          <a:blip r:embed="rId4" cstate="print">
            <a:extLst>
              <a:ext uri="{28A0092B-C50C-407E-A947-70E740481C1C}">
                <a14:useLocalDpi xmlns:a14="http://schemas.microsoft.com/office/drawing/2010/main" val="0"/>
              </a:ext>
            </a:extLst>
          </a:blip>
          <a:srcRect b="21349"/>
          <a:stretch/>
        </p:blipFill>
        <p:spPr>
          <a:xfrm rot="1170979" flipH="1">
            <a:off x="3801068" y="981103"/>
            <a:ext cx="1657003" cy="1269773"/>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05</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835696" y="2834606"/>
            <a:ext cx="5409127"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lgn="ctr">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Interview Calls </a:t>
            </a:r>
            <a:endParaRPr lang="zh-CN" altLang="en-US" sz="3600" b="1" dirty="0">
              <a:solidFill>
                <a:schemeClr val="accent3">
                  <a:lumMod val="50000"/>
                </a:schemeClr>
              </a:solidFill>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6390607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80">
                                          <p:stCondLst>
                                            <p:cond delay="0"/>
                                          </p:stCondLst>
                                        </p:cTn>
                                        <p:tgtEl>
                                          <p:spTgt spid="8"/>
                                        </p:tgtEl>
                                      </p:cBhvr>
                                    </p:animEffect>
                                    <p:anim calcmode="lin" valueType="num">
                                      <p:cBhvr>
                                        <p:cTn id="21"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6" dur="26">
                                          <p:stCondLst>
                                            <p:cond delay="650"/>
                                          </p:stCondLst>
                                        </p:cTn>
                                        <p:tgtEl>
                                          <p:spTgt spid="8"/>
                                        </p:tgtEl>
                                      </p:cBhvr>
                                      <p:to x="100000" y="60000"/>
                                    </p:animScale>
                                    <p:animScale>
                                      <p:cBhvr>
                                        <p:cTn id="27" dur="166" decel="50000">
                                          <p:stCondLst>
                                            <p:cond delay="676"/>
                                          </p:stCondLst>
                                        </p:cTn>
                                        <p:tgtEl>
                                          <p:spTgt spid="8"/>
                                        </p:tgtEl>
                                      </p:cBhvr>
                                      <p:to x="100000" y="100000"/>
                                    </p:animScale>
                                    <p:animScale>
                                      <p:cBhvr>
                                        <p:cTn id="28" dur="26">
                                          <p:stCondLst>
                                            <p:cond delay="1312"/>
                                          </p:stCondLst>
                                        </p:cTn>
                                        <p:tgtEl>
                                          <p:spTgt spid="8"/>
                                        </p:tgtEl>
                                      </p:cBhvr>
                                      <p:to x="100000" y="80000"/>
                                    </p:animScale>
                                    <p:animScale>
                                      <p:cBhvr>
                                        <p:cTn id="29" dur="166" decel="50000">
                                          <p:stCondLst>
                                            <p:cond delay="1338"/>
                                          </p:stCondLst>
                                        </p:cTn>
                                        <p:tgtEl>
                                          <p:spTgt spid="8"/>
                                        </p:tgtEl>
                                      </p:cBhvr>
                                      <p:to x="100000" y="100000"/>
                                    </p:animScale>
                                    <p:animScale>
                                      <p:cBhvr>
                                        <p:cTn id="30" dur="26">
                                          <p:stCondLst>
                                            <p:cond delay="1642"/>
                                          </p:stCondLst>
                                        </p:cTn>
                                        <p:tgtEl>
                                          <p:spTgt spid="8"/>
                                        </p:tgtEl>
                                      </p:cBhvr>
                                      <p:to x="100000" y="90000"/>
                                    </p:animScale>
                                    <p:animScale>
                                      <p:cBhvr>
                                        <p:cTn id="31" dur="166" decel="50000">
                                          <p:stCondLst>
                                            <p:cond delay="1668"/>
                                          </p:stCondLst>
                                        </p:cTn>
                                        <p:tgtEl>
                                          <p:spTgt spid="8"/>
                                        </p:tgtEl>
                                      </p:cBhvr>
                                      <p:to x="100000" y="100000"/>
                                    </p:animScale>
                                    <p:animScale>
                                      <p:cBhvr>
                                        <p:cTn id="32" dur="26">
                                          <p:stCondLst>
                                            <p:cond delay="1808"/>
                                          </p:stCondLst>
                                        </p:cTn>
                                        <p:tgtEl>
                                          <p:spTgt spid="8"/>
                                        </p:tgtEl>
                                      </p:cBhvr>
                                      <p:to x="100000" y="95000"/>
                                    </p:animScale>
                                    <p:animScale>
                                      <p:cBhvr>
                                        <p:cTn id="33"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Interview Calls </a:t>
            </a:r>
            <a:endParaRPr lang="zh-CN" altLang="en-US" sz="3600" b="1" dirty="0">
              <a:solidFill>
                <a:schemeClr val="accent3">
                  <a:lumMod val="50000"/>
                </a:schemeClr>
              </a:solidFill>
              <a:cs typeface="Calibri" panose="020F0502020204030204" pitchFamily="34" charset="0"/>
              <a:sym typeface="+mn-lt"/>
            </a:endParaRPr>
          </a:p>
        </p:txBody>
      </p:sp>
      <p:sp>
        <p:nvSpPr>
          <p:cNvPr id="60" name="íślíḋè-Freeform: Shape 64">
            <a:extLst>
              <a:ext uri="{FF2B5EF4-FFF2-40B4-BE49-F238E27FC236}">
                <a16:creationId xmlns:a16="http://schemas.microsoft.com/office/drawing/2014/main" id="{D2FA37D1-AD15-4B62-814B-FC9A73299C62}"/>
              </a:ext>
            </a:extLst>
          </p:cNvPr>
          <p:cNvSpPr>
            <a:spLocks/>
          </p:cNvSpPr>
          <p:nvPr/>
        </p:nvSpPr>
        <p:spPr bwMode="auto">
          <a:xfrm>
            <a:off x="1581379" y="1682472"/>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61" name="íślíḋè-Freeform: Shape 64">
            <a:extLst>
              <a:ext uri="{FF2B5EF4-FFF2-40B4-BE49-F238E27FC236}">
                <a16:creationId xmlns:a16="http://schemas.microsoft.com/office/drawing/2014/main" id="{D2FA37D1-AD15-4B62-814B-FC9A73299C62}"/>
              </a:ext>
            </a:extLst>
          </p:cNvPr>
          <p:cNvSpPr>
            <a:spLocks/>
          </p:cNvSpPr>
          <p:nvPr/>
        </p:nvSpPr>
        <p:spPr bwMode="auto">
          <a:xfrm>
            <a:off x="5366309" y="1613001"/>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13" name="TextBox 12">
            <a:extLst>
              <a:ext uri="{FF2B5EF4-FFF2-40B4-BE49-F238E27FC236}">
                <a16:creationId xmlns:a16="http://schemas.microsoft.com/office/drawing/2014/main" id="{D6E2A74F-3F1F-E81C-221E-8F0D73ADC0BF}"/>
              </a:ext>
            </a:extLst>
          </p:cNvPr>
          <p:cNvSpPr txBox="1"/>
          <p:nvPr/>
        </p:nvSpPr>
        <p:spPr>
          <a:xfrm>
            <a:off x="1350566" y="962401"/>
            <a:ext cx="6442868" cy="3852208"/>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marL="342900" lvl="0" indent="-342900" algn="just">
              <a:lnSpc>
                <a:spcPct val="115000"/>
              </a:lnSpc>
              <a:buSzPct val="135000"/>
              <a:buBlip>
                <a:blip r:embed="rId8"/>
              </a:buBlip>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Naukri Profile: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71450" lvl="0" indent="-171450" algn="just">
              <a:lnSpc>
                <a:spcPct val="115000"/>
              </a:lnSpc>
              <a:buFont typeface="Courier New" panose="02070309020205020404" pitchFamily="49" charset="0"/>
              <a:buChar char="o"/>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Create or enhance your profile on Naukri, ensuring it is tailored to attract recruiters.</a:t>
            </a:r>
          </a:p>
          <a:p>
            <a:pPr marL="171450" lvl="0" indent="-171450" algn="just">
              <a:lnSpc>
                <a:spcPct val="115000"/>
              </a:lnSpc>
              <a:buFont typeface="Courier New" panose="02070309020205020404" pitchFamily="49" charset="0"/>
              <a:buChar char="o"/>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Regularly monitor and update your profile to increase visibility and improve recruiter engagement.</a:t>
            </a:r>
          </a:p>
          <a:p>
            <a:pPr marL="342900" lvl="0" indent="-342900" algn="just">
              <a:lnSpc>
                <a:spcPct val="115000"/>
              </a:lnSpc>
              <a:buSzPct val="135000"/>
              <a:buBlip>
                <a:blip r:embed="rId8"/>
              </a:buBlip>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LinkedIn Profile: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71450" lvl="0" indent="-171450" algn="just">
              <a:lnSpc>
                <a:spcPct val="115000"/>
              </a:lnSpc>
              <a:buFont typeface="Courier New" panose="02070309020205020404" pitchFamily="49" charset="0"/>
              <a:buChar char="o"/>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Build a professional and well-optimized LinkedIn profile that highlights your skills and experiences.</a:t>
            </a:r>
          </a:p>
          <a:p>
            <a:pPr marL="171450" lvl="0" indent="-171450" algn="just">
              <a:lnSpc>
                <a:spcPct val="115000"/>
              </a:lnSpc>
              <a:buFont typeface="Courier New" panose="02070309020205020404" pitchFamily="49" charset="0"/>
              <a:buChar char="o"/>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Actively network with industry professionals and recruiters to uncover hidden job opportunities.</a:t>
            </a:r>
          </a:p>
          <a:p>
            <a:pPr marL="342900" lvl="0" indent="-342900" algn="just">
              <a:lnSpc>
                <a:spcPct val="115000"/>
              </a:lnSpc>
              <a:buSzPct val="135000"/>
              <a:buBlip>
                <a:blip r:embed="rId8"/>
              </a:buBlip>
            </a:pPr>
            <a:r>
              <a:rPr lang="en-US" sz="1400" b="1" i="1" kern="100" dirty="0">
                <a:effectLst/>
                <a:latin typeface="Aptos" panose="020B0004020202020204" pitchFamily="34" charset="0"/>
                <a:ea typeface="Aptos" panose="020B0004020202020204" pitchFamily="34" charset="0"/>
                <a:cs typeface="Times New Roman" panose="02020603050405020304" pitchFamily="18" charset="0"/>
              </a:rPr>
              <a:t>Other Portals:</a:t>
            </a:r>
            <a:endParaRPr lang="en-US" sz="1400" i="1" kern="100" dirty="0">
              <a:effectLst/>
              <a:latin typeface="Aptos" panose="020B0004020202020204" pitchFamily="34" charset="0"/>
              <a:ea typeface="Aptos" panose="020B0004020202020204" pitchFamily="34" charset="0"/>
              <a:cs typeface="Times New Roman" panose="02020603050405020304" pitchFamily="18" charset="0"/>
            </a:endParaRPr>
          </a:p>
          <a:p>
            <a:pPr marL="171450" lvl="0" indent="-171450" algn="just">
              <a:lnSpc>
                <a:spcPct val="115000"/>
              </a:lnSpc>
              <a:buFont typeface="Courier New" panose="02070309020205020404" pitchFamily="49" charset="0"/>
              <a:buChar char="o"/>
            </a:pPr>
            <a:r>
              <a:rPr lang="en-US" sz="1100" i="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Explore platforms for targeted job hunting in specific industries.</a:t>
            </a:r>
          </a:p>
          <a:p>
            <a:pPr marL="171450" lvl="0" indent="-171450" algn="just">
              <a:lnSpc>
                <a:spcPct val="115000"/>
              </a:lnSpc>
              <a:buFont typeface="Courier New" panose="02070309020205020404" pitchFamily="49" charset="0"/>
              <a:buChar char="o"/>
            </a:pPr>
            <a:r>
              <a:rPr lang="en-US" sz="1100" i="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Continuously engage with multiple platforms to increase the number of opportunities.</a:t>
            </a:r>
          </a:p>
          <a:p>
            <a:pPr marL="342900" lvl="0" indent="-342900" algn="just">
              <a:lnSpc>
                <a:spcPct val="115000"/>
              </a:lnSpc>
              <a:buSzPct val="135000"/>
              <a:buBlip>
                <a:blip r:embed="rId8"/>
              </a:buBlip>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Internal and External reference:</a:t>
            </a:r>
            <a:endPar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endParaRPr>
          </a:p>
          <a:p>
            <a:pPr marL="171450" lvl="0" indent="-171450" algn="just">
              <a:lnSpc>
                <a:spcPct val="115000"/>
              </a:lnSpc>
              <a:buFont typeface="Courier New" panose="02070309020205020404" pitchFamily="49" charset="0"/>
              <a:buChar char="o"/>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Leverage references from previously placed candidates, external consultancy firms, and staffing agencies to unlock additional job opportunities.</a:t>
            </a:r>
          </a:p>
          <a:p>
            <a:pPr marL="342900" lvl="0" indent="-342900" algn="just">
              <a:lnSpc>
                <a:spcPct val="115000"/>
              </a:lnSpc>
              <a:buSzPct val="135000"/>
              <a:buBlip>
                <a:blip r:embed="rId8"/>
              </a:buBlip>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Our Dedicated Telegram Channel  :</a:t>
            </a:r>
            <a:endPar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endParaRPr>
          </a:p>
          <a:p>
            <a:pPr marL="171450" lvl="0" indent="-171450" algn="just">
              <a:lnSpc>
                <a:spcPct val="115000"/>
              </a:lnSpc>
              <a:buFont typeface="Courier New" panose="02070309020205020404" pitchFamily="49" charset="0"/>
              <a:buChar char="o"/>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 Join our dedicated Telegram channel where our specialized HR team regularly posts curated job       openings.</a:t>
            </a:r>
          </a:p>
          <a:p>
            <a:pPr marL="171450" lvl="0" indent="-171450" algn="just">
              <a:lnSpc>
                <a:spcPct val="115000"/>
              </a:lnSpc>
              <a:buFont typeface="Courier New" panose="02070309020205020404" pitchFamily="49" charset="0"/>
              <a:buChar char="o"/>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Benefit from direct support and guidance from our HR team throughout your application process.</a:t>
            </a:r>
          </a:p>
          <a:p>
            <a:pPr marL="171450" lvl="0" indent="-171450" algn="just">
              <a:lnSpc>
                <a:spcPct val="115000"/>
              </a:lnSpc>
              <a:buFont typeface="Courier New" panose="02070309020205020404" pitchFamily="49" charset="0"/>
              <a:buChar char="o"/>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Leverage this advantage to access market interview calls quickly, increasing your chances of securing job opportunities promptly.   </a:t>
            </a:r>
          </a:p>
        </p:txBody>
      </p:sp>
    </p:spTree>
    <p:custDataLst>
      <p:tags r:id="rId1"/>
    </p:custDataLst>
    <p:extLst>
      <p:ext uri="{BB962C8B-B14F-4D97-AF65-F5344CB8AC3E}">
        <p14:creationId xmlns:p14="http://schemas.microsoft.com/office/powerpoint/2010/main" val="24880657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2">
            <a:extLst>
              <a:ext uri="{FF2B5EF4-FFF2-40B4-BE49-F238E27FC236}">
                <a16:creationId xmlns:a16="http://schemas.microsoft.com/office/drawing/2014/main" id="{FB5A6929-DAEB-7782-0FCC-1100A7D9ECF0}"/>
              </a:ext>
            </a:extLst>
          </p:cNvPr>
          <p:cNvPicPr>
            <a:picLocks noChangeAspect="1"/>
          </p:cNvPicPr>
          <p:nvPr/>
        </p:nvPicPr>
        <p:blipFill>
          <a:blip r:embed="rId4" cstate="print">
            <a:extLst>
              <a:ext uri="{28A0092B-C50C-407E-A947-70E740481C1C}">
                <a14:useLocalDpi xmlns:a14="http://schemas.microsoft.com/office/drawing/2010/main" val="0"/>
              </a:ext>
            </a:extLst>
          </a:blip>
          <a:srcRect b="21349"/>
          <a:stretch/>
        </p:blipFill>
        <p:spPr>
          <a:xfrm rot="1170979" flipH="1">
            <a:off x="3801068" y="981103"/>
            <a:ext cx="1657003" cy="1269773"/>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06</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835696" y="2834606"/>
            <a:ext cx="5409127"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lgn="ctr">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Job Roles and Selection Process   </a:t>
            </a:r>
            <a:endParaRPr lang="zh-CN" altLang="en-US" sz="3600" b="1" dirty="0">
              <a:solidFill>
                <a:schemeClr val="accent3">
                  <a:lumMod val="50000"/>
                </a:schemeClr>
              </a:solidFill>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37524002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80">
                                          <p:stCondLst>
                                            <p:cond delay="0"/>
                                          </p:stCondLst>
                                        </p:cTn>
                                        <p:tgtEl>
                                          <p:spTgt spid="8"/>
                                        </p:tgtEl>
                                      </p:cBhvr>
                                    </p:animEffect>
                                    <p:anim calcmode="lin" valueType="num">
                                      <p:cBhvr>
                                        <p:cTn id="21"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6" dur="26">
                                          <p:stCondLst>
                                            <p:cond delay="650"/>
                                          </p:stCondLst>
                                        </p:cTn>
                                        <p:tgtEl>
                                          <p:spTgt spid="8"/>
                                        </p:tgtEl>
                                      </p:cBhvr>
                                      <p:to x="100000" y="60000"/>
                                    </p:animScale>
                                    <p:animScale>
                                      <p:cBhvr>
                                        <p:cTn id="27" dur="166" decel="50000">
                                          <p:stCondLst>
                                            <p:cond delay="676"/>
                                          </p:stCondLst>
                                        </p:cTn>
                                        <p:tgtEl>
                                          <p:spTgt spid="8"/>
                                        </p:tgtEl>
                                      </p:cBhvr>
                                      <p:to x="100000" y="100000"/>
                                    </p:animScale>
                                    <p:animScale>
                                      <p:cBhvr>
                                        <p:cTn id="28" dur="26">
                                          <p:stCondLst>
                                            <p:cond delay="1312"/>
                                          </p:stCondLst>
                                        </p:cTn>
                                        <p:tgtEl>
                                          <p:spTgt spid="8"/>
                                        </p:tgtEl>
                                      </p:cBhvr>
                                      <p:to x="100000" y="80000"/>
                                    </p:animScale>
                                    <p:animScale>
                                      <p:cBhvr>
                                        <p:cTn id="29" dur="166" decel="50000">
                                          <p:stCondLst>
                                            <p:cond delay="1338"/>
                                          </p:stCondLst>
                                        </p:cTn>
                                        <p:tgtEl>
                                          <p:spTgt spid="8"/>
                                        </p:tgtEl>
                                      </p:cBhvr>
                                      <p:to x="100000" y="100000"/>
                                    </p:animScale>
                                    <p:animScale>
                                      <p:cBhvr>
                                        <p:cTn id="30" dur="26">
                                          <p:stCondLst>
                                            <p:cond delay="1642"/>
                                          </p:stCondLst>
                                        </p:cTn>
                                        <p:tgtEl>
                                          <p:spTgt spid="8"/>
                                        </p:tgtEl>
                                      </p:cBhvr>
                                      <p:to x="100000" y="90000"/>
                                    </p:animScale>
                                    <p:animScale>
                                      <p:cBhvr>
                                        <p:cTn id="31" dur="166" decel="50000">
                                          <p:stCondLst>
                                            <p:cond delay="1668"/>
                                          </p:stCondLst>
                                        </p:cTn>
                                        <p:tgtEl>
                                          <p:spTgt spid="8"/>
                                        </p:tgtEl>
                                      </p:cBhvr>
                                      <p:to x="100000" y="100000"/>
                                    </p:animScale>
                                    <p:animScale>
                                      <p:cBhvr>
                                        <p:cTn id="32" dur="26">
                                          <p:stCondLst>
                                            <p:cond delay="1808"/>
                                          </p:stCondLst>
                                        </p:cTn>
                                        <p:tgtEl>
                                          <p:spTgt spid="8"/>
                                        </p:tgtEl>
                                      </p:cBhvr>
                                      <p:to x="100000" y="95000"/>
                                    </p:animScale>
                                    <p:animScale>
                                      <p:cBhvr>
                                        <p:cTn id="33"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Job Roles-1    </a:t>
            </a:r>
            <a:endParaRPr lang="zh-CN" altLang="en-US" sz="3600" b="1" dirty="0">
              <a:solidFill>
                <a:schemeClr val="accent3">
                  <a:lumMod val="50000"/>
                </a:schemeClr>
              </a:solidFill>
              <a:cs typeface="Calibri" panose="020F0502020204030204" pitchFamily="34" charset="0"/>
              <a:sym typeface="+mn-lt"/>
            </a:endParaRPr>
          </a:p>
        </p:txBody>
      </p:sp>
      <p:sp>
        <p:nvSpPr>
          <p:cNvPr id="60" name="íślíḋè-Freeform: Shape 64">
            <a:extLst>
              <a:ext uri="{FF2B5EF4-FFF2-40B4-BE49-F238E27FC236}">
                <a16:creationId xmlns:a16="http://schemas.microsoft.com/office/drawing/2014/main" id="{D2FA37D1-AD15-4B62-814B-FC9A73299C62}"/>
              </a:ext>
            </a:extLst>
          </p:cNvPr>
          <p:cNvSpPr>
            <a:spLocks/>
          </p:cNvSpPr>
          <p:nvPr/>
        </p:nvSpPr>
        <p:spPr bwMode="auto">
          <a:xfrm>
            <a:off x="1581379" y="1682472"/>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61" name="íślíḋè-Freeform: Shape 64">
            <a:extLst>
              <a:ext uri="{FF2B5EF4-FFF2-40B4-BE49-F238E27FC236}">
                <a16:creationId xmlns:a16="http://schemas.microsoft.com/office/drawing/2014/main" id="{D2FA37D1-AD15-4B62-814B-FC9A73299C62}"/>
              </a:ext>
            </a:extLst>
          </p:cNvPr>
          <p:cNvSpPr>
            <a:spLocks/>
          </p:cNvSpPr>
          <p:nvPr/>
        </p:nvSpPr>
        <p:spPr bwMode="auto">
          <a:xfrm>
            <a:off x="5366309" y="1613001"/>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graphicFrame>
        <p:nvGraphicFramePr>
          <p:cNvPr id="4" name="Table 3">
            <a:extLst>
              <a:ext uri="{FF2B5EF4-FFF2-40B4-BE49-F238E27FC236}">
                <a16:creationId xmlns:a16="http://schemas.microsoft.com/office/drawing/2014/main" id="{E9D4A141-DC3E-D4FE-8173-5C3EA5095D17}"/>
              </a:ext>
            </a:extLst>
          </p:cNvPr>
          <p:cNvGraphicFramePr>
            <a:graphicFrameLocks noGrp="1"/>
          </p:cNvGraphicFramePr>
          <p:nvPr>
            <p:extLst>
              <p:ext uri="{D42A27DB-BD31-4B8C-83A1-F6EECF244321}">
                <p14:modId xmlns:p14="http://schemas.microsoft.com/office/powerpoint/2010/main" val="2536966518"/>
              </p:ext>
            </p:extLst>
          </p:nvPr>
        </p:nvGraphicFramePr>
        <p:xfrm>
          <a:off x="1587729" y="987574"/>
          <a:ext cx="6096000" cy="3105150"/>
        </p:xfrm>
        <a:graphic>
          <a:graphicData uri="http://schemas.openxmlformats.org/drawingml/2006/table">
            <a:tbl>
              <a:tblPr firstRow="1" bandRow="1">
                <a:effectLst>
                  <a:innerShdw blurRad="63500" dist="50800" dir="13500000">
                    <a:prstClr val="black">
                      <a:alpha val="50000"/>
                    </a:prstClr>
                  </a:innerShdw>
                </a:effectLst>
                <a:tableStyleId>{EB344D84-9AFB-497E-A393-DC336BA19D2E}</a:tableStyleId>
              </a:tblPr>
              <a:tblGrid>
                <a:gridCol w="680267">
                  <a:extLst>
                    <a:ext uri="{9D8B030D-6E8A-4147-A177-3AD203B41FA5}">
                      <a16:colId xmlns:a16="http://schemas.microsoft.com/office/drawing/2014/main" val="4105985473"/>
                    </a:ext>
                  </a:extLst>
                </a:gridCol>
                <a:gridCol w="1998017">
                  <a:extLst>
                    <a:ext uri="{9D8B030D-6E8A-4147-A177-3AD203B41FA5}">
                      <a16:colId xmlns:a16="http://schemas.microsoft.com/office/drawing/2014/main" val="3720041495"/>
                    </a:ext>
                  </a:extLst>
                </a:gridCol>
                <a:gridCol w="3417716">
                  <a:extLst>
                    <a:ext uri="{9D8B030D-6E8A-4147-A177-3AD203B41FA5}">
                      <a16:colId xmlns:a16="http://schemas.microsoft.com/office/drawing/2014/main" val="2730168490"/>
                    </a:ext>
                  </a:extLst>
                </a:gridCol>
              </a:tblGrid>
              <a:tr h="370840">
                <a:tc>
                  <a:txBody>
                    <a:bodyPr/>
                    <a:lstStyle/>
                    <a:p>
                      <a:pPr lvl="0" algn="ctr" fontAlgn="t"/>
                      <a:r>
                        <a:rPr lang="en-US" sz="1100" b="1" u="none" strike="noStrike" dirty="0">
                          <a:solidFill>
                            <a:schemeClr val="bg1"/>
                          </a:solidFill>
                          <a:effectLst/>
                          <a:latin typeface="Aptos" panose="020B0004020202020204" pitchFamily="34" charset="0"/>
                        </a:rPr>
                        <a:t>No</a:t>
                      </a:r>
                      <a:endParaRPr lang="en-US" sz="1100" b="1" i="0" u="none" strike="noStrike" dirty="0">
                        <a:solidFill>
                          <a:schemeClr val="bg1"/>
                        </a:solidFill>
                        <a:effectLst/>
                        <a:latin typeface="Aptos" panose="020B0004020202020204" pitchFamily="34" charset="0"/>
                      </a:endParaRPr>
                    </a:p>
                  </a:txBody>
                  <a:tcPr marL="6350" marR="6350" marT="6350" marB="0" anchor="ctr"/>
                </a:tc>
                <a:tc>
                  <a:txBody>
                    <a:bodyPr/>
                    <a:lstStyle/>
                    <a:p>
                      <a:pPr algn="ctr" fontAlgn="t"/>
                      <a:r>
                        <a:rPr lang="en-US" sz="1100" b="1" u="none" strike="noStrike" dirty="0">
                          <a:solidFill>
                            <a:schemeClr val="bg1"/>
                          </a:solidFill>
                          <a:effectLst/>
                          <a:latin typeface="Aptos" panose="020B0004020202020204" pitchFamily="34" charset="0"/>
                        </a:rPr>
                        <a:t>Role Category</a:t>
                      </a:r>
                      <a:endParaRPr lang="en-US" sz="1100" b="1" i="0" u="none" strike="noStrike" dirty="0">
                        <a:solidFill>
                          <a:schemeClr val="bg1"/>
                        </a:solidFill>
                        <a:effectLst/>
                        <a:latin typeface="Aptos" panose="020B0004020202020204" pitchFamily="34" charset="0"/>
                      </a:endParaRPr>
                    </a:p>
                  </a:txBody>
                  <a:tcPr marL="6350" marR="6350" marT="6350" marB="0" anchor="ctr"/>
                </a:tc>
                <a:tc>
                  <a:txBody>
                    <a:bodyPr/>
                    <a:lstStyle/>
                    <a:p>
                      <a:pPr algn="ctr" fontAlgn="t"/>
                      <a:r>
                        <a:rPr lang="en-US" sz="1100" b="1" u="none" strike="noStrike" dirty="0">
                          <a:solidFill>
                            <a:schemeClr val="bg1"/>
                          </a:solidFill>
                          <a:effectLst/>
                          <a:latin typeface="Aptos" panose="020B0004020202020204" pitchFamily="34" charset="0"/>
                        </a:rPr>
                        <a:t>Job Title or Designation</a:t>
                      </a:r>
                      <a:endParaRPr lang="en-US" sz="1100" b="1" i="0" u="none" strike="noStrike" dirty="0">
                        <a:solidFill>
                          <a:schemeClr val="bg1"/>
                        </a:solidFill>
                        <a:effectLst/>
                        <a:latin typeface="Aptos" panose="020B0004020202020204" pitchFamily="34" charset="0"/>
                      </a:endParaRPr>
                    </a:p>
                  </a:txBody>
                  <a:tcPr marL="6350" marR="6350" marT="6350" marB="0" anchor="ctr"/>
                </a:tc>
                <a:extLst>
                  <a:ext uri="{0D108BD9-81ED-4DB2-BD59-A6C34878D82A}">
                    <a16:rowId xmlns:a16="http://schemas.microsoft.com/office/drawing/2014/main" val="636214541"/>
                  </a:ext>
                </a:extLst>
              </a:tr>
              <a:tr h="370840">
                <a:tc>
                  <a:txBody>
                    <a:bodyPr/>
                    <a:lstStyle/>
                    <a:p>
                      <a:pPr lvl="0" algn="ctr" fontAlgn="t"/>
                      <a:r>
                        <a:rPr lang="en-US" sz="1100" b="0" u="none" strike="noStrike" dirty="0">
                          <a:solidFill>
                            <a:schemeClr val="accent1">
                              <a:lumMod val="50000"/>
                            </a:schemeClr>
                          </a:solidFill>
                          <a:effectLst/>
                          <a:latin typeface="Aptos" panose="020B0004020202020204" pitchFamily="34" charset="0"/>
                        </a:rPr>
                        <a:t>1</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1" u="none" strike="noStrike" dirty="0">
                          <a:solidFill>
                            <a:schemeClr val="accent1">
                              <a:lumMod val="50000"/>
                            </a:schemeClr>
                          </a:solidFill>
                          <a:effectLst/>
                          <a:latin typeface="Aptos" panose="020B0004020202020204" pitchFamily="34" charset="0"/>
                        </a:rPr>
                        <a:t>Manual Testing Roles</a:t>
                      </a:r>
                      <a:endParaRPr lang="en-US" sz="1100" b="1"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0" u="none" strike="noStrike" dirty="0">
                          <a:solidFill>
                            <a:schemeClr val="accent1">
                              <a:lumMod val="50000"/>
                            </a:schemeClr>
                          </a:solidFill>
                          <a:effectLst/>
                          <a:latin typeface="Aptos" panose="020B0004020202020204" pitchFamily="34" charset="0"/>
                        </a:rPr>
                        <a:t>Manual Tester, QA Tester, QA Engineer, Software Tester, Functional Tester, Non-Functional QA Engineer</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extLst>
                  <a:ext uri="{0D108BD9-81ED-4DB2-BD59-A6C34878D82A}">
                    <a16:rowId xmlns:a16="http://schemas.microsoft.com/office/drawing/2014/main" val="3147081335"/>
                  </a:ext>
                </a:extLst>
              </a:tr>
              <a:tr h="370840">
                <a:tc>
                  <a:txBody>
                    <a:bodyPr/>
                    <a:lstStyle/>
                    <a:p>
                      <a:pPr lvl="0" algn="ctr" fontAlgn="t"/>
                      <a:r>
                        <a:rPr lang="en-US" sz="1100" b="0" u="none" strike="noStrike" dirty="0">
                          <a:solidFill>
                            <a:schemeClr val="accent1">
                              <a:lumMod val="50000"/>
                            </a:schemeClr>
                          </a:solidFill>
                          <a:effectLst/>
                          <a:latin typeface="Aptos" panose="020B0004020202020204" pitchFamily="34" charset="0"/>
                        </a:rPr>
                        <a:t>2</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1" u="none" strike="noStrike" dirty="0">
                          <a:solidFill>
                            <a:schemeClr val="accent1">
                              <a:lumMod val="50000"/>
                            </a:schemeClr>
                          </a:solidFill>
                          <a:effectLst/>
                          <a:latin typeface="Aptos" panose="020B0004020202020204" pitchFamily="34" charset="0"/>
                        </a:rPr>
                        <a:t>Automation Testing Roles</a:t>
                      </a:r>
                      <a:endParaRPr lang="en-US" sz="1100" b="1"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0" u="none" strike="noStrike" dirty="0">
                          <a:solidFill>
                            <a:schemeClr val="accent1">
                              <a:lumMod val="50000"/>
                            </a:schemeClr>
                          </a:solidFill>
                          <a:effectLst/>
                          <a:latin typeface="Aptos" panose="020B0004020202020204" pitchFamily="34" charset="0"/>
                        </a:rPr>
                        <a:t>Automation Tester, QA Automation Engineer, Selenium Tester, Test Automation Specialist, Automation Framework Developer, PyTest Framework Engineer</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extLst>
                  <a:ext uri="{0D108BD9-81ED-4DB2-BD59-A6C34878D82A}">
                    <a16:rowId xmlns:a16="http://schemas.microsoft.com/office/drawing/2014/main" val="3682580513"/>
                  </a:ext>
                </a:extLst>
              </a:tr>
              <a:tr h="370840">
                <a:tc>
                  <a:txBody>
                    <a:bodyPr/>
                    <a:lstStyle/>
                    <a:p>
                      <a:pPr lvl="0" algn="ctr" fontAlgn="t"/>
                      <a:r>
                        <a:rPr lang="en-US" sz="1100" b="0" u="none" strike="noStrike" dirty="0">
                          <a:solidFill>
                            <a:schemeClr val="accent1">
                              <a:lumMod val="50000"/>
                            </a:schemeClr>
                          </a:solidFill>
                          <a:effectLst/>
                          <a:latin typeface="Aptos" panose="020B0004020202020204" pitchFamily="34" charset="0"/>
                        </a:rPr>
                        <a:t>3</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1" u="none" strike="noStrike" dirty="0">
                          <a:solidFill>
                            <a:schemeClr val="accent1">
                              <a:lumMod val="50000"/>
                            </a:schemeClr>
                          </a:solidFill>
                          <a:effectLst/>
                          <a:latin typeface="Aptos" panose="020B0004020202020204" pitchFamily="34" charset="0"/>
                        </a:rPr>
                        <a:t>Database Testing Roles</a:t>
                      </a:r>
                      <a:endParaRPr lang="en-US" sz="1100" b="1"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0" u="none" strike="noStrike" dirty="0">
                          <a:solidFill>
                            <a:schemeClr val="accent1">
                              <a:lumMod val="50000"/>
                            </a:schemeClr>
                          </a:solidFill>
                          <a:effectLst/>
                          <a:latin typeface="Aptos" panose="020B0004020202020204" pitchFamily="34" charset="0"/>
                        </a:rPr>
                        <a:t>Database Tester, SQL Tester, Data Quality Analyst, Database Quality Engineer</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extLst>
                  <a:ext uri="{0D108BD9-81ED-4DB2-BD59-A6C34878D82A}">
                    <a16:rowId xmlns:a16="http://schemas.microsoft.com/office/drawing/2014/main" val="2809662590"/>
                  </a:ext>
                </a:extLst>
              </a:tr>
              <a:tr h="370840">
                <a:tc>
                  <a:txBody>
                    <a:bodyPr/>
                    <a:lstStyle/>
                    <a:p>
                      <a:pPr lvl="0" algn="ctr" fontAlgn="t"/>
                      <a:r>
                        <a:rPr lang="en-US" sz="1100" b="0" u="none" strike="noStrike" dirty="0">
                          <a:solidFill>
                            <a:schemeClr val="accent1">
                              <a:lumMod val="50000"/>
                            </a:schemeClr>
                          </a:solidFill>
                          <a:effectLst/>
                          <a:latin typeface="Aptos" panose="020B0004020202020204" pitchFamily="34" charset="0"/>
                        </a:rPr>
                        <a:t>4</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1" u="none" strike="noStrike" dirty="0">
                          <a:solidFill>
                            <a:schemeClr val="accent1">
                              <a:lumMod val="50000"/>
                            </a:schemeClr>
                          </a:solidFill>
                          <a:effectLst/>
                          <a:latin typeface="Aptos" panose="020B0004020202020204" pitchFamily="34" charset="0"/>
                        </a:rPr>
                        <a:t>API Testing Roles</a:t>
                      </a:r>
                      <a:endParaRPr lang="en-US" sz="1100" b="1"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0" u="none" strike="noStrike" dirty="0">
                          <a:solidFill>
                            <a:schemeClr val="accent1">
                              <a:lumMod val="50000"/>
                            </a:schemeClr>
                          </a:solidFill>
                          <a:effectLst/>
                          <a:latin typeface="Aptos" panose="020B0004020202020204" pitchFamily="34" charset="0"/>
                        </a:rPr>
                        <a:t>API Tester, Postman Tester, API Automation Engineer, Integration Tester</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extLst>
                  <a:ext uri="{0D108BD9-81ED-4DB2-BD59-A6C34878D82A}">
                    <a16:rowId xmlns:a16="http://schemas.microsoft.com/office/drawing/2014/main" val="3772972137"/>
                  </a:ext>
                </a:extLst>
              </a:tr>
              <a:tr h="370840">
                <a:tc>
                  <a:txBody>
                    <a:bodyPr/>
                    <a:lstStyle/>
                    <a:p>
                      <a:pPr lvl="0" algn="ctr" fontAlgn="t"/>
                      <a:r>
                        <a:rPr lang="en-US" sz="1100" b="0" u="none" strike="noStrike" dirty="0">
                          <a:solidFill>
                            <a:schemeClr val="accent1">
                              <a:lumMod val="50000"/>
                            </a:schemeClr>
                          </a:solidFill>
                          <a:effectLst/>
                          <a:latin typeface="Aptos" panose="020B0004020202020204" pitchFamily="34" charset="0"/>
                        </a:rPr>
                        <a:t>5</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1" u="none" strike="noStrike" dirty="0">
                          <a:solidFill>
                            <a:schemeClr val="accent1">
                              <a:lumMod val="50000"/>
                            </a:schemeClr>
                          </a:solidFill>
                          <a:effectLst/>
                          <a:latin typeface="Aptos" panose="020B0004020202020204" pitchFamily="34" charset="0"/>
                        </a:rPr>
                        <a:t>Performance Testing Roles</a:t>
                      </a:r>
                      <a:endParaRPr lang="en-US" sz="1100" b="1"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0" u="none" strike="noStrike" dirty="0">
                          <a:solidFill>
                            <a:schemeClr val="accent1">
                              <a:lumMod val="50000"/>
                            </a:schemeClr>
                          </a:solidFill>
                          <a:effectLst/>
                          <a:latin typeface="Aptos" panose="020B0004020202020204" pitchFamily="34" charset="0"/>
                        </a:rPr>
                        <a:t>Performance Tester, JMeter Specialist, Load Tester, Stress Tester, Performance QA Analyst</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extLst>
                  <a:ext uri="{0D108BD9-81ED-4DB2-BD59-A6C34878D82A}">
                    <a16:rowId xmlns:a16="http://schemas.microsoft.com/office/drawing/2014/main" val="946588015"/>
                  </a:ext>
                </a:extLst>
              </a:tr>
              <a:tr h="370840">
                <a:tc>
                  <a:txBody>
                    <a:bodyPr/>
                    <a:lstStyle/>
                    <a:p>
                      <a:pPr lvl="0" algn="ctr" fontAlgn="t"/>
                      <a:r>
                        <a:rPr lang="en-US" sz="1100" b="0" u="none" strike="noStrike" dirty="0">
                          <a:solidFill>
                            <a:schemeClr val="accent1">
                              <a:lumMod val="50000"/>
                            </a:schemeClr>
                          </a:solidFill>
                          <a:effectLst/>
                          <a:latin typeface="Aptos" panose="020B0004020202020204" pitchFamily="34" charset="0"/>
                        </a:rPr>
                        <a:t>6</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1" u="none" strike="noStrike" dirty="0">
                          <a:solidFill>
                            <a:schemeClr val="accent1">
                              <a:lumMod val="50000"/>
                            </a:schemeClr>
                          </a:solidFill>
                          <a:effectLst/>
                          <a:latin typeface="Aptos" panose="020B0004020202020204" pitchFamily="34" charset="0"/>
                        </a:rPr>
                        <a:t>Salesforce Testing Roles</a:t>
                      </a:r>
                      <a:endParaRPr lang="en-US" sz="1100" b="1"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0" u="none" strike="noStrike" dirty="0">
                          <a:solidFill>
                            <a:schemeClr val="accent1">
                              <a:lumMod val="50000"/>
                            </a:schemeClr>
                          </a:solidFill>
                          <a:effectLst/>
                          <a:latin typeface="Aptos" panose="020B0004020202020204" pitchFamily="34" charset="0"/>
                        </a:rPr>
                        <a:t>Salesforce Tester, CRM Tester, Salesforce QA Engineer, Salesforce Functional Tester</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extLst>
                  <a:ext uri="{0D108BD9-81ED-4DB2-BD59-A6C34878D82A}">
                    <a16:rowId xmlns:a16="http://schemas.microsoft.com/office/drawing/2014/main" val="3447725486"/>
                  </a:ext>
                </a:extLst>
              </a:tr>
              <a:tr h="370840">
                <a:tc>
                  <a:txBody>
                    <a:bodyPr/>
                    <a:lstStyle/>
                    <a:p>
                      <a:pPr lvl="0" algn="ctr" fontAlgn="t"/>
                      <a:r>
                        <a:rPr lang="en-US" sz="1100" b="0" u="none" strike="noStrike" dirty="0">
                          <a:solidFill>
                            <a:schemeClr val="accent1">
                              <a:lumMod val="50000"/>
                            </a:schemeClr>
                          </a:solidFill>
                          <a:effectLst/>
                          <a:latin typeface="Aptos" panose="020B0004020202020204" pitchFamily="34" charset="0"/>
                        </a:rPr>
                        <a:t>7</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1" u="none" strike="noStrike" dirty="0">
                          <a:solidFill>
                            <a:schemeClr val="accent1">
                              <a:lumMod val="50000"/>
                            </a:schemeClr>
                          </a:solidFill>
                          <a:effectLst/>
                          <a:latin typeface="Aptos" panose="020B0004020202020204" pitchFamily="34" charset="0"/>
                        </a:rPr>
                        <a:t>ETL/BI Testing Roles</a:t>
                      </a:r>
                      <a:endParaRPr lang="en-US" sz="1100" b="1" i="0" u="none" strike="noStrike" dirty="0">
                        <a:solidFill>
                          <a:schemeClr val="accent1">
                            <a:lumMod val="50000"/>
                          </a:schemeClr>
                        </a:solidFill>
                        <a:effectLst/>
                        <a:latin typeface="Aptos" panose="020B0004020202020204" pitchFamily="34" charset="0"/>
                      </a:endParaRPr>
                    </a:p>
                  </a:txBody>
                  <a:tcPr marL="6350" marR="6350" marT="6350" marB="0" anchor="ctr"/>
                </a:tc>
                <a:tc>
                  <a:txBody>
                    <a:bodyPr/>
                    <a:lstStyle/>
                    <a:p>
                      <a:pPr algn="l" fontAlgn="t"/>
                      <a:r>
                        <a:rPr lang="en-US" sz="1100" b="0" u="none" strike="noStrike" dirty="0">
                          <a:solidFill>
                            <a:schemeClr val="accent1">
                              <a:lumMod val="50000"/>
                            </a:schemeClr>
                          </a:solidFill>
                          <a:effectLst/>
                          <a:latin typeface="Aptos" panose="020B0004020202020204" pitchFamily="34" charset="0"/>
                        </a:rPr>
                        <a:t>ETL Tester, Data Warehouse Tester, BI Tester, ETL QA Analyst, Report Tester</a:t>
                      </a:r>
                      <a:endParaRPr lang="en-US" sz="1100" b="0" i="0" u="none" strike="noStrike" dirty="0">
                        <a:solidFill>
                          <a:schemeClr val="accent1">
                            <a:lumMod val="50000"/>
                          </a:schemeClr>
                        </a:solidFill>
                        <a:effectLst/>
                        <a:latin typeface="Aptos" panose="020B0004020202020204" pitchFamily="34" charset="0"/>
                      </a:endParaRPr>
                    </a:p>
                  </a:txBody>
                  <a:tcPr marL="6350" marR="6350" marT="6350" marB="0" anchor="ctr"/>
                </a:tc>
                <a:extLst>
                  <a:ext uri="{0D108BD9-81ED-4DB2-BD59-A6C34878D82A}">
                    <a16:rowId xmlns:a16="http://schemas.microsoft.com/office/drawing/2014/main" val="486650784"/>
                  </a:ext>
                </a:extLst>
              </a:tr>
            </a:tbl>
          </a:graphicData>
        </a:graphic>
      </p:graphicFrame>
    </p:spTree>
    <p:custDataLst>
      <p:tags r:id="rId1"/>
    </p:custDataLst>
    <p:extLst>
      <p:ext uri="{BB962C8B-B14F-4D97-AF65-F5344CB8AC3E}">
        <p14:creationId xmlns:p14="http://schemas.microsoft.com/office/powerpoint/2010/main" val="33481750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Job Roles-2    </a:t>
            </a:r>
            <a:endParaRPr lang="zh-CN" altLang="en-US" sz="3600" b="1" dirty="0">
              <a:solidFill>
                <a:schemeClr val="accent3">
                  <a:lumMod val="50000"/>
                </a:schemeClr>
              </a:solidFill>
              <a:cs typeface="Calibri" panose="020F0502020204030204" pitchFamily="34" charset="0"/>
              <a:sym typeface="+mn-lt"/>
            </a:endParaRPr>
          </a:p>
        </p:txBody>
      </p:sp>
      <p:sp>
        <p:nvSpPr>
          <p:cNvPr id="60" name="íślíḋè-Freeform: Shape 64">
            <a:extLst>
              <a:ext uri="{FF2B5EF4-FFF2-40B4-BE49-F238E27FC236}">
                <a16:creationId xmlns:a16="http://schemas.microsoft.com/office/drawing/2014/main" id="{D2FA37D1-AD15-4B62-814B-FC9A73299C62}"/>
              </a:ext>
            </a:extLst>
          </p:cNvPr>
          <p:cNvSpPr>
            <a:spLocks/>
          </p:cNvSpPr>
          <p:nvPr/>
        </p:nvSpPr>
        <p:spPr bwMode="auto">
          <a:xfrm>
            <a:off x="1581379" y="1682472"/>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61" name="íślíḋè-Freeform: Shape 64">
            <a:extLst>
              <a:ext uri="{FF2B5EF4-FFF2-40B4-BE49-F238E27FC236}">
                <a16:creationId xmlns:a16="http://schemas.microsoft.com/office/drawing/2014/main" id="{D2FA37D1-AD15-4B62-814B-FC9A73299C62}"/>
              </a:ext>
            </a:extLst>
          </p:cNvPr>
          <p:cNvSpPr>
            <a:spLocks/>
          </p:cNvSpPr>
          <p:nvPr/>
        </p:nvSpPr>
        <p:spPr bwMode="auto">
          <a:xfrm>
            <a:off x="5366309" y="1613001"/>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graphicFrame>
        <p:nvGraphicFramePr>
          <p:cNvPr id="4" name="Table 3">
            <a:extLst>
              <a:ext uri="{FF2B5EF4-FFF2-40B4-BE49-F238E27FC236}">
                <a16:creationId xmlns:a16="http://schemas.microsoft.com/office/drawing/2014/main" id="{E9D4A141-DC3E-D4FE-8173-5C3EA5095D17}"/>
              </a:ext>
            </a:extLst>
          </p:cNvPr>
          <p:cNvGraphicFramePr>
            <a:graphicFrameLocks noGrp="1"/>
          </p:cNvGraphicFramePr>
          <p:nvPr>
            <p:extLst>
              <p:ext uri="{D42A27DB-BD31-4B8C-83A1-F6EECF244321}">
                <p14:modId xmlns:p14="http://schemas.microsoft.com/office/powerpoint/2010/main" val="3277513375"/>
              </p:ext>
            </p:extLst>
          </p:nvPr>
        </p:nvGraphicFramePr>
        <p:xfrm>
          <a:off x="1466621" y="1142856"/>
          <a:ext cx="6096000" cy="3167886"/>
        </p:xfrm>
        <a:graphic>
          <a:graphicData uri="http://schemas.openxmlformats.org/drawingml/2006/table">
            <a:tbl>
              <a:tblPr firstRow="1" bandRow="1">
                <a:effectLst>
                  <a:innerShdw blurRad="63500" dist="50800" dir="13500000">
                    <a:prstClr val="black">
                      <a:alpha val="50000"/>
                    </a:prstClr>
                  </a:innerShdw>
                </a:effectLst>
                <a:tableStyleId>{EB344D84-9AFB-497E-A393-DC336BA19D2E}</a:tableStyleId>
              </a:tblPr>
              <a:tblGrid>
                <a:gridCol w="680267">
                  <a:extLst>
                    <a:ext uri="{9D8B030D-6E8A-4147-A177-3AD203B41FA5}">
                      <a16:colId xmlns:a16="http://schemas.microsoft.com/office/drawing/2014/main" val="4105985473"/>
                    </a:ext>
                  </a:extLst>
                </a:gridCol>
                <a:gridCol w="1998017">
                  <a:extLst>
                    <a:ext uri="{9D8B030D-6E8A-4147-A177-3AD203B41FA5}">
                      <a16:colId xmlns:a16="http://schemas.microsoft.com/office/drawing/2014/main" val="3720041495"/>
                    </a:ext>
                  </a:extLst>
                </a:gridCol>
                <a:gridCol w="3417716">
                  <a:extLst>
                    <a:ext uri="{9D8B030D-6E8A-4147-A177-3AD203B41FA5}">
                      <a16:colId xmlns:a16="http://schemas.microsoft.com/office/drawing/2014/main" val="2730168490"/>
                    </a:ext>
                  </a:extLst>
                </a:gridCol>
              </a:tblGrid>
              <a:tr h="370840">
                <a:tc>
                  <a:txBody>
                    <a:bodyPr/>
                    <a:lstStyle/>
                    <a:p>
                      <a:pPr algn="ctr" fontAlgn="t"/>
                      <a:r>
                        <a:rPr lang="en-US" sz="1100" b="1" u="none" strike="noStrike" dirty="0">
                          <a:solidFill>
                            <a:schemeClr val="bg1"/>
                          </a:solidFill>
                          <a:effectLst/>
                          <a:latin typeface="Aptos" panose="020B0004020202020204" pitchFamily="34" charset="0"/>
                        </a:rPr>
                        <a:t>No.</a:t>
                      </a:r>
                      <a:endParaRPr lang="en-US" sz="1100" b="1" i="0" u="none" strike="noStrike" dirty="0">
                        <a:solidFill>
                          <a:schemeClr val="bg1"/>
                        </a:solidFill>
                        <a:effectLst/>
                        <a:latin typeface="Aptos" panose="020B0004020202020204" pitchFamily="34" charset="0"/>
                      </a:endParaRPr>
                    </a:p>
                  </a:txBody>
                  <a:tcPr marL="6350" marR="6350" marT="6350" marB="0" anchor="ctr"/>
                </a:tc>
                <a:tc>
                  <a:txBody>
                    <a:bodyPr/>
                    <a:lstStyle/>
                    <a:p>
                      <a:pPr algn="l" fontAlgn="t"/>
                      <a:r>
                        <a:rPr lang="en-US" sz="1100" b="1" u="none" strike="noStrike" dirty="0">
                          <a:solidFill>
                            <a:schemeClr val="bg1"/>
                          </a:solidFill>
                          <a:effectLst/>
                          <a:latin typeface="Aptos" panose="020B0004020202020204" pitchFamily="34" charset="0"/>
                        </a:rPr>
                        <a:t>Role Category</a:t>
                      </a:r>
                      <a:endParaRPr lang="en-US" sz="1100" b="1" i="0" u="none" strike="noStrike" dirty="0">
                        <a:solidFill>
                          <a:schemeClr val="bg1"/>
                        </a:solidFill>
                        <a:effectLst/>
                        <a:latin typeface="Aptos" panose="020B0004020202020204" pitchFamily="34" charset="0"/>
                      </a:endParaRPr>
                    </a:p>
                  </a:txBody>
                  <a:tcPr marL="6350" marR="6350" marT="6350" marB="0" anchor="ctr"/>
                </a:tc>
                <a:tc>
                  <a:txBody>
                    <a:bodyPr/>
                    <a:lstStyle/>
                    <a:p>
                      <a:pPr algn="l" fontAlgn="t"/>
                      <a:r>
                        <a:rPr lang="en-US" sz="1100" b="1" u="none" strike="noStrike" dirty="0">
                          <a:solidFill>
                            <a:schemeClr val="bg1"/>
                          </a:solidFill>
                          <a:effectLst/>
                          <a:latin typeface="Aptos" panose="020B0004020202020204" pitchFamily="34" charset="0"/>
                        </a:rPr>
                        <a:t>Job Title or Designation</a:t>
                      </a:r>
                      <a:endParaRPr lang="en-US" sz="1100" b="1" i="0" u="none" strike="noStrike" dirty="0">
                        <a:solidFill>
                          <a:schemeClr val="bg1"/>
                        </a:solidFill>
                        <a:effectLst/>
                        <a:latin typeface="Aptos" panose="020B0004020202020204" pitchFamily="34" charset="0"/>
                      </a:endParaRPr>
                    </a:p>
                  </a:txBody>
                  <a:tcPr marL="6350" marR="6350" marT="6350" marB="0" anchor="ctr"/>
                </a:tc>
                <a:extLst>
                  <a:ext uri="{0D108BD9-81ED-4DB2-BD59-A6C34878D82A}">
                    <a16:rowId xmlns:a16="http://schemas.microsoft.com/office/drawing/2014/main" val="636214541"/>
                  </a:ext>
                </a:extLst>
              </a:tr>
              <a:tr h="370840">
                <a:tc>
                  <a:txBody>
                    <a:bodyPr/>
                    <a:lstStyle/>
                    <a:p>
                      <a:pPr algn="ctr" fontAlgn="t"/>
                      <a:r>
                        <a:rPr lang="en-US" sz="1100" b="0" i="0" u="none" strike="noStrike" dirty="0">
                          <a:solidFill>
                            <a:schemeClr val="accent1">
                              <a:lumMod val="50000"/>
                            </a:schemeClr>
                          </a:solidFill>
                          <a:effectLst/>
                          <a:latin typeface="Aptos" panose="020B0004020202020204" pitchFamily="34" charset="0"/>
                        </a:rPr>
                        <a:t>8</a:t>
                      </a:r>
                    </a:p>
                  </a:txBody>
                  <a:tcPr marL="6350" marR="6350" marT="6350" marB="0"/>
                </a:tc>
                <a:tc>
                  <a:txBody>
                    <a:bodyPr/>
                    <a:lstStyle/>
                    <a:p>
                      <a:pPr algn="l" fontAlgn="t"/>
                      <a:r>
                        <a:rPr lang="en-US" sz="1100" b="1" i="0" u="none" strike="noStrike" dirty="0">
                          <a:solidFill>
                            <a:schemeClr val="accent1">
                              <a:lumMod val="50000"/>
                            </a:schemeClr>
                          </a:solidFill>
                          <a:effectLst/>
                          <a:latin typeface="Aptos" panose="020B0004020202020204" pitchFamily="34" charset="0"/>
                        </a:rPr>
                        <a:t>Cloud Testing Roles</a:t>
                      </a:r>
                    </a:p>
                  </a:txBody>
                  <a:tcPr marL="6350" marR="6350" marT="6350" marB="0"/>
                </a:tc>
                <a:tc>
                  <a:txBody>
                    <a:bodyPr/>
                    <a:lstStyle/>
                    <a:p>
                      <a:pPr algn="l" fontAlgn="t"/>
                      <a:r>
                        <a:rPr lang="en-US" sz="1100" b="0" i="0" u="none" strike="noStrike" dirty="0">
                          <a:solidFill>
                            <a:schemeClr val="accent1">
                              <a:lumMod val="50000"/>
                            </a:schemeClr>
                          </a:solidFill>
                          <a:effectLst/>
                          <a:latin typeface="Aptos" panose="020B0004020202020204" pitchFamily="34" charset="0"/>
                        </a:rPr>
                        <a:t>Azure Tester, Cloud Tester, Cloud QA Engineer, Cloud Infrastructure Tester</a:t>
                      </a:r>
                    </a:p>
                  </a:txBody>
                  <a:tcPr marL="6350" marR="6350" marT="6350" marB="0"/>
                </a:tc>
                <a:extLst>
                  <a:ext uri="{0D108BD9-81ED-4DB2-BD59-A6C34878D82A}">
                    <a16:rowId xmlns:a16="http://schemas.microsoft.com/office/drawing/2014/main" val="3147081335"/>
                  </a:ext>
                </a:extLst>
              </a:tr>
              <a:tr h="370840">
                <a:tc>
                  <a:txBody>
                    <a:bodyPr/>
                    <a:lstStyle/>
                    <a:p>
                      <a:pPr algn="ctr" fontAlgn="t"/>
                      <a:r>
                        <a:rPr lang="en-US" sz="1100" b="0" i="0" u="none" strike="noStrike" dirty="0">
                          <a:solidFill>
                            <a:schemeClr val="accent1">
                              <a:lumMod val="50000"/>
                            </a:schemeClr>
                          </a:solidFill>
                          <a:effectLst/>
                          <a:latin typeface="Aptos" panose="020B0004020202020204" pitchFamily="34" charset="0"/>
                        </a:rPr>
                        <a:t>9</a:t>
                      </a:r>
                    </a:p>
                  </a:txBody>
                  <a:tcPr marL="6350" marR="6350" marT="6350" marB="0"/>
                </a:tc>
                <a:tc>
                  <a:txBody>
                    <a:bodyPr/>
                    <a:lstStyle/>
                    <a:p>
                      <a:pPr algn="l" fontAlgn="t"/>
                      <a:r>
                        <a:rPr lang="en-US" sz="1100" b="1" i="0" u="none" strike="noStrike" dirty="0">
                          <a:solidFill>
                            <a:schemeClr val="accent1">
                              <a:lumMod val="50000"/>
                            </a:schemeClr>
                          </a:solidFill>
                          <a:effectLst/>
                          <a:latin typeface="Aptos" panose="020B0004020202020204" pitchFamily="34" charset="0"/>
                        </a:rPr>
                        <a:t>Data Analyst Roles</a:t>
                      </a:r>
                    </a:p>
                  </a:txBody>
                  <a:tcPr marL="6350" marR="6350" marT="6350" marB="0"/>
                </a:tc>
                <a:tc>
                  <a:txBody>
                    <a:bodyPr/>
                    <a:lstStyle/>
                    <a:p>
                      <a:pPr algn="l" fontAlgn="t"/>
                      <a:r>
                        <a:rPr lang="en-US" sz="1100" b="0" i="0" u="none" strike="noStrike">
                          <a:solidFill>
                            <a:schemeClr val="accent1">
                              <a:lumMod val="50000"/>
                            </a:schemeClr>
                          </a:solidFill>
                          <a:effectLst/>
                          <a:latin typeface="Aptos" panose="020B0004020202020204" pitchFamily="34" charset="0"/>
                        </a:rPr>
                        <a:t>Data Analyst, BI Analyst, Data QA Engineer, Reporting Analyst</a:t>
                      </a:r>
                    </a:p>
                  </a:txBody>
                  <a:tcPr marL="6350" marR="6350" marT="6350" marB="0"/>
                </a:tc>
                <a:extLst>
                  <a:ext uri="{0D108BD9-81ED-4DB2-BD59-A6C34878D82A}">
                    <a16:rowId xmlns:a16="http://schemas.microsoft.com/office/drawing/2014/main" val="3682580513"/>
                  </a:ext>
                </a:extLst>
              </a:tr>
              <a:tr h="370840">
                <a:tc>
                  <a:txBody>
                    <a:bodyPr/>
                    <a:lstStyle/>
                    <a:p>
                      <a:pPr algn="ctr" fontAlgn="t"/>
                      <a:r>
                        <a:rPr lang="en-US" sz="1100" b="0" i="0" u="none" strike="noStrike" dirty="0">
                          <a:solidFill>
                            <a:schemeClr val="accent1">
                              <a:lumMod val="50000"/>
                            </a:schemeClr>
                          </a:solidFill>
                          <a:effectLst/>
                          <a:latin typeface="Aptos" panose="020B0004020202020204" pitchFamily="34" charset="0"/>
                        </a:rPr>
                        <a:t>10</a:t>
                      </a:r>
                    </a:p>
                  </a:txBody>
                  <a:tcPr marL="6350" marR="6350" marT="6350" marB="0"/>
                </a:tc>
                <a:tc>
                  <a:txBody>
                    <a:bodyPr/>
                    <a:lstStyle/>
                    <a:p>
                      <a:pPr algn="l" fontAlgn="t"/>
                      <a:r>
                        <a:rPr lang="en-US" sz="1100" b="1" i="0" u="none" strike="noStrike" dirty="0">
                          <a:solidFill>
                            <a:schemeClr val="accent1">
                              <a:lumMod val="50000"/>
                            </a:schemeClr>
                          </a:solidFill>
                          <a:effectLst/>
                          <a:latin typeface="Aptos" panose="020B0004020202020204" pitchFamily="34" charset="0"/>
                        </a:rPr>
                        <a:t>Domain-Specific QA Roles</a:t>
                      </a:r>
                    </a:p>
                  </a:txBody>
                  <a:tcPr marL="6350" marR="6350" marT="6350" marB="0"/>
                </a:tc>
                <a:tc>
                  <a:txBody>
                    <a:bodyPr/>
                    <a:lstStyle/>
                    <a:p>
                      <a:pPr algn="l" fontAlgn="t"/>
                      <a:r>
                        <a:rPr lang="en-US" sz="1100" b="0" i="0" u="none" strike="noStrike" dirty="0">
                          <a:solidFill>
                            <a:schemeClr val="accent1">
                              <a:lumMod val="50000"/>
                            </a:schemeClr>
                          </a:solidFill>
                          <a:effectLst/>
                          <a:latin typeface="Aptos" panose="020B0004020202020204" pitchFamily="34" charset="0"/>
                        </a:rPr>
                        <a:t>Healthcare Tester, Banking Domain Tester, Insurance Domain Tester, Telecom Domain Tester, Automotive QA Engineer</a:t>
                      </a:r>
                    </a:p>
                  </a:txBody>
                  <a:tcPr marL="6350" marR="6350" marT="6350" marB="0"/>
                </a:tc>
                <a:extLst>
                  <a:ext uri="{0D108BD9-81ED-4DB2-BD59-A6C34878D82A}">
                    <a16:rowId xmlns:a16="http://schemas.microsoft.com/office/drawing/2014/main" val="2809662590"/>
                  </a:ext>
                </a:extLst>
              </a:tr>
              <a:tr h="370840">
                <a:tc>
                  <a:txBody>
                    <a:bodyPr/>
                    <a:lstStyle/>
                    <a:p>
                      <a:pPr algn="ctr" fontAlgn="t"/>
                      <a:r>
                        <a:rPr lang="en-US" sz="1100" b="0" i="0" u="none" strike="noStrike">
                          <a:solidFill>
                            <a:schemeClr val="accent1">
                              <a:lumMod val="50000"/>
                            </a:schemeClr>
                          </a:solidFill>
                          <a:effectLst/>
                          <a:latin typeface="Aptos" panose="020B0004020202020204" pitchFamily="34" charset="0"/>
                        </a:rPr>
                        <a:t>11</a:t>
                      </a:r>
                    </a:p>
                  </a:txBody>
                  <a:tcPr marL="6350" marR="6350" marT="6350" marB="0"/>
                </a:tc>
                <a:tc>
                  <a:txBody>
                    <a:bodyPr/>
                    <a:lstStyle/>
                    <a:p>
                      <a:pPr algn="l" fontAlgn="t"/>
                      <a:r>
                        <a:rPr lang="en-US" sz="1100" b="1" i="0" u="none" strike="noStrike">
                          <a:solidFill>
                            <a:schemeClr val="accent1">
                              <a:lumMod val="50000"/>
                            </a:schemeClr>
                          </a:solidFill>
                          <a:effectLst/>
                          <a:latin typeface="Aptos" panose="020B0004020202020204" pitchFamily="34" charset="0"/>
                        </a:rPr>
                        <a:t>Salesforce Admin/Consultant Roles</a:t>
                      </a:r>
                    </a:p>
                  </a:txBody>
                  <a:tcPr marL="6350" marR="6350" marT="6350" marB="0"/>
                </a:tc>
                <a:tc>
                  <a:txBody>
                    <a:bodyPr/>
                    <a:lstStyle/>
                    <a:p>
                      <a:pPr algn="l" fontAlgn="t"/>
                      <a:r>
                        <a:rPr lang="fr-FR" sz="1100" b="0" i="0" u="none" strike="noStrike">
                          <a:solidFill>
                            <a:schemeClr val="accent1">
                              <a:lumMod val="50000"/>
                            </a:schemeClr>
                          </a:solidFill>
                          <a:effectLst/>
                          <a:latin typeface="Aptos" panose="020B0004020202020204" pitchFamily="34" charset="0"/>
                        </a:rPr>
                        <a:t>Salesforce Admin, Salesforce Consultant, Salesforce Analyst</a:t>
                      </a:r>
                    </a:p>
                  </a:txBody>
                  <a:tcPr marL="6350" marR="6350" marT="6350" marB="0"/>
                </a:tc>
                <a:extLst>
                  <a:ext uri="{0D108BD9-81ED-4DB2-BD59-A6C34878D82A}">
                    <a16:rowId xmlns:a16="http://schemas.microsoft.com/office/drawing/2014/main" val="3772972137"/>
                  </a:ext>
                </a:extLst>
              </a:tr>
              <a:tr h="370840">
                <a:tc>
                  <a:txBody>
                    <a:bodyPr/>
                    <a:lstStyle/>
                    <a:p>
                      <a:pPr algn="ctr" fontAlgn="t"/>
                      <a:r>
                        <a:rPr lang="en-US" sz="1100" b="0" i="0" u="none" strike="noStrike">
                          <a:solidFill>
                            <a:schemeClr val="accent1">
                              <a:lumMod val="50000"/>
                            </a:schemeClr>
                          </a:solidFill>
                          <a:effectLst/>
                          <a:latin typeface="Aptos" panose="020B0004020202020204" pitchFamily="34" charset="0"/>
                        </a:rPr>
                        <a:t>12</a:t>
                      </a:r>
                    </a:p>
                  </a:txBody>
                  <a:tcPr marL="6350" marR="6350" marT="6350" marB="0"/>
                </a:tc>
                <a:tc>
                  <a:txBody>
                    <a:bodyPr/>
                    <a:lstStyle/>
                    <a:p>
                      <a:pPr algn="l" fontAlgn="t"/>
                      <a:r>
                        <a:rPr lang="en-US" sz="1100" b="1" i="0" u="none" strike="noStrike">
                          <a:solidFill>
                            <a:schemeClr val="accent1">
                              <a:lumMod val="50000"/>
                            </a:schemeClr>
                          </a:solidFill>
                          <a:effectLst/>
                          <a:latin typeface="Aptos" panose="020B0004020202020204" pitchFamily="34" charset="0"/>
                        </a:rPr>
                        <a:t>DevOps Testing Roles</a:t>
                      </a:r>
                    </a:p>
                  </a:txBody>
                  <a:tcPr marL="6350" marR="6350" marT="6350" marB="0"/>
                </a:tc>
                <a:tc>
                  <a:txBody>
                    <a:bodyPr/>
                    <a:lstStyle/>
                    <a:p>
                      <a:pPr algn="l" fontAlgn="t"/>
                      <a:r>
                        <a:rPr lang="fr-FR" sz="1100" b="0" i="0" u="none" strike="noStrike" dirty="0">
                          <a:solidFill>
                            <a:schemeClr val="accent1">
                              <a:lumMod val="50000"/>
                            </a:schemeClr>
                          </a:solidFill>
                          <a:effectLst/>
                          <a:latin typeface="Aptos" panose="020B0004020202020204" pitchFamily="34" charset="0"/>
                        </a:rPr>
                        <a:t>DevOps Tester, Jenkins Pipeline Tester, CI/CD Tester</a:t>
                      </a:r>
                    </a:p>
                  </a:txBody>
                  <a:tcPr marL="6350" marR="6350" marT="6350" marB="0"/>
                </a:tc>
                <a:extLst>
                  <a:ext uri="{0D108BD9-81ED-4DB2-BD59-A6C34878D82A}">
                    <a16:rowId xmlns:a16="http://schemas.microsoft.com/office/drawing/2014/main" val="946588015"/>
                  </a:ext>
                </a:extLst>
              </a:tr>
              <a:tr h="433576">
                <a:tc>
                  <a:txBody>
                    <a:bodyPr/>
                    <a:lstStyle/>
                    <a:p>
                      <a:pPr algn="ctr" fontAlgn="t"/>
                      <a:r>
                        <a:rPr lang="en-US" sz="1100" b="0" i="0" u="none" strike="noStrike">
                          <a:solidFill>
                            <a:schemeClr val="accent1">
                              <a:lumMod val="50000"/>
                            </a:schemeClr>
                          </a:solidFill>
                          <a:effectLst/>
                          <a:latin typeface="Aptos" panose="020B0004020202020204" pitchFamily="34" charset="0"/>
                        </a:rPr>
                        <a:t>13</a:t>
                      </a:r>
                    </a:p>
                  </a:txBody>
                  <a:tcPr marL="6350" marR="6350" marT="6350" marB="0"/>
                </a:tc>
                <a:tc>
                  <a:txBody>
                    <a:bodyPr/>
                    <a:lstStyle/>
                    <a:p>
                      <a:pPr algn="l" fontAlgn="t"/>
                      <a:r>
                        <a:rPr lang="en-US" sz="1100" b="1" i="0" u="none" strike="noStrike" dirty="0">
                          <a:solidFill>
                            <a:schemeClr val="accent1">
                              <a:lumMod val="50000"/>
                            </a:schemeClr>
                          </a:solidFill>
                          <a:effectLst/>
                          <a:latin typeface="Aptos" panose="020B0004020202020204" pitchFamily="34" charset="0"/>
                        </a:rPr>
                        <a:t>Full-Stack QA Roles</a:t>
                      </a:r>
                    </a:p>
                  </a:txBody>
                  <a:tcPr marL="6350" marR="6350" marT="6350" marB="0"/>
                </a:tc>
                <a:tc>
                  <a:txBody>
                    <a:bodyPr/>
                    <a:lstStyle/>
                    <a:p>
                      <a:pPr algn="l" fontAlgn="t"/>
                      <a:r>
                        <a:rPr lang="en-US" sz="1100" b="0" i="0" u="none" strike="noStrike" dirty="0">
                          <a:solidFill>
                            <a:schemeClr val="accent1">
                              <a:lumMod val="50000"/>
                            </a:schemeClr>
                          </a:solidFill>
                          <a:effectLst/>
                          <a:latin typeface="Aptos" panose="020B0004020202020204" pitchFamily="34" charset="0"/>
                        </a:rPr>
                        <a:t>Full-Stack QA Engineer, End-to-End QA Tester</a:t>
                      </a:r>
                    </a:p>
                  </a:txBody>
                  <a:tcPr marL="6350" marR="6350" marT="6350" marB="0"/>
                </a:tc>
                <a:extLst>
                  <a:ext uri="{0D108BD9-81ED-4DB2-BD59-A6C34878D82A}">
                    <a16:rowId xmlns:a16="http://schemas.microsoft.com/office/drawing/2014/main" val="3447725486"/>
                  </a:ext>
                </a:extLst>
              </a:tr>
              <a:tr h="370840">
                <a:tc>
                  <a:txBody>
                    <a:bodyPr/>
                    <a:lstStyle/>
                    <a:p>
                      <a:pPr algn="ctr" fontAlgn="t"/>
                      <a:r>
                        <a:rPr lang="en-US" sz="1100" b="0" i="0" u="none" strike="noStrike" dirty="0">
                          <a:solidFill>
                            <a:schemeClr val="accent1">
                              <a:lumMod val="50000"/>
                            </a:schemeClr>
                          </a:solidFill>
                          <a:effectLst/>
                          <a:latin typeface="Aptos" panose="020B0004020202020204" pitchFamily="34" charset="0"/>
                        </a:rPr>
                        <a:t>14</a:t>
                      </a:r>
                    </a:p>
                  </a:txBody>
                  <a:tcPr marL="6350" marR="6350" marT="6350" marB="0"/>
                </a:tc>
                <a:tc>
                  <a:txBody>
                    <a:bodyPr/>
                    <a:lstStyle/>
                    <a:p>
                      <a:pPr algn="l" fontAlgn="t"/>
                      <a:r>
                        <a:rPr lang="en-US" sz="1100" b="1" i="0" u="none" strike="noStrike">
                          <a:solidFill>
                            <a:schemeClr val="accent1">
                              <a:lumMod val="50000"/>
                            </a:schemeClr>
                          </a:solidFill>
                          <a:effectLst/>
                          <a:latin typeface="Aptos" panose="020B0004020202020204" pitchFamily="34" charset="0"/>
                        </a:rPr>
                        <a:t>Security Testing Roles</a:t>
                      </a:r>
                    </a:p>
                  </a:txBody>
                  <a:tcPr marL="6350" marR="6350" marT="6350" marB="0"/>
                </a:tc>
                <a:tc>
                  <a:txBody>
                    <a:bodyPr/>
                    <a:lstStyle/>
                    <a:p>
                      <a:pPr algn="l" fontAlgn="t"/>
                      <a:r>
                        <a:rPr lang="en-US" sz="1100" b="0" i="0" u="none" strike="noStrike" dirty="0">
                          <a:solidFill>
                            <a:schemeClr val="accent1">
                              <a:lumMod val="50000"/>
                            </a:schemeClr>
                          </a:solidFill>
                          <a:effectLst/>
                          <a:latin typeface="Aptos" panose="020B0004020202020204" pitchFamily="34" charset="0"/>
                        </a:rPr>
                        <a:t>Security Tester</a:t>
                      </a:r>
                    </a:p>
                  </a:txBody>
                  <a:tcPr marL="6350" marR="6350" marT="6350" marB="0"/>
                </a:tc>
                <a:extLst>
                  <a:ext uri="{0D108BD9-81ED-4DB2-BD59-A6C34878D82A}">
                    <a16:rowId xmlns:a16="http://schemas.microsoft.com/office/drawing/2014/main" val="486650784"/>
                  </a:ext>
                </a:extLst>
              </a:tr>
            </a:tbl>
          </a:graphicData>
        </a:graphic>
      </p:graphicFrame>
    </p:spTree>
    <p:custDataLst>
      <p:tags r:id="rId1"/>
    </p:custDataLst>
    <p:extLst>
      <p:ext uri="{BB962C8B-B14F-4D97-AF65-F5344CB8AC3E}">
        <p14:creationId xmlns:p14="http://schemas.microsoft.com/office/powerpoint/2010/main" val="12703018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Job Selection Process   </a:t>
            </a:r>
            <a:endParaRPr lang="zh-CN" altLang="en-US" sz="3600" b="1" dirty="0">
              <a:solidFill>
                <a:schemeClr val="accent3">
                  <a:lumMod val="50000"/>
                </a:schemeClr>
              </a:solidFill>
              <a:cs typeface="Calibri" panose="020F0502020204030204" pitchFamily="34" charset="0"/>
              <a:sym typeface="+mn-lt"/>
            </a:endParaRPr>
          </a:p>
        </p:txBody>
      </p:sp>
      <p:sp>
        <p:nvSpPr>
          <p:cNvPr id="60" name="íślíḋè-Freeform: Shape 64">
            <a:extLst>
              <a:ext uri="{FF2B5EF4-FFF2-40B4-BE49-F238E27FC236}">
                <a16:creationId xmlns:a16="http://schemas.microsoft.com/office/drawing/2014/main" id="{D2FA37D1-AD15-4B62-814B-FC9A73299C62}"/>
              </a:ext>
            </a:extLst>
          </p:cNvPr>
          <p:cNvSpPr>
            <a:spLocks/>
          </p:cNvSpPr>
          <p:nvPr/>
        </p:nvSpPr>
        <p:spPr bwMode="auto">
          <a:xfrm>
            <a:off x="1581379" y="1682472"/>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61" name="íślíḋè-Freeform: Shape 64">
            <a:extLst>
              <a:ext uri="{FF2B5EF4-FFF2-40B4-BE49-F238E27FC236}">
                <a16:creationId xmlns:a16="http://schemas.microsoft.com/office/drawing/2014/main" id="{D2FA37D1-AD15-4B62-814B-FC9A73299C62}"/>
              </a:ext>
            </a:extLst>
          </p:cNvPr>
          <p:cNvSpPr>
            <a:spLocks/>
          </p:cNvSpPr>
          <p:nvPr/>
        </p:nvSpPr>
        <p:spPr bwMode="auto">
          <a:xfrm>
            <a:off x="5366309" y="1613001"/>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2" name="TextBox 1">
            <a:extLst>
              <a:ext uri="{FF2B5EF4-FFF2-40B4-BE49-F238E27FC236}">
                <a16:creationId xmlns:a16="http://schemas.microsoft.com/office/drawing/2014/main" id="{E2369274-D180-B663-5790-A76EB2263691}"/>
              </a:ext>
            </a:extLst>
          </p:cNvPr>
          <p:cNvSpPr txBox="1"/>
          <p:nvPr/>
        </p:nvSpPr>
        <p:spPr>
          <a:xfrm>
            <a:off x="4860032" y="1059583"/>
            <a:ext cx="3384376" cy="4333109"/>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marL="342900" lvl="0" indent="-342900">
              <a:lnSpc>
                <a:spcPct val="115000"/>
              </a:lnSpc>
              <a:spcAft>
                <a:spcPts val="800"/>
              </a:spcAft>
              <a:buFont typeface="+mj-lt"/>
              <a:buAutoNum type="arabicPeriod" startAt="5"/>
              <a:tabLst>
                <a:tab pos="457200" algn="l"/>
              </a:tabLst>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Offer Letter Assistance: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Support in understanding and negotiating job offers.</a:t>
            </a:r>
          </a:p>
          <a:p>
            <a:pPr marL="342900" lvl="0" indent="-342900">
              <a:lnSpc>
                <a:spcPct val="115000"/>
              </a:lnSpc>
              <a:spcAft>
                <a:spcPts val="800"/>
              </a:spcAft>
              <a:buFont typeface="+mj-lt"/>
              <a:buAutoNum type="arabicPeriod" startAt="5"/>
              <a:tabLst>
                <a:tab pos="457200" algn="l"/>
              </a:tabLst>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Onboarding Guidance: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Help with documentation, background checks, and pre-joining formalities.</a:t>
            </a:r>
          </a:p>
          <a:p>
            <a:pPr marL="342900" lvl="0" indent="-342900">
              <a:lnSpc>
                <a:spcPct val="115000"/>
              </a:lnSpc>
              <a:spcAft>
                <a:spcPts val="800"/>
              </a:spcAft>
              <a:buFont typeface="+mj-lt"/>
              <a:buAutoNum type="arabicPeriod" startAt="5"/>
              <a:tabLst>
                <a:tab pos="457200" algn="l"/>
              </a:tabLst>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Final Placement:</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Ensure a smooth transition and follow-up during onboarding.</a:t>
            </a:r>
          </a:p>
          <a:p>
            <a:pPr marL="342900" lvl="0" indent="-342900">
              <a:lnSpc>
                <a:spcPct val="115000"/>
              </a:lnSpc>
              <a:spcAft>
                <a:spcPts val="800"/>
              </a:spcAft>
              <a:buFont typeface="+mj-lt"/>
              <a:buAutoNum type="arabicPeriod" startAt="5"/>
              <a:tabLst>
                <a:tab pos="457200" algn="l"/>
              </a:tabLst>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Support for Career Transitions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Provide assistance for a seamless transition to your next job, including guidance and follow-up during onboarding for new roles.</a:t>
            </a:r>
            <a:endParaRPr lang="en-US" sz="1100" kern="100" dirty="0">
              <a:solidFill>
                <a:srgbClr val="C47500"/>
              </a:solidFill>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endParaRPr lang="en-US" sz="1100" kern="100" dirty="0">
              <a:solidFill>
                <a:srgbClr val="C47500"/>
              </a:solidFill>
              <a:latin typeface="Aptos" panose="020B0004020202020204" pitchFamily="34" charset="0"/>
              <a:ea typeface="Aptos" panose="020B0004020202020204" pitchFamily="34" charset="0"/>
              <a:cs typeface="Times New Roman" panose="02020603050405020304" pitchFamily="18" charset="0"/>
            </a:endParaRPr>
          </a:p>
          <a:p>
            <a:pPr lvl="1">
              <a:lnSpc>
                <a:spcPct val="115000"/>
              </a:lnSpc>
              <a:spcAft>
                <a:spcPts val="800"/>
              </a:spcAft>
              <a:buSzPts val="1000"/>
              <a:tabLst>
                <a:tab pos="914400" algn="l"/>
              </a:tabLst>
            </a:pPr>
            <a:endPar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C6984BCD-2B74-2C28-87D1-B8D1BA409783}"/>
              </a:ext>
            </a:extLst>
          </p:cNvPr>
          <p:cNvSpPr txBox="1"/>
          <p:nvPr/>
        </p:nvSpPr>
        <p:spPr>
          <a:xfrm>
            <a:off x="1403648" y="1059583"/>
            <a:ext cx="3384376" cy="4138441"/>
          </a:xfrm>
          <a:prstGeom prst="rect">
            <a:avLst/>
          </a:prstGeom>
          <a:noFill/>
          <a:ln>
            <a:noFill/>
          </a:ln>
          <a:effectLst>
            <a:outerShdw blurRad="149987" dist="250190" dir="8460000" algn="ctr">
              <a:srgbClr val="000000">
                <a:alpha val="28000"/>
              </a:srgbClr>
            </a:outerShdw>
            <a:softEdge rad="31750"/>
          </a:effectLst>
          <a:scene3d>
            <a:camera prst="orthographicFront">
              <a:rot lat="0" lon="0" rev="0"/>
            </a:camera>
            <a:lightRig rig="contrasting" dir="t">
              <a:rot lat="0" lon="0" rev="1500000"/>
            </a:lightRig>
          </a:scene3d>
          <a:sp3d prstMaterial="metal">
            <a:bevelT w="88900" h="88900"/>
          </a:sp3d>
        </p:spPr>
        <p:txBody>
          <a:bodyPr wrap="square">
            <a:spAutoFit/>
          </a:bodyPr>
          <a:lstStyle/>
          <a:p>
            <a:pPr marL="342900" lvl="0" indent="-342900">
              <a:lnSpc>
                <a:spcPct val="115000"/>
              </a:lnSpc>
              <a:spcAft>
                <a:spcPts val="800"/>
              </a:spcAft>
              <a:buFont typeface="+mj-lt"/>
              <a:buAutoNum type="arabicPeriod"/>
              <a:tabLst>
                <a:tab pos="457200" algn="l"/>
              </a:tabLst>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Resume Finalization:</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Create or optimize the resume for targeted job profiles.</a:t>
            </a:r>
          </a:p>
          <a:p>
            <a:pPr marL="342900" lvl="0" indent="-342900">
              <a:lnSpc>
                <a:spcPct val="115000"/>
              </a:lnSpc>
              <a:spcAft>
                <a:spcPts val="800"/>
              </a:spcAft>
              <a:buFont typeface="+mj-lt"/>
              <a:buAutoNum type="arabicPeriod"/>
              <a:tabLst>
                <a:tab pos="457200" algn="l"/>
              </a:tabLst>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Job Application:</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Apply to relevant roles via job portals, internal references, and direct applications.</a:t>
            </a:r>
          </a:p>
          <a:p>
            <a:pPr marL="342900" lvl="0" indent="-342900">
              <a:lnSpc>
                <a:spcPct val="115000"/>
              </a:lnSpc>
              <a:spcAft>
                <a:spcPts val="800"/>
              </a:spcAft>
              <a:buFont typeface="+mj-lt"/>
              <a:buAutoNum type="arabicPeriod"/>
              <a:tabLst>
                <a:tab pos="457200" algn="l"/>
              </a:tabLst>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Interview Shortlisting:</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Track applications, schedule interviews, and provide preparation guidance.</a:t>
            </a:r>
          </a:p>
          <a:p>
            <a:pPr marL="342900" lvl="0" indent="-342900">
              <a:lnSpc>
                <a:spcPct val="115000"/>
              </a:lnSpc>
              <a:spcAft>
                <a:spcPts val="800"/>
              </a:spcAft>
              <a:buFont typeface="+mj-lt"/>
              <a:buAutoNum type="arabicPeriod"/>
              <a:tabLst>
                <a:tab pos="457200" algn="l"/>
              </a:tabLst>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Interview Process: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800"/>
              </a:spcAft>
              <a:buSzPts val="1000"/>
              <a:buFont typeface="Courier New" panose="02070309020205020404" pitchFamily="49" charset="0"/>
              <a:buChar char="o"/>
              <a:tabLst>
                <a:tab pos="914400" algn="l"/>
              </a:tabLst>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Assist with mock interviews and strategies for effective performance..</a:t>
            </a:r>
          </a:p>
          <a:p>
            <a:pPr marL="742950" lvl="1" indent="-285750">
              <a:spcAft>
                <a:spcPts val="800"/>
              </a:spcAft>
              <a:buSzPts val="1000"/>
              <a:buFont typeface="Courier New" panose="02070309020205020404" pitchFamily="49" charset="0"/>
              <a:buChar char="o"/>
              <a:tabLst>
                <a:tab pos="914400" algn="l"/>
              </a:tabLst>
            </a:pPr>
            <a:r>
              <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Unlimited job support till job</a:t>
            </a:r>
          </a:p>
          <a:p>
            <a:pPr marL="742950" lvl="1" indent="-285750">
              <a:lnSpc>
                <a:spcPct val="115000"/>
              </a:lnSpc>
              <a:spcAft>
                <a:spcPts val="800"/>
              </a:spcAft>
              <a:buSzPts val="1000"/>
              <a:buFont typeface="Courier New" panose="02070309020205020404" pitchFamily="49" charset="0"/>
              <a:buChar char="o"/>
              <a:tabLst>
                <a:tab pos="914400" algn="l"/>
              </a:tabLst>
            </a:pPr>
            <a:endPar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1448257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2">
            <a:extLst>
              <a:ext uri="{FF2B5EF4-FFF2-40B4-BE49-F238E27FC236}">
                <a16:creationId xmlns:a16="http://schemas.microsoft.com/office/drawing/2014/main" id="{1123CFCA-AE27-8B56-271E-4F014C4A85AF}"/>
              </a:ext>
            </a:extLst>
          </p:cNvPr>
          <p:cNvPicPr>
            <a:picLocks noChangeAspect="1"/>
          </p:cNvPicPr>
          <p:nvPr/>
        </p:nvPicPr>
        <p:blipFill>
          <a:blip r:embed="rId4" cstate="print">
            <a:extLst>
              <a:ext uri="{28A0092B-C50C-407E-A947-70E740481C1C}">
                <a14:useLocalDpi xmlns:a14="http://schemas.microsoft.com/office/drawing/2010/main" val="0"/>
              </a:ext>
            </a:extLst>
          </a:blip>
          <a:srcRect b="21349"/>
          <a:stretch/>
        </p:blipFill>
        <p:spPr>
          <a:xfrm rot="1170979" flipH="1">
            <a:off x="3801068" y="981103"/>
            <a:ext cx="1657003" cy="1269773"/>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07</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835696" y="2834606"/>
            <a:ext cx="5409127"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lgn="ctr">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Eligibility Criteria For Course    </a:t>
            </a:r>
            <a:endParaRPr lang="zh-CN" altLang="en-US" sz="3600" b="1" dirty="0">
              <a:solidFill>
                <a:schemeClr val="accent3">
                  <a:lumMod val="50000"/>
                </a:schemeClr>
              </a:solidFill>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17686930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80">
                                          <p:stCondLst>
                                            <p:cond delay="0"/>
                                          </p:stCondLst>
                                        </p:cTn>
                                        <p:tgtEl>
                                          <p:spTgt spid="8"/>
                                        </p:tgtEl>
                                      </p:cBhvr>
                                    </p:animEffect>
                                    <p:anim calcmode="lin" valueType="num">
                                      <p:cBhvr>
                                        <p:cTn id="21"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6" dur="26">
                                          <p:stCondLst>
                                            <p:cond delay="650"/>
                                          </p:stCondLst>
                                        </p:cTn>
                                        <p:tgtEl>
                                          <p:spTgt spid="8"/>
                                        </p:tgtEl>
                                      </p:cBhvr>
                                      <p:to x="100000" y="60000"/>
                                    </p:animScale>
                                    <p:animScale>
                                      <p:cBhvr>
                                        <p:cTn id="27" dur="166" decel="50000">
                                          <p:stCondLst>
                                            <p:cond delay="676"/>
                                          </p:stCondLst>
                                        </p:cTn>
                                        <p:tgtEl>
                                          <p:spTgt spid="8"/>
                                        </p:tgtEl>
                                      </p:cBhvr>
                                      <p:to x="100000" y="100000"/>
                                    </p:animScale>
                                    <p:animScale>
                                      <p:cBhvr>
                                        <p:cTn id="28" dur="26">
                                          <p:stCondLst>
                                            <p:cond delay="1312"/>
                                          </p:stCondLst>
                                        </p:cTn>
                                        <p:tgtEl>
                                          <p:spTgt spid="8"/>
                                        </p:tgtEl>
                                      </p:cBhvr>
                                      <p:to x="100000" y="80000"/>
                                    </p:animScale>
                                    <p:animScale>
                                      <p:cBhvr>
                                        <p:cTn id="29" dur="166" decel="50000">
                                          <p:stCondLst>
                                            <p:cond delay="1338"/>
                                          </p:stCondLst>
                                        </p:cTn>
                                        <p:tgtEl>
                                          <p:spTgt spid="8"/>
                                        </p:tgtEl>
                                      </p:cBhvr>
                                      <p:to x="100000" y="100000"/>
                                    </p:animScale>
                                    <p:animScale>
                                      <p:cBhvr>
                                        <p:cTn id="30" dur="26">
                                          <p:stCondLst>
                                            <p:cond delay="1642"/>
                                          </p:stCondLst>
                                        </p:cTn>
                                        <p:tgtEl>
                                          <p:spTgt spid="8"/>
                                        </p:tgtEl>
                                      </p:cBhvr>
                                      <p:to x="100000" y="90000"/>
                                    </p:animScale>
                                    <p:animScale>
                                      <p:cBhvr>
                                        <p:cTn id="31" dur="166" decel="50000">
                                          <p:stCondLst>
                                            <p:cond delay="1668"/>
                                          </p:stCondLst>
                                        </p:cTn>
                                        <p:tgtEl>
                                          <p:spTgt spid="8"/>
                                        </p:tgtEl>
                                      </p:cBhvr>
                                      <p:to x="100000" y="100000"/>
                                    </p:animScale>
                                    <p:animScale>
                                      <p:cBhvr>
                                        <p:cTn id="32" dur="26">
                                          <p:stCondLst>
                                            <p:cond delay="1808"/>
                                          </p:stCondLst>
                                        </p:cTn>
                                        <p:tgtEl>
                                          <p:spTgt spid="8"/>
                                        </p:tgtEl>
                                      </p:cBhvr>
                                      <p:to x="100000" y="95000"/>
                                    </p:animScale>
                                    <p:animScale>
                                      <p:cBhvr>
                                        <p:cTn id="33"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lgn="ctr">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Eligibility Criteria For Course    </a:t>
            </a:r>
            <a:endParaRPr lang="zh-CN" altLang="en-US" sz="3600" b="1" dirty="0">
              <a:solidFill>
                <a:schemeClr val="accent3">
                  <a:lumMod val="50000"/>
                </a:schemeClr>
              </a:solidFill>
              <a:cs typeface="Calibri" panose="020F0502020204030204" pitchFamily="34" charset="0"/>
              <a:sym typeface="+mn-lt"/>
            </a:endParaRPr>
          </a:p>
        </p:txBody>
      </p:sp>
      <p:sp>
        <p:nvSpPr>
          <p:cNvPr id="60" name="íślíḋè-Freeform: Shape 64">
            <a:extLst>
              <a:ext uri="{FF2B5EF4-FFF2-40B4-BE49-F238E27FC236}">
                <a16:creationId xmlns:a16="http://schemas.microsoft.com/office/drawing/2014/main" id="{D2FA37D1-AD15-4B62-814B-FC9A73299C62}"/>
              </a:ext>
            </a:extLst>
          </p:cNvPr>
          <p:cNvSpPr>
            <a:spLocks/>
          </p:cNvSpPr>
          <p:nvPr/>
        </p:nvSpPr>
        <p:spPr bwMode="auto">
          <a:xfrm>
            <a:off x="1581379" y="1682472"/>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61" name="íślíḋè-Freeform: Shape 64">
            <a:extLst>
              <a:ext uri="{FF2B5EF4-FFF2-40B4-BE49-F238E27FC236}">
                <a16:creationId xmlns:a16="http://schemas.microsoft.com/office/drawing/2014/main" id="{D2FA37D1-AD15-4B62-814B-FC9A73299C62}"/>
              </a:ext>
            </a:extLst>
          </p:cNvPr>
          <p:cNvSpPr>
            <a:spLocks/>
          </p:cNvSpPr>
          <p:nvPr/>
        </p:nvSpPr>
        <p:spPr bwMode="auto">
          <a:xfrm>
            <a:off x="5366309" y="1613001"/>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13" name="TextBox 12">
            <a:extLst>
              <a:ext uri="{FF2B5EF4-FFF2-40B4-BE49-F238E27FC236}">
                <a16:creationId xmlns:a16="http://schemas.microsoft.com/office/drawing/2014/main" id="{D6E2A74F-3F1F-E81C-221E-8F0D73ADC0BF}"/>
              </a:ext>
            </a:extLst>
          </p:cNvPr>
          <p:cNvSpPr txBox="1"/>
          <p:nvPr/>
        </p:nvSpPr>
        <p:spPr>
          <a:xfrm>
            <a:off x="1216350" y="1161303"/>
            <a:ext cx="3931714" cy="369242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nSpc>
                <a:spcPct val="115000"/>
              </a:lnSpc>
              <a:spcAft>
                <a:spcPts val="800"/>
              </a:spcAft>
            </a:pPr>
            <a:r>
              <a:rPr lang="en-US" sz="1600" b="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Eligibility Criteria</a:t>
            </a:r>
            <a:endParaRPr lang="en-US" sz="16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en-US" sz="1100" b="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Educational Background:</a:t>
            </a:r>
            <a:endPar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15000"/>
              </a:lnSpc>
              <a:spcAft>
                <a:spcPts val="800"/>
              </a:spcAft>
              <a:buSzPts val="1000"/>
              <a:buFont typeface="Courier New" panose="02070309020205020404" pitchFamily="49" charset="0"/>
              <a:buChar char="o"/>
              <a:tabLst>
                <a:tab pos="914400" algn="l"/>
              </a:tabLst>
            </a:pPr>
            <a:r>
              <a:rPr lang="en-US" sz="1100" b="1" u="sng" kern="100" dirty="0">
                <a:effectLst/>
                <a:latin typeface="Aptos" panose="020B0004020202020204" pitchFamily="34" charset="0"/>
                <a:ea typeface="Aptos" panose="020B0004020202020204" pitchFamily="34" charset="0"/>
                <a:cs typeface="Times New Roman" panose="02020603050405020304" pitchFamily="18" charset="0"/>
              </a:rPr>
              <a:t>Any graduate or postgraduate can apply:</a:t>
            </a:r>
          </a:p>
          <a:p>
            <a:pPr marL="685800" lvl="1" indent="-228600">
              <a:lnSpc>
                <a:spcPct val="115000"/>
              </a:lnSpc>
              <a:spcAft>
                <a:spcPts val="800"/>
              </a:spcAft>
              <a:buSzPts val="1000"/>
              <a:buBlip>
                <a:blip r:embed="rId8"/>
              </a:buBlip>
              <a:tabLst>
                <a:tab pos="13716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BE/BTech/ ME/MTech:</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Any branch</a:t>
            </a:r>
          </a:p>
          <a:p>
            <a:pPr marL="685800" lvl="1" indent="-228600">
              <a:lnSpc>
                <a:spcPct val="115000"/>
              </a:lnSpc>
              <a:spcAft>
                <a:spcPts val="800"/>
              </a:spcAft>
              <a:buSzPts val="1000"/>
              <a:buBlip>
                <a:blip r:embed="rId8"/>
              </a:buBlip>
              <a:tabLst>
                <a:tab pos="13716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BSc/ MSc</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(All Specializations)</a:t>
            </a:r>
          </a:p>
          <a:p>
            <a:pPr marL="685800" lvl="1" indent="-228600">
              <a:lnSpc>
                <a:spcPct val="115000"/>
              </a:lnSpc>
              <a:spcAft>
                <a:spcPts val="800"/>
              </a:spcAft>
              <a:buSzPts val="1000"/>
              <a:buBlip>
                <a:blip r:embed="rId8"/>
              </a:buBlip>
              <a:tabLst>
                <a:tab pos="13716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BBA/MBA</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(All Specializations)</a:t>
            </a:r>
          </a:p>
          <a:p>
            <a:pPr marL="685800" lvl="1" indent="-228600">
              <a:lnSpc>
                <a:spcPct val="115000"/>
              </a:lnSpc>
              <a:spcAft>
                <a:spcPts val="800"/>
              </a:spcAft>
              <a:buSzPts val="1000"/>
              <a:buBlip>
                <a:blip r:embed="rId8"/>
              </a:buBlip>
              <a:tabLst>
                <a:tab pos="13716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BA/MA</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(All Specializations) (Including Open University Degrees)</a:t>
            </a:r>
          </a:p>
          <a:p>
            <a:pPr marL="685800" lvl="1" indent="-228600">
              <a:lnSpc>
                <a:spcPct val="115000"/>
              </a:lnSpc>
              <a:spcAft>
                <a:spcPts val="800"/>
              </a:spcAft>
              <a:buSzPts val="1000"/>
              <a:buBlip>
                <a:blip r:embed="rId8"/>
              </a:buBlip>
              <a:tabLst>
                <a:tab pos="13716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B.Com/M.Com</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(All Specializations (Including Open University Degrees)</a:t>
            </a:r>
          </a:p>
          <a:p>
            <a:pPr marL="685800" lvl="1" indent="-228600">
              <a:lnSpc>
                <a:spcPct val="115000"/>
              </a:lnSpc>
              <a:spcAft>
                <a:spcPts val="800"/>
              </a:spcAft>
              <a:buSzPts val="1000"/>
              <a:buBlip>
                <a:blip r:embed="rId8"/>
              </a:buBlip>
              <a:tabLst>
                <a:tab pos="13716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BCS/MCS</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685800" lvl="1" indent="-228600">
              <a:lnSpc>
                <a:spcPct val="115000"/>
              </a:lnSpc>
              <a:spcAft>
                <a:spcPts val="800"/>
              </a:spcAft>
              <a:buSzPts val="1000"/>
              <a:buBlip>
                <a:blip r:embed="rId8"/>
              </a:buBlip>
              <a:tabLst>
                <a:tab pos="13716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BCA/MCA</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685800" lvl="1" indent="-228600">
              <a:lnSpc>
                <a:spcPct val="115000"/>
              </a:lnSpc>
              <a:spcAft>
                <a:spcPts val="800"/>
              </a:spcAft>
              <a:buSzPts val="1000"/>
              <a:buBlip>
                <a:blip r:embed="rId8"/>
              </a:buBlip>
              <a:tabLst>
                <a:tab pos="13716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B.Pharm/M.Pharm</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E2369274-D180-B663-5790-A76EB2263691}"/>
              </a:ext>
            </a:extLst>
          </p:cNvPr>
          <p:cNvSpPr txBox="1"/>
          <p:nvPr/>
        </p:nvSpPr>
        <p:spPr>
          <a:xfrm>
            <a:off x="5148064" y="1249272"/>
            <a:ext cx="3384376" cy="2839624"/>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marL="1143000" lvl="2" indent="-228600">
              <a:lnSpc>
                <a:spcPct val="115000"/>
              </a:lnSpc>
              <a:spcAft>
                <a:spcPts val="800"/>
              </a:spcAft>
              <a:buSzPts val="1000"/>
              <a:buFont typeface="Wingdings" panose="05000000000000000000" pitchFamily="2" charset="2"/>
              <a:buChar char=""/>
              <a:tabLst>
                <a:tab pos="1371600" algn="l"/>
              </a:tabLst>
            </a:pP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en-US" sz="1100" b="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No Constraints:</a:t>
            </a:r>
            <a:endPar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Educational gaps, career gaps, age</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or </a:t>
            </a:r>
            <a:r>
              <a:rPr lang="en-US" sz="1100" b="1" kern="100" dirty="0">
                <a:effectLst/>
                <a:latin typeface="Aptos" panose="020B0004020202020204" pitchFamily="34" charset="0"/>
                <a:ea typeface="Aptos" panose="020B0004020202020204" pitchFamily="34" charset="0"/>
                <a:cs typeface="Times New Roman" panose="02020603050405020304" pitchFamily="18" charset="0"/>
              </a:rPr>
              <a:t>non-technical backgrounds</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are </a:t>
            </a:r>
            <a:r>
              <a:rPr lang="en-US" sz="1100" b="1" kern="100" dirty="0">
                <a:effectLst/>
                <a:latin typeface="Aptos" panose="020B0004020202020204" pitchFamily="34" charset="0"/>
                <a:ea typeface="Aptos" panose="020B0004020202020204" pitchFamily="34" charset="0"/>
                <a:cs typeface="Times New Roman" panose="02020603050405020304" pitchFamily="18" charset="0"/>
              </a:rPr>
              <a:t>not limitations</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indent="-342900">
              <a:lnSpc>
                <a:spcPct val="115000"/>
              </a:lnSpc>
              <a:spcAft>
                <a:spcPts val="800"/>
              </a:spcAft>
              <a:buFont typeface="Arial" panose="020B0604020202020204" pitchFamily="34" charset="0"/>
              <a:buChar char="•"/>
              <a:tabLst>
                <a:tab pos="457200" algn="l"/>
              </a:tabLst>
            </a:pPr>
            <a:r>
              <a:rPr lang="en-US" sz="1100" b="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Exclusions(not eligible):</a:t>
            </a:r>
            <a:endParaRPr lang="en-US" sz="11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Onl</a:t>
            </a:r>
            <a:r>
              <a:rPr lang="en-US" sz="1100" kern="100" dirty="0">
                <a:latin typeface="Aptos" panose="020B0004020202020204" pitchFamily="34" charset="0"/>
                <a:ea typeface="Aptos" panose="020B0004020202020204" pitchFamily="34" charset="0"/>
                <a:cs typeface="Times New Roman" panose="02020603050405020304" pitchFamily="18" charset="0"/>
              </a:rPr>
              <a:t>y </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Diploma candidates are </a:t>
            </a:r>
            <a:r>
              <a:rPr lang="en-US" sz="1100" b="1" kern="100" dirty="0">
                <a:effectLst/>
                <a:latin typeface="Aptos" panose="020B0004020202020204" pitchFamily="34" charset="0"/>
                <a:ea typeface="Aptos" panose="020B0004020202020204" pitchFamily="34" charset="0"/>
                <a:cs typeface="Times New Roman" panose="02020603050405020304" pitchFamily="18" charset="0"/>
              </a:rPr>
              <a:t>not eligible </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(any </a:t>
            </a:r>
            <a:r>
              <a:rPr lang="en-US" sz="1100" u="sng" kern="100" dirty="0">
                <a:effectLst/>
                <a:latin typeface="Aptos" panose="020B0004020202020204" pitchFamily="34" charset="0"/>
                <a:ea typeface="Aptos" panose="020B0004020202020204" pitchFamily="34" charset="0"/>
                <a:cs typeface="Times New Roman" panose="02020603050405020304" pitchFamily="18" charset="0"/>
              </a:rPr>
              <a:t>graduate is must)</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a:t>
            </a:r>
          </a:p>
          <a:p>
            <a:pPr marL="742950" lvl="1" indent="-285750">
              <a:lnSpc>
                <a:spcPct val="115000"/>
              </a:lnSpc>
              <a:spcAft>
                <a:spcPts val="800"/>
              </a:spcAft>
              <a:buSzPts val="1000"/>
              <a:buFont typeface="Courier New" panose="02070309020205020404" pitchFamily="49" charset="0"/>
              <a:buChar char="o"/>
              <a:tabLst>
                <a:tab pos="9144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Candidates from </a:t>
            </a:r>
            <a:r>
              <a:rPr lang="en-US" sz="1100" b="1" kern="100" dirty="0">
                <a:effectLst/>
                <a:latin typeface="Aptos" panose="020B0004020202020204" pitchFamily="34" charset="0"/>
                <a:ea typeface="Aptos" panose="020B0004020202020204" pitchFamily="34" charset="0"/>
                <a:cs typeface="Times New Roman" panose="02020603050405020304" pitchFamily="18" charset="0"/>
              </a:rPr>
              <a:t>medical-related fields</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are </a:t>
            </a:r>
            <a:r>
              <a:rPr lang="en-US" sz="1100" b="1" kern="100" dirty="0">
                <a:effectLst/>
                <a:latin typeface="Aptos" panose="020B0004020202020204" pitchFamily="34" charset="0"/>
                <a:ea typeface="Aptos" panose="020B0004020202020204" pitchFamily="34" charset="0"/>
                <a:cs typeface="Times New Roman" panose="02020603050405020304" pitchFamily="18" charset="0"/>
              </a:rPr>
              <a:t>not eligible</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1599000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2">
            <a:extLst>
              <a:ext uri="{FF2B5EF4-FFF2-40B4-BE49-F238E27FC236}">
                <a16:creationId xmlns:a16="http://schemas.microsoft.com/office/drawing/2014/main" id="{DD5A9E24-59E9-442C-D5AB-394FF86EF103}"/>
              </a:ext>
            </a:extLst>
          </p:cNvPr>
          <p:cNvPicPr>
            <a:picLocks noChangeAspect="1"/>
          </p:cNvPicPr>
          <p:nvPr/>
        </p:nvPicPr>
        <p:blipFill>
          <a:blip r:embed="rId4" cstate="print">
            <a:extLst>
              <a:ext uri="{28A0092B-C50C-407E-A947-70E740481C1C}">
                <a14:useLocalDpi xmlns:a14="http://schemas.microsoft.com/office/drawing/2010/main" val="0"/>
              </a:ext>
            </a:extLst>
          </a:blip>
          <a:srcRect b="21349"/>
          <a:stretch/>
        </p:blipFill>
        <p:spPr>
          <a:xfrm rot="1170979" flipH="1">
            <a:off x="3801068" y="981103"/>
            <a:ext cx="1657003" cy="1269773"/>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08</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835696" y="2834606"/>
            <a:ext cx="5409127"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lgn="ctr">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Time and Duration Of Course     </a:t>
            </a:r>
            <a:endParaRPr lang="zh-CN" altLang="en-US" sz="3600" b="1" dirty="0">
              <a:solidFill>
                <a:schemeClr val="accent3">
                  <a:lumMod val="50000"/>
                </a:schemeClr>
              </a:solidFill>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27043036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80">
                                          <p:stCondLst>
                                            <p:cond delay="0"/>
                                          </p:stCondLst>
                                        </p:cTn>
                                        <p:tgtEl>
                                          <p:spTgt spid="8"/>
                                        </p:tgtEl>
                                      </p:cBhvr>
                                    </p:animEffect>
                                    <p:anim calcmode="lin" valueType="num">
                                      <p:cBhvr>
                                        <p:cTn id="21"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6" dur="26">
                                          <p:stCondLst>
                                            <p:cond delay="650"/>
                                          </p:stCondLst>
                                        </p:cTn>
                                        <p:tgtEl>
                                          <p:spTgt spid="8"/>
                                        </p:tgtEl>
                                      </p:cBhvr>
                                      <p:to x="100000" y="60000"/>
                                    </p:animScale>
                                    <p:animScale>
                                      <p:cBhvr>
                                        <p:cTn id="27" dur="166" decel="50000">
                                          <p:stCondLst>
                                            <p:cond delay="676"/>
                                          </p:stCondLst>
                                        </p:cTn>
                                        <p:tgtEl>
                                          <p:spTgt spid="8"/>
                                        </p:tgtEl>
                                      </p:cBhvr>
                                      <p:to x="100000" y="100000"/>
                                    </p:animScale>
                                    <p:animScale>
                                      <p:cBhvr>
                                        <p:cTn id="28" dur="26">
                                          <p:stCondLst>
                                            <p:cond delay="1312"/>
                                          </p:stCondLst>
                                        </p:cTn>
                                        <p:tgtEl>
                                          <p:spTgt spid="8"/>
                                        </p:tgtEl>
                                      </p:cBhvr>
                                      <p:to x="100000" y="80000"/>
                                    </p:animScale>
                                    <p:animScale>
                                      <p:cBhvr>
                                        <p:cTn id="29" dur="166" decel="50000">
                                          <p:stCondLst>
                                            <p:cond delay="1338"/>
                                          </p:stCondLst>
                                        </p:cTn>
                                        <p:tgtEl>
                                          <p:spTgt spid="8"/>
                                        </p:tgtEl>
                                      </p:cBhvr>
                                      <p:to x="100000" y="100000"/>
                                    </p:animScale>
                                    <p:animScale>
                                      <p:cBhvr>
                                        <p:cTn id="30" dur="26">
                                          <p:stCondLst>
                                            <p:cond delay="1642"/>
                                          </p:stCondLst>
                                        </p:cTn>
                                        <p:tgtEl>
                                          <p:spTgt spid="8"/>
                                        </p:tgtEl>
                                      </p:cBhvr>
                                      <p:to x="100000" y="90000"/>
                                    </p:animScale>
                                    <p:animScale>
                                      <p:cBhvr>
                                        <p:cTn id="31" dur="166" decel="50000">
                                          <p:stCondLst>
                                            <p:cond delay="1668"/>
                                          </p:stCondLst>
                                        </p:cTn>
                                        <p:tgtEl>
                                          <p:spTgt spid="8"/>
                                        </p:tgtEl>
                                      </p:cBhvr>
                                      <p:to x="100000" y="100000"/>
                                    </p:animScale>
                                    <p:animScale>
                                      <p:cBhvr>
                                        <p:cTn id="32" dur="26">
                                          <p:stCondLst>
                                            <p:cond delay="1808"/>
                                          </p:stCondLst>
                                        </p:cTn>
                                        <p:tgtEl>
                                          <p:spTgt spid="8"/>
                                        </p:tgtEl>
                                      </p:cBhvr>
                                      <p:to x="100000" y="95000"/>
                                    </p:animScale>
                                    <p:animScale>
                                      <p:cBhvr>
                                        <p:cTn id="33"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Time and Duration Of Course     </a:t>
            </a:r>
            <a:endParaRPr lang="zh-CN" altLang="en-US" sz="3600" b="1" dirty="0">
              <a:solidFill>
                <a:schemeClr val="accent3">
                  <a:lumMod val="50000"/>
                </a:schemeClr>
              </a:solidFill>
              <a:cs typeface="Calibri" panose="020F0502020204030204" pitchFamily="34" charset="0"/>
              <a:sym typeface="+mn-lt"/>
            </a:endParaRPr>
          </a:p>
        </p:txBody>
      </p:sp>
      <p:sp>
        <p:nvSpPr>
          <p:cNvPr id="60" name="íślíḋè-Freeform: Shape 64">
            <a:extLst>
              <a:ext uri="{FF2B5EF4-FFF2-40B4-BE49-F238E27FC236}">
                <a16:creationId xmlns:a16="http://schemas.microsoft.com/office/drawing/2014/main" id="{D2FA37D1-AD15-4B62-814B-FC9A73299C62}"/>
              </a:ext>
            </a:extLst>
          </p:cNvPr>
          <p:cNvSpPr>
            <a:spLocks/>
          </p:cNvSpPr>
          <p:nvPr/>
        </p:nvSpPr>
        <p:spPr bwMode="auto">
          <a:xfrm>
            <a:off x="1581379" y="1682472"/>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61" name="íślíḋè-Freeform: Shape 64">
            <a:extLst>
              <a:ext uri="{FF2B5EF4-FFF2-40B4-BE49-F238E27FC236}">
                <a16:creationId xmlns:a16="http://schemas.microsoft.com/office/drawing/2014/main" id="{D2FA37D1-AD15-4B62-814B-FC9A73299C62}"/>
              </a:ext>
            </a:extLst>
          </p:cNvPr>
          <p:cNvSpPr>
            <a:spLocks/>
          </p:cNvSpPr>
          <p:nvPr/>
        </p:nvSpPr>
        <p:spPr bwMode="auto">
          <a:xfrm>
            <a:off x="5366309" y="1613001"/>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13" name="TextBox 12">
            <a:extLst>
              <a:ext uri="{FF2B5EF4-FFF2-40B4-BE49-F238E27FC236}">
                <a16:creationId xmlns:a16="http://schemas.microsoft.com/office/drawing/2014/main" id="{D6E2A74F-3F1F-E81C-221E-8F0D73ADC0BF}"/>
              </a:ext>
            </a:extLst>
          </p:cNvPr>
          <p:cNvSpPr txBox="1"/>
          <p:nvPr/>
        </p:nvSpPr>
        <p:spPr>
          <a:xfrm>
            <a:off x="1403648" y="1059583"/>
            <a:ext cx="7272808" cy="3864904"/>
          </a:xfrm>
          <a:prstGeom prst="rect">
            <a:avLst/>
          </a:prstGeom>
          <a:noFill/>
        </p:spPr>
        <p:txBody>
          <a:bodyPr wrap="square">
            <a:spAutoFit/>
          </a:bodyPr>
          <a:lstStyle/>
          <a:p>
            <a:pPr marL="342900" lvl="0" indent="-342900">
              <a:lnSpc>
                <a:spcPct val="115000"/>
              </a:lnSpc>
              <a:spcAft>
                <a:spcPts val="800"/>
              </a:spcAft>
              <a:buFont typeface="+mj-lt"/>
              <a:buAutoNum type="arabicPeriod"/>
              <a:tabLst>
                <a:tab pos="457200" algn="l"/>
              </a:tabLst>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Daily Sessions: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US" sz="1200" b="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Timing:</a:t>
            </a:r>
            <a:r>
              <a:rPr lang="en-US" sz="12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 7:00 AM to 9:00 AM, 2 hours daily (Monday to Sunday)</a:t>
            </a:r>
          </a:p>
          <a:p>
            <a:pPr marL="742950" lvl="1" indent="-285750">
              <a:lnSpc>
                <a:spcPct val="115000"/>
              </a:lnSpc>
              <a:spcAft>
                <a:spcPts val="800"/>
              </a:spcAft>
              <a:buSzPts val="1000"/>
              <a:buFont typeface="Courier New" panose="02070309020205020404" pitchFamily="49" charset="0"/>
              <a:buChar char="o"/>
              <a:tabLst>
                <a:tab pos="914400" algn="l"/>
              </a:tabLst>
            </a:pPr>
            <a:r>
              <a:rPr lang="en-US" sz="1200" b="1" kern="100" dirty="0">
                <a:solidFill>
                  <a:srgbClr val="C47500"/>
                </a:solidFill>
                <a:latin typeface="Aptos" panose="020B0004020202020204" pitchFamily="34" charset="0"/>
                <a:ea typeface="Aptos" panose="020B0004020202020204" pitchFamily="34" charset="0"/>
                <a:cs typeface="Times New Roman" panose="02020603050405020304" pitchFamily="18" charset="0"/>
              </a:rPr>
              <a:t>Sunday </a:t>
            </a:r>
            <a:r>
              <a:rPr lang="en-US" sz="1200" b="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Mega Sessions:</a:t>
            </a:r>
            <a:r>
              <a:rPr lang="en-US" sz="12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 on Sundays - 3 to 4 hours with breaks.</a:t>
            </a:r>
          </a:p>
          <a:p>
            <a:pPr marL="742950" lvl="1" indent="-285750">
              <a:lnSpc>
                <a:spcPct val="115000"/>
              </a:lnSpc>
              <a:spcAft>
                <a:spcPts val="800"/>
              </a:spcAft>
              <a:buSzPts val="1000"/>
              <a:buFont typeface="Courier New" panose="02070309020205020404" pitchFamily="49" charset="0"/>
              <a:buChar char="o"/>
              <a:tabLst>
                <a:tab pos="914400" algn="l"/>
              </a:tabLst>
            </a:pPr>
            <a:r>
              <a:rPr lang="en-US" sz="1200" b="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Last 15-20 Days:</a:t>
            </a:r>
            <a:r>
              <a:rPr lang="en-US" sz="12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 Mega sessions for final preparation.</a:t>
            </a:r>
          </a:p>
          <a:p>
            <a:pPr marL="742950" lvl="1" indent="-285750">
              <a:lnSpc>
                <a:spcPct val="115000"/>
              </a:lnSpc>
              <a:spcAft>
                <a:spcPts val="800"/>
              </a:spcAft>
              <a:buSzPts val="1000"/>
              <a:buFont typeface="Courier New" panose="02070309020205020404" pitchFamily="49" charset="0"/>
              <a:buChar char="o"/>
              <a:tabLst>
                <a:tab pos="914400" algn="l"/>
              </a:tabLst>
            </a:pPr>
            <a:r>
              <a:rPr lang="en-US" sz="1200" b="1" kern="100" dirty="0">
                <a:solidFill>
                  <a:srgbClr val="C47500"/>
                </a:solidFill>
                <a:latin typeface="Aptos" panose="020B0004020202020204" pitchFamily="34" charset="0"/>
                <a:ea typeface="Aptos" panose="020B0004020202020204" pitchFamily="34" charset="0"/>
                <a:cs typeface="Times New Roman" panose="02020603050405020304" pitchFamily="18" charset="0"/>
              </a:rPr>
              <a:t>Revision session recording </a:t>
            </a:r>
            <a:r>
              <a:rPr lang="en-US" sz="1200" kern="100" dirty="0">
                <a:solidFill>
                  <a:srgbClr val="C47500"/>
                </a:solidFill>
                <a:latin typeface="Aptos" panose="020B0004020202020204" pitchFamily="34" charset="0"/>
                <a:ea typeface="Aptos" panose="020B0004020202020204" pitchFamily="34" charset="0"/>
                <a:cs typeface="Times New Roman" panose="02020603050405020304" pitchFamily="18" charset="0"/>
              </a:rPr>
              <a:t>will be provided.</a:t>
            </a:r>
          </a:p>
          <a:p>
            <a:pPr marL="742950" lvl="1" indent="-285750">
              <a:lnSpc>
                <a:spcPct val="115000"/>
              </a:lnSpc>
              <a:spcAft>
                <a:spcPts val="800"/>
              </a:spcAft>
              <a:buSzPts val="1000"/>
              <a:buFont typeface="Courier New" panose="02070309020205020404" pitchFamily="49" charset="0"/>
              <a:buChar char="o"/>
              <a:tabLst>
                <a:tab pos="914400" algn="l"/>
              </a:tabLst>
            </a:pPr>
            <a:r>
              <a:rPr lang="en-US" sz="1200" b="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Q&amp;A session </a:t>
            </a:r>
            <a:r>
              <a:rPr lang="en-US" sz="12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will be held with </a:t>
            </a:r>
            <a:r>
              <a:rPr lang="en-US" sz="1200" b="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placed candidates.</a:t>
            </a:r>
          </a:p>
          <a:p>
            <a:pPr marL="342900" lvl="0" indent="-342900">
              <a:lnSpc>
                <a:spcPct val="115000"/>
              </a:lnSpc>
              <a:spcAft>
                <a:spcPts val="800"/>
              </a:spcAft>
              <a:buFont typeface="+mj-lt"/>
              <a:buAutoNum type="arabicPeriod"/>
              <a:tabLst>
                <a:tab pos="457200" algn="l"/>
              </a:tabLst>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Course Duration:</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US" sz="1200" b="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Start Date:</a:t>
            </a:r>
            <a:r>
              <a:rPr lang="en-US" sz="12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 Sunday, 12</a:t>
            </a:r>
            <a:r>
              <a:rPr lang="en-US" sz="1200" kern="100" baseline="300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th</a:t>
            </a:r>
            <a:r>
              <a:rPr lang="en-US" sz="12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 Oct</a:t>
            </a:r>
            <a:r>
              <a:rPr lang="en-US" sz="1200" kern="100" dirty="0">
                <a:solidFill>
                  <a:srgbClr val="C47500"/>
                </a:solidFill>
                <a:latin typeface="Aptos" panose="020B0004020202020204" pitchFamily="34" charset="0"/>
                <a:ea typeface="Aptos" panose="020B0004020202020204" pitchFamily="34" charset="0"/>
                <a:cs typeface="Times New Roman" panose="02020603050405020304" pitchFamily="18" charset="0"/>
              </a:rPr>
              <a:t> 2025</a:t>
            </a:r>
            <a:endParaRPr lang="en-US" sz="12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US" sz="1200" b="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End Date:</a:t>
            </a:r>
            <a:r>
              <a:rPr lang="en-US" sz="12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 Thursday, 26 March, 2026  (165 days +15 days) (5.5 months)</a:t>
            </a:r>
          </a:p>
          <a:p>
            <a:pPr marL="742950" lvl="1" indent="-285750">
              <a:lnSpc>
                <a:spcPct val="115000"/>
              </a:lnSpc>
              <a:spcAft>
                <a:spcPts val="800"/>
              </a:spcAft>
              <a:buSzPts val="1000"/>
              <a:buFont typeface="Courier New" panose="02070309020205020404" pitchFamily="49" charset="0"/>
              <a:buChar char="o"/>
              <a:tabLst>
                <a:tab pos="914400" algn="l"/>
              </a:tabLst>
            </a:pPr>
            <a:r>
              <a:rPr lang="en-US" sz="1200" b="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Buffer Time:</a:t>
            </a:r>
            <a:r>
              <a:rPr lang="en-US" sz="12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 Additional 15 days for revision and support.</a:t>
            </a:r>
          </a:p>
          <a:p>
            <a:pPr marL="342900" lvl="0" indent="-342900">
              <a:lnSpc>
                <a:spcPct val="115000"/>
              </a:lnSpc>
              <a:spcAft>
                <a:spcPts val="800"/>
              </a:spcAft>
              <a:buFont typeface="+mj-lt"/>
              <a:buAutoNum type="arabicPeriod"/>
              <a:tabLst>
                <a:tab pos="457200" algn="l"/>
              </a:tabLst>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Your Practice Hours: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US" sz="1200" b="1"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Daily Practice from your side:</a:t>
            </a:r>
            <a:r>
              <a:rPr lang="en-US" sz="12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 2-4 hours on average for structured practice and </a:t>
            </a:r>
            <a:r>
              <a:rPr lang="en-US" sz="1200" kern="100" dirty="0">
                <a:solidFill>
                  <a:srgbClr val="C47500"/>
                </a:solidFill>
                <a:latin typeface="Aptos" panose="020B0004020202020204" pitchFamily="34" charset="0"/>
                <a:ea typeface="Aptos" panose="020B0004020202020204" pitchFamily="34" charset="0"/>
                <a:cs typeface="Times New Roman" panose="02020603050405020304" pitchFamily="18" charset="0"/>
              </a:rPr>
              <a:t> </a:t>
            </a:r>
            <a:r>
              <a:rPr lang="en-US" sz="1200" kern="100" dirty="0">
                <a:solidFill>
                  <a:srgbClr val="C47500"/>
                </a:solidFill>
                <a:effectLst/>
                <a:latin typeface="Aptos" panose="020B0004020202020204" pitchFamily="34" charset="0"/>
                <a:ea typeface="Aptos" panose="020B0004020202020204" pitchFamily="34" charset="0"/>
                <a:cs typeface="Times New Roman" panose="02020603050405020304" pitchFamily="18" charset="0"/>
              </a:rPr>
              <a:t>learning.</a:t>
            </a:r>
          </a:p>
        </p:txBody>
      </p:sp>
    </p:spTree>
    <p:custDataLst>
      <p:tags r:id="rId1"/>
    </p:custDataLst>
    <p:extLst>
      <p:ext uri="{BB962C8B-B14F-4D97-AF65-F5344CB8AC3E}">
        <p14:creationId xmlns:p14="http://schemas.microsoft.com/office/powerpoint/2010/main" val="39592971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2">
            <a:extLst>
              <a:ext uri="{FF2B5EF4-FFF2-40B4-BE49-F238E27FC236}">
                <a16:creationId xmlns:a16="http://schemas.microsoft.com/office/drawing/2014/main" id="{B8FEB92B-47BF-C8B3-9498-0185B80BD5C3}"/>
              </a:ext>
            </a:extLst>
          </p:cNvPr>
          <p:cNvPicPr>
            <a:picLocks noChangeAspect="1"/>
          </p:cNvPicPr>
          <p:nvPr/>
        </p:nvPicPr>
        <p:blipFill>
          <a:blip r:embed="rId4" cstate="print">
            <a:extLst>
              <a:ext uri="{28A0092B-C50C-407E-A947-70E740481C1C}">
                <a14:useLocalDpi xmlns:a14="http://schemas.microsoft.com/office/drawing/2010/main" val="0"/>
              </a:ext>
            </a:extLst>
          </a:blip>
          <a:srcRect b="21349"/>
          <a:stretch/>
        </p:blipFill>
        <p:spPr>
          <a:xfrm rot="1170979" flipH="1">
            <a:off x="3801068" y="981103"/>
            <a:ext cx="1657003" cy="1269773"/>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09</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835696" y="2834606"/>
            <a:ext cx="5409127" cy="1107996"/>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lgn="ctr">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Credence Software Testing Training Process</a:t>
            </a:r>
            <a:endParaRPr lang="zh-CN" altLang="en-US" sz="3600" b="1" dirty="0">
              <a:solidFill>
                <a:schemeClr val="accent3">
                  <a:lumMod val="50000"/>
                </a:schemeClr>
              </a:solidFill>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19641349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80">
                                          <p:stCondLst>
                                            <p:cond delay="0"/>
                                          </p:stCondLst>
                                        </p:cTn>
                                        <p:tgtEl>
                                          <p:spTgt spid="8"/>
                                        </p:tgtEl>
                                      </p:cBhvr>
                                    </p:animEffect>
                                    <p:anim calcmode="lin" valueType="num">
                                      <p:cBhvr>
                                        <p:cTn id="21"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6" dur="26">
                                          <p:stCondLst>
                                            <p:cond delay="650"/>
                                          </p:stCondLst>
                                        </p:cTn>
                                        <p:tgtEl>
                                          <p:spTgt spid="8"/>
                                        </p:tgtEl>
                                      </p:cBhvr>
                                      <p:to x="100000" y="60000"/>
                                    </p:animScale>
                                    <p:animScale>
                                      <p:cBhvr>
                                        <p:cTn id="27" dur="166" decel="50000">
                                          <p:stCondLst>
                                            <p:cond delay="676"/>
                                          </p:stCondLst>
                                        </p:cTn>
                                        <p:tgtEl>
                                          <p:spTgt spid="8"/>
                                        </p:tgtEl>
                                      </p:cBhvr>
                                      <p:to x="100000" y="100000"/>
                                    </p:animScale>
                                    <p:animScale>
                                      <p:cBhvr>
                                        <p:cTn id="28" dur="26">
                                          <p:stCondLst>
                                            <p:cond delay="1312"/>
                                          </p:stCondLst>
                                        </p:cTn>
                                        <p:tgtEl>
                                          <p:spTgt spid="8"/>
                                        </p:tgtEl>
                                      </p:cBhvr>
                                      <p:to x="100000" y="80000"/>
                                    </p:animScale>
                                    <p:animScale>
                                      <p:cBhvr>
                                        <p:cTn id="29" dur="166" decel="50000">
                                          <p:stCondLst>
                                            <p:cond delay="1338"/>
                                          </p:stCondLst>
                                        </p:cTn>
                                        <p:tgtEl>
                                          <p:spTgt spid="8"/>
                                        </p:tgtEl>
                                      </p:cBhvr>
                                      <p:to x="100000" y="100000"/>
                                    </p:animScale>
                                    <p:animScale>
                                      <p:cBhvr>
                                        <p:cTn id="30" dur="26">
                                          <p:stCondLst>
                                            <p:cond delay="1642"/>
                                          </p:stCondLst>
                                        </p:cTn>
                                        <p:tgtEl>
                                          <p:spTgt spid="8"/>
                                        </p:tgtEl>
                                      </p:cBhvr>
                                      <p:to x="100000" y="90000"/>
                                    </p:animScale>
                                    <p:animScale>
                                      <p:cBhvr>
                                        <p:cTn id="31" dur="166" decel="50000">
                                          <p:stCondLst>
                                            <p:cond delay="1668"/>
                                          </p:stCondLst>
                                        </p:cTn>
                                        <p:tgtEl>
                                          <p:spTgt spid="8"/>
                                        </p:tgtEl>
                                      </p:cBhvr>
                                      <p:to x="100000" y="100000"/>
                                    </p:animScale>
                                    <p:animScale>
                                      <p:cBhvr>
                                        <p:cTn id="32" dur="26">
                                          <p:stCondLst>
                                            <p:cond delay="1808"/>
                                          </p:stCondLst>
                                        </p:cTn>
                                        <p:tgtEl>
                                          <p:spTgt spid="8"/>
                                        </p:tgtEl>
                                      </p:cBhvr>
                                      <p:to x="100000" y="95000"/>
                                    </p:animScale>
                                    <p:animScale>
                                      <p:cBhvr>
                                        <p:cTn id="33"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C711FDC3-5CC4-DD2D-67AE-46CB0651A9C5}"/>
              </a:ext>
            </a:extLst>
          </p:cNvPr>
          <p:cNvGraphicFramePr/>
          <p:nvPr>
            <p:extLst>
              <p:ext uri="{D42A27DB-BD31-4B8C-83A1-F6EECF244321}">
                <p14:modId xmlns:p14="http://schemas.microsoft.com/office/powerpoint/2010/main" val="3094196933"/>
              </p:ext>
            </p:extLst>
          </p:nvPr>
        </p:nvGraphicFramePr>
        <p:xfrm>
          <a:off x="827584" y="1203598"/>
          <a:ext cx="6768752" cy="3600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DA120DFE-D8A9-08B6-B849-615A19BE5456}"/>
              </a:ext>
            </a:extLst>
          </p:cNvPr>
          <p:cNvSpPr txBox="1"/>
          <p:nvPr/>
        </p:nvSpPr>
        <p:spPr>
          <a:xfrm>
            <a:off x="611560" y="179663"/>
            <a:ext cx="4572000" cy="830997"/>
          </a:xfrm>
          <a:prstGeom prst="rect">
            <a:avLst/>
          </a:prstGeom>
          <a:noFill/>
        </p:spPr>
        <p:txBody>
          <a:bodyPr wrap="square">
            <a:spAutoFit/>
          </a:bodyPr>
          <a:lstStyle/>
          <a:p>
            <a:pPr marL="0" lvl="1">
              <a:defRPr/>
            </a:pPr>
            <a:r>
              <a:rPr lang="en-US" sz="24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Credence Software Testing Training Process</a:t>
            </a:r>
            <a:endParaRPr lang="zh-CN" altLang="en-US" sz="2400" b="1" dirty="0">
              <a:solidFill>
                <a:schemeClr val="accent3">
                  <a:lumMod val="50000"/>
                </a:schemeClr>
              </a:solidFill>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11180782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2">
            <a:extLst>
              <a:ext uri="{FF2B5EF4-FFF2-40B4-BE49-F238E27FC236}">
                <a16:creationId xmlns:a16="http://schemas.microsoft.com/office/drawing/2014/main" id="{524009F5-56AA-62F4-DB4B-36B6296DC669}"/>
              </a:ext>
            </a:extLst>
          </p:cNvPr>
          <p:cNvPicPr>
            <a:picLocks noChangeAspect="1"/>
          </p:cNvPicPr>
          <p:nvPr/>
        </p:nvPicPr>
        <p:blipFill>
          <a:blip r:embed="rId4" cstate="print">
            <a:extLst>
              <a:ext uri="{28A0092B-C50C-407E-A947-70E740481C1C}">
                <a14:useLocalDpi xmlns:a14="http://schemas.microsoft.com/office/drawing/2010/main" val="0"/>
              </a:ext>
            </a:extLst>
          </a:blip>
          <a:srcRect b="21349"/>
          <a:stretch/>
        </p:blipFill>
        <p:spPr>
          <a:xfrm rot="1170979" flipH="1">
            <a:off x="3801068" y="981103"/>
            <a:ext cx="1657003" cy="1269773"/>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18" name="图片 17"/>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a:bodyPr>
          <a:lstStyle/>
          <a:p>
            <a:r>
              <a:rPr lang="en-US" altLang="zh-CN" sz="4000" b="1" dirty="0">
                <a:solidFill>
                  <a:schemeClr val="bg1"/>
                </a:solidFill>
                <a:latin typeface="+mn-lt"/>
                <a:ea typeface="+mn-ea"/>
                <a:cs typeface="+mn-ea"/>
                <a:sym typeface="+mn-lt"/>
              </a:rPr>
              <a:t>10</a:t>
            </a: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835696" y="2834606"/>
            <a:ext cx="5409127" cy="861774"/>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lgn="ctr">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Course Certificate</a:t>
            </a:r>
            <a:endParaRPr lang="en-US" sz="2000" dirty="0">
              <a:solidFill>
                <a:schemeClr val="accent3">
                  <a:lumMod val="50000"/>
                </a:schemeClr>
              </a:solidFill>
              <a:latin typeface="Aptos" panose="020B0004020202020204" pitchFamily="34" charset="0"/>
            </a:endParaRPr>
          </a:p>
          <a:p>
            <a:pPr marL="0" lvl="1" algn="ctr">
              <a:defRPr/>
            </a:pPr>
            <a:endParaRPr lang="zh-CN" altLang="en-US" sz="2000" b="1" dirty="0">
              <a:solidFill>
                <a:schemeClr val="accent3">
                  <a:lumMod val="50000"/>
                </a:schemeClr>
              </a:solidFill>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33025511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80">
                                          <p:stCondLst>
                                            <p:cond delay="0"/>
                                          </p:stCondLst>
                                        </p:cTn>
                                        <p:tgtEl>
                                          <p:spTgt spid="8"/>
                                        </p:tgtEl>
                                      </p:cBhvr>
                                    </p:animEffect>
                                    <p:anim calcmode="lin" valueType="num">
                                      <p:cBhvr>
                                        <p:cTn id="21"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6" dur="26">
                                          <p:stCondLst>
                                            <p:cond delay="650"/>
                                          </p:stCondLst>
                                        </p:cTn>
                                        <p:tgtEl>
                                          <p:spTgt spid="8"/>
                                        </p:tgtEl>
                                      </p:cBhvr>
                                      <p:to x="100000" y="60000"/>
                                    </p:animScale>
                                    <p:animScale>
                                      <p:cBhvr>
                                        <p:cTn id="27" dur="166" decel="50000">
                                          <p:stCondLst>
                                            <p:cond delay="676"/>
                                          </p:stCondLst>
                                        </p:cTn>
                                        <p:tgtEl>
                                          <p:spTgt spid="8"/>
                                        </p:tgtEl>
                                      </p:cBhvr>
                                      <p:to x="100000" y="100000"/>
                                    </p:animScale>
                                    <p:animScale>
                                      <p:cBhvr>
                                        <p:cTn id="28" dur="26">
                                          <p:stCondLst>
                                            <p:cond delay="1312"/>
                                          </p:stCondLst>
                                        </p:cTn>
                                        <p:tgtEl>
                                          <p:spTgt spid="8"/>
                                        </p:tgtEl>
                                      </p:cBhvr>
                                      <p:to x="100000" y="80000"/>
                                    </p:animScale>
                                    <p:animScale>
                                      <p:cBhvr>
                                        <p:cTn id="29" dur="166" decel="50000">
                                          <p:stCondLst>
                                            <p:cond delay="1338"/>
                                          </p:stCondLst>
                                        </p:cTn>
                                        <p:tgtEl>
                                          <p:spTgt spid="8"/>
                                        </p:tgtEl>
                                      </p:cBhvr>
                                      <p:to x="100000" y="100000"/>
                                    </p:animScale>
                                    <p:animScale>
                                      <p:cBhvr>
                                        <p:cTn id="30" dur="26">
                                          <p:stCondLst>
                                            <p:cond delay="1642"/>
                                          </p:stCondLst>
                                        </p:cTn>
                                        <p:tgtEl>
                                          <p:spTgt spid="8"/>
                                        </p:tgtEl>
                                      </p:cBhvr>
                                      <p:to x="100000" y="90000"/>
                                    </p:animScale>
                                    <p:animScale>
                                      <p:cBhvr>
                                        <p:cTn id="31" dur="166" decel="50000">
                                          <p:stCondLst>
                                            <p:cond delay="1668"/>
                                          </p:stCondLst>
                                        </p:cTn>
                                        <p:tgtEl>
                                          <p:spTgt spid="8"/>
                                        </p:tgtEl>
                                      </p:cBhvr>
                                      <p:to x="100000" y="100000"/>
                                    </p:animScale>
                                    <p:animScale>
                                      <p:cBhvr>
                                        <p:cTn id="32" dur="26">
                                          <p:stCondLst>
                                            <p:cond delay="1808"/>
                                          </p:stCondLst>
                                        </p:cTn>
                                        <p:tgtEl>
                                          <p:spTgt spid="8"/>
                                        </p:tgtEl>
                                      </p:cBhvr>
                                      <p:to x="100000" y="95000"/>
                                    </p:animScale>
                                    <p:animScale>
                                      <p:cBhvr>
                                        <p:cTn id="33"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Course Certificate </a:t>
            </a:r>
            <a:endParaRPr lang="zh-CN" altLang="en-US" sz="3600" b="1" dirty="0">
              <a:solidFill>
                <a:schemeClr val="accent3">
                  <a:lumMod val="50000"/>
                </a:schemeClr>
              </a:solidFill>
              <a:cs typeface="Calibri" panose="020F0502020204030204" pitchFamily="34" charset="0"/>
              <a:sym typeface="+mn-lt"/>
            </a:endParaRPr>
          </a:p>
        </p:txBody>
      </p:sp>
      <p:sp>
        <p:nvSpPr>
          <p:cNvPr id="60" name="íślíḋè-Freeform: Shape 64">
            <a:extLst>
              <a:ext uri="{FF2B5EF4-FFF2-40B4-BE49-F238E27FC236}">
                <a16:creationId xmlns:a16="http://schemas.microsoft.com/office/drawing/2014/main" id="{D2FA37D1-AD15-4B62-814B-FC9A73299C62}"/>
              </a:ext>
            </a:extLst>
          </p:cNvPr>
          <p:cNvSpPr>
            <a:spLocks/>
          </p:cNvSpPr>
          <p:nvPr/>
        </p:nvSpPr>
        <p:spPr bwMode="auto">
          <a:xfrm>
            <a:off x="1581379" y="1682472"/>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61" name="íślíḋè-Freeform: Shape 64">
            <a:extLst>
              <a:ext uri="{FF2B5EF4-FFF2-40B4-BE49-F238E27FC236}">
                <a16:creationId xmlns:a16="http://schemas.microsoft.com/office/drawing/2014/main" id="{D2FA37D1-AD15-4B62-814B-FC9A73299C62}"/>
              </a:ext>
            </a:extLst>
          </p:cNvPr>
          <p:cNvSpPr>
            <a:spLocks/>
          </p:cNvSpPr>
          <p:nvPr/>
        </p:nvSpPr>
        <p:spPr bwMode="auto">
          <a:xfrm>
            <a:off x="5366309" y="1613001"/>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13" name="TextBox 12">
            <a:extLst>
              <a:ext uri="{FF2B5EF4-FFF2-40B4-BE49-F238E27FC236}">
                <a16:creationId xmlns:a16="http://schemas.microsoft.com/office/drawing/2014/main" id="{D6E2A74F-3F1F-E81C-221E-8F0D73ADC0BF}"/>
              </a:ext>
            </a:extLst>
          </p:cNvPr>
          <p:cNvSpPr txBox="1"/>
          <p:nvPr/>
        </p:nvSpPr>
        <p:spPr>
          <a:xfrm>
            <a:off x="1403648" y="1059583"/>
            <a:ext cx="7272808" cy="718466"/>
          </a:xfrm>
          <a:prstGeom prst="rect">
            <a:avLst/>
          </a:prstGeom>
          <a:noFill/>
        </p:spPr>
        <p:txBody>
          <a:bodyPr wrap="square">
            <a:spAutoFit/>
          </a:bodyPr>
          <a:lstStyle/>
          <a:p>
            <a:pPr lvl="0">
              <a:lnSpc>
                <a:spcPct val="115000"/>
              </a:lnSpc>
              <a:spcAft>
                <a:spcPts val="800"/>
              </a:spcAft>
              <a:tabLst>
                <a:tab pos="457200" algn="l"/>
              </a:tabLst>
            </a:pPr>
            <a:r>
              <a:rPr lang="en-US" sz="1200" b="1" dirty="0">
                <a:solidFill>
                  <a:schemeClr val="accent1">
                    <a:lumMod val="50000"/>
                  </a:schemeClr>
                </a:solidFill>
              </a:rPr>
              <a:t>After completing this course, you will get a Certificate of Completion. This certificate shows that you worked hard, learned new skills, and are ready to use them in your job. It is proof that you finished the training successfully and are prepared to do great work in software testing</a:t>
            </a:r>
            <a:endParaRPr lang="en-US" sz="1200" b="1" kern="100" dirty="0">
              <a:solidFill>
                <a:schemeClr val="accent1">
                  <a:lumMod val="50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2B47A451-ADE1-450E-0FE7-3A85D719132D}"/>
              </a:ext>
            </a:extLst>
          </p:cNvPr>
          <p:cNvPicPr>
            <a:picLocks noChangeAspect="1"/>
          </p:cNvPicPr>
          <p:nvPr/>
        </p:nvPicPr>
        <p:blipFill>
          <a:blip r:embed="rId8"/>
          <a:stretch>
            <a:fillRect/>
          </a:stretch>
        </p:blipFill>
        <p:spPr>
          <a:xfrm>
            <a:off x="2056198" y="1889151"/>
            <a:ext cx="3955962" cy="29499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custDataLst>
      <p:tags r:id="rId1"/>
    </p:custDataLst>
    <p:extLst>
      <p:ext uri="{BB962C8B-B14F-4D97-AF65-F5344CB8AC3E}">
        <p14:creationId xmlns:p14="http://schemas.microsoft.com/office/powerpoint/2010/main" val="8132926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2">
            <a:extLst>
              <a:ext uri="{FF2B5EF4-FFF2-40B4-BE49-F238E27FC236}">
                <a16:creationId xmlns:a16="http://schemas.microsoft.com/office/drawing/2014/main" id="{60F85F3E-4CDC-AC05-219C-B6D47F89BF01}"/>
              </a:ext>
            </a:extLst>
          </p:cNvPr>
          <p:cNvPicPr>
            <a:picLocks noChangeAspect="1"/>
          </p:cNvPicPr>
          <p:nvPr/>
        </p:nvPicPr>
        <p:blipFill>
          <a:blip r:embed="rId4" cstate="print">
            <a:extLst>
              <a:ext uri="{28A0092B-C50C-407E-A947-70E740481C1C}">
                <a14:useLocalDpi xmlns:a14="http://schemas.microsoft.com/office/drawing/2010/main" val="0"/>
              </a:ext>
            </a:extLst>
          </a:blip>
          <a:srcRect b="21349"/>
          <a:stretch/>
        </p:blipFill>
        <p:spPr>
          <a:xfrm rot="1170979" flipH="1">
            <a:off x="3801068" y="981103"/>
            <a:ext cx="1657003" cy="1269773"/>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a:bodyPr>
          <a:lstStyle/>
          <a:p>
            <a:r>
              <a:rPr lang="en-US" altLang="zh-CN" sz="3600" b="1" dirty="0">
                <a:solidFill>
                  <a:schemeClr val="bg1"/>
                </a:solidFill>
                <a:latin typeface="+mn-lt"/>
                <a:ea typeface="+mn-ea"/>
                <a:cs typeface="+mn-ea"/>
                <a:sym typeface="+mn-lt"/>
              </a:rPr>
              <a:t>11</a:t>
            </a: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835696" y="2834606"/>
            <a:ext cx="5409127" cy="1415772"/>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lgn="ctr">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Credence Own Application for Notes and Classes  </a:t>
            </a:r>
            <a:endParaRPr lang="en-US" sz="2000" dirty="0">
              <a:solidFill>
                <a:schemeClr val="accent3">
                  <a:lumMod val="50000"/>
                </a:schemeClr>
              </a:solidFill>
              <a:latin typeface="Aptos" panose="020B0004020202020204" pitchFamily="34" charset="0"/>
            </a:endParaRPr>
          </a:p>
          <a:p>
            <a:pPr marL="0" lvl="1" algn="ctr">
              <a:defRPr/>
            </a:pPr>
            <a:endParaRPr lang="zh-CN" altLang="en-US" sz="2000" b="1" dirty="0">
              <a:solidFill>
                <a:schemeClr val="accent3">
                  <a:lumMod val="50000"/>
                </a:schemeClr>
              </a:solidFill>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40578788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80">
                                          <p:stCondLst>
                                            <p:cond delay="0"/>
                                          </p:stCondLst>
                                        </p:cTn>
                                        <p:tgtEl>
                                          <p:spTgt spid="8"/>
                                        </p:tgtEl>
                                      </p:cBhvr>
                                    </p:animEffect>
                                    <p:anim calcmode="lin" valueType="num">
                                      <p:cBhvr>
                                        <p:cTn id="21"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6" dur="26">
                                          <p:stCondLst>
                                            <p:cond delay="650"/>
                                          </p:stCondLst>
                                        </p:cTn>
                                        <p:tgtEl>
                                          <p:spTgt spid="8"/>
                                        </p:tgtEl>
                                      </p:cBhvr>
                                      <p:to x="100000" y="60000"/>
                                    </p:animScale>
                                    <p:animScale>
                                      <p:cBhvr>
                                        <p:cTn id="27" dur="166" decel="50000">
                                          <p:stCondLst>
                                            <p:cond delay="676"/>
                                          </p:stCondLst>
                                        </p:cTn>
                                        <p:tgtEl>
                                          <p:spTgt spid="8"/>
                                        </p:tgtEl>
                                      </p:cBhvr>
                                      <p:to x="100000" y="100000"/>
                                    </p:animScale>
                                    <p:animScale>
                                      <p:cBhvr>
                                        <p:cTn id="28" dur="26">
                                          <p:stCondLst>
                                            <p:cond delay="1312"/>
                                          </p:stCondLst>
                                        </p:cTn>
                                        <p:tgtEl>
                                          <p:spTgt spid="8"/>
                                        </p:tgtEl>
                                      </p:cBhvr>
                                      <p:to x="100000" y="80000"/>
                                    </p:animScale>
                                    <p:animScale>
                                      <p:cBhvr>
                                        <p:cTn id="29" dur="166" decel="50000">
                                          <p:stCondLst>
                                            <p:cond delay="1338"/>
                                          </p:stCondLst>
                                        </p:cTn>
                                        <p:tgtEl>
                                          <p:spTgt spid="8"/>
                                        </p:tgtEl>
                                      </p:cBhvr>
                                      <p:to x="100000" y="100000"/>
                                    </p:animScale>
                                    <p:animScale>
                                      <p:cBhvr>
                                        <p:cTn id="30" dur="26">
                                          <p:stCondLst>
                                            <p:cond delay="1642"/>
                                          </p:stCondLst>
                                        </p:cTn>
                                        <p:tgtEl>
                                          <p:spTgt spid="8"/>
                                        </p:tgtEl>
                                      </p:cBhvr>
                                      <p:to x="100000" y="90000"/>
                                    </p:animScale>
                                    <p:animScale>
                                      <p:cBhvr>
                                        <p:cTn id="31" dur="166" decel="50000">
                                          <p:stCondLst>
                                            <p:cond delay="1668"/>
                                          </p:stCondLst>
                                        </p:cTn>
                                        <p:tgtEl>
                                          <p:spTgt spid="8"/>
                                        </p:tgtEl>
                                      </p:cBhvr>
                                      <p:to x="100000" y="100000"/>
                                    </p:animScale>
                                    <p:animScale>
                                      <p:cBhvr>
                                        <p:cTn id="32" dur="26">
                                          <p:stCondLst>
                                            <p:cond delay="1808"/>
                                          </p:stCondLst>
                                        </p:cTn>
                                        <p:tgtEl>
                                          <p:spTgt spid="8"/>
                                        </p:tgtEl>
                                      </p:cBhvr>
                                      <p:to x="100000" y="95000"/>
                                    </p:animScale>
                                    <p:animScale>
                                      <p:cBhvr>
                                        <p:cTn id="33"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1107996"/>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Credence Own Application for Notes and Classes  </a:t>
            </a:r>
            <a:endParaRPr lang="en-US" sz="2000" dirty="0">
              <a:solidFill>
                <a:schemeClr val="accent3">
                  <a:lumMod val="50000"/>
                </a:schemeClr>
              </a:solidFill>
              <a:latin typeface="Aptos" panose="020B0004020202020204" pitchFamily="34" charset="0"/>
            </a:endParaRPr>
          </a:p>
        </p:txBody>
      </p:sp>
      <p:sp>
        <p:nvSpPr>
          <p:cNvPr id="60" name="íślíḋè-Freeform: Shape 64">
            <a:extLst>
              <a:ext uri="{FF2B5EF4-FFF2-40B4-BE49-F238E27FC236}">
                <a16:creationId xmlns:a16="http://schemas.microsoft.com/office/drawing/2014/main" id="{D2FA37D1-AD15-4B62-814B-FC9A73299C62}"/>
              </a:ext>
            </a:extLst>
          </p:cNvPr>
          <p:cNvSpPr>
            <a:spLocks/>
          </p:cNvSpPr>
          <p:nvPr/>
        </p:nvSpPr>
        <p:spPr bwMode="auto">
          <a:xfrm>
            <a:off x="1581379" y="1682472"/>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61" name="íślíḋè-Freeform: Shape 64">
            <a:extLst>
              <a:ext uri="{FF2B5EF4-FFF2-40B4-BE49-F238E27FC236}">
                <a16:creationId xmlns:a16="http://schemas.microsoft.com/office/drawing/2014/main" id="{D2FA37D1-AD15-4B62-814B-FC9A73299C62}"/>
              </a:ext>
            </a:extLst>
          </p:cNvPr>
          <p:cNvSpPr>
            <a:spLocks/>
          </p:cNvSpPr>
          <p:nvPr/>
        </p:nvSpPr>
        <p:spPr bwMode="auto">
          <a:xfrm>
            <a:off x="5366309" y="1613001"/>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13" name="TextBox 12">
            <a:extLst>
              <a:ext uri="{FF2B5EF4-FFF2-40B4-BE49-F238E27FC236}">
                <a16:creationId xmlns:a16="http://schemas.microsoft.com/office/drawing/2014/main" id="{D6E2A74F-3F1F-E81C-221E-8F0D73ADC0BF}"/>
              </a:ext>
            </a:extLst>
          </p:cNvPr>
          <p:cNvSpPr txBox="1"/>
          <p:nvPr/>
        </p:nvSpPr>
        <p:spPr>
          <a:xfrm>
            <a:off x="876415" y="1231189"/>
            <a:ext cx="2822300" cy="3399777"/>
          </a:xfrm>
          <a:prstGeom prst="rect">
            <a:avLst/>
          </a:prstGeom>
          <a:noFill/>
          <a:scene3d>
            <a:camera prst="orthographicFront"/>
            <a:lightRig rig="threePt" dir="t"/>
          </a:scene3d>
          <a:sp3d>
            <a:bevelT w="152400" h="50800" prst="softRound"/>
          </a:sp3d>
        </p:spPr>
        <p:txBody>
          <a:bodyPr wrap="square">
            <a:spAutoFit/>
          </a:bodyPr>
          <a:lstStyle/>
          <a:p>
            <a:pPr lvl="0">
              <a:lnSpc>
                <a:spcPct val="115000"/>
              </a:lnSpc>
              <a:spcAft>
                <a:spcPts val="800"/>
              </a:spcAft>
              <a:tabLst>
                <a:tab pos="457200" algn="l"/>
              </a:tabLst>
            </a:pPr>
            <a:r>
              <a:rPr lang="en-US" sz="1340" dirty="0">
                <a:solidFill>
                  <a:schemeClr val="accent1">
                    <a:lumMod val="50000"/>
                  </a:schemeClr>
                </a:solidFill>
              </a:rPr>
              <a:t>Our very own application, available for </a:t>
            </a:r>
            <a:r>
              <a:rPr lang="en-US" sz="1340" b="1" dirty="0">
                <a:solidFill>
                  <a:schemeClr val="accent1">
                    <a:lumMod val="50000"/>
                  </a:schemeClr>
                </a:solidFill>
              </a:rPr>
              <a:t>Android, iOS, and Windows/Mac devices</a:t>
            </a:r>
            <a:r>
              <a:rPr lang="en-US" sz="1340" dirty="0">
                <a:solidFill>
                  <a:schemeClr val="accent1">
                    <a:lumMod val="50000"/>
                  </a:schemeClr>
                </a:solidFill>
              </a:rPr>
              <a:t>. This application is designed to </a:t>
            </a:r>
            <a:r>
              <a:rPr lang="en-US" sz="1340" b="1" dirty="0">
                <a:solidFill>
                  <a:schemeClr val="accent1">
                    <a:lumMod val="50000"/>
                  </a:schemeClr>
                </a:solidFill>
              </a:rPr>
              <a:t>make learning simple and accessible from anywhere</a:t>
            </a:r>
            <a:r>
              <a:rPr lang="en-US" sz="1340" dirty="0">
                <a:solidFill>
                  <a:schemeClr val="accent1">
                    <a:lumMod val="50000"/>
                  </a:schemeClr>
                </a:solidFill>
              </a:rPr>
              <a:t>. With just a few taps, you can attend </a:t>
            </a:r>
            <a:r>
              <a:rPr lang="en-US" sz="1340" b="1" dirty="0">
                <a:solidFill>
                  <a:schemeClr val="accent1">
                    <a:lumMod val="50000"/>
                  </a:schemeClr>
                </a:solidFill>
              </a:rPr>
              <a:t>live classes, access course notes, view recorded sessions, and track your progress</a:t>
            </a:r>
            <a:r>
              <a:rPr lang="en-US" sz="1340" dirty="0">
                <a:solidFill>
                  <a:schemeClr val="accent1">
                    <a:lumMod val="50000"/>
                  </a:schemeClr>
                </a:solidFill>
              </a:rPr>
              <a:t>. The app ensures that all your learning materials are available in one convenient place, making </a:t>
            </a:r>
            <a:r>
              <a:rPr lang="en-US" sz="1340" b="1" dirty="0">
                <a:solidFill>
                  <a:schemeClr val="accent1">
                    <a:lumMod val="50000"/>
                  </a:schemeClr>
                </a:solidFill>
              </a:rPr>
              <a:t>your experience smooth and hassle-free, whether you're using a smartphone, tablet, or computer.</a:t>
            </a:r>
            <a:endParaRPr lang="en-US" sz="1340" b="1" kern="100" dirty="0">
              <a:solidFill>
                <a:schemeClr val="accent1">
                  <a:lumMod val="50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9DA99328-A5D7-564A-95F5-51DCE8B784DA}"/>
              </a:ext>
            </a:extLst>
          </p:cNvPr>
          <p:cNvPicPr>
            <a:picLocks noChangeAspect="1"/>
          </p:cNvPicPr>
          <p:nvPr/>
        </p:nvPicPr>
        <p:blipFill>
          <a:blip r:embed="rId8"/>
          <a:stretch>
            <a:fillRect/>
          </a:stretch>
        </p:blipFill>
        <p:spPr>
          <a:xfrm>
            <a:off x="3995936" y="1161303"/>
            <a:ext cx="4680520" cy="378434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ustDataLst>
      <p:tags r:id="rId1"/>
    </p:custDataLst>
    <p:extLst>
      <p:ext uri="{BB962C8B-B14F-4D97-AF65-F5344CB8AC3E}">
        <p14:creationId xmlns:p14="http://schemas.microsoft.com/office/powerpoint/2010/main" val="19788936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2">
            <a:extLst>
              <a:ext uri="{FF2B5EF4-FFF2-40B4-BE49-F238E27FC236}">
                <a16:creationId xmlns:a16="http://schemas.microsoft.com/office/drawing/2014/main" id="{B3EC7436-9C76-62B7-97DA-BAE3F934201B}"/>
              </a:ext>
            </a:extLst>
          </p:cNvPr>
          <p:cNvPicPr>
            <a:picLocks noChangeAspect="1"/>
          </p:cNvPicPr>
          <p:nvPr/>
        </p:nvPicPr>
        <p:blipFill>
          <a:blip r:embed="rId4" cstate="print">
            <a:extLst>
              <a:ext uri="{28A0092B-C50C-407E-A947-70E740481C1C}">
                <a14:useLocalDpi xmlns:a14="http://schemas.microsoft.com/office/drawing/2010/main" val="0"/>
              </a:ext>
            </a:extLst>
          </a:blip>
          <a:srcRect b="21349"/>
          <a:stretch/>
        </p:blipFill>
        <p:spPr>
          <a:xfrm rot="1170979" flipH="1">
            <a:off x="3801068" y="981103"/>
            <a:ext cx="1657003" cy="1269773"/>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a:bodyPr>
          <a:lstStyle/>
          <a:p>
            <a:r>
              <a:rPr lang="en-US" altLang="zh-CN" sz="4000" b="1" dirty="0">
                <a:solidFill>
                  <a:schemeClr val="bg1"/>
                </a:solidFill>
                <a:latin typeface="+mn-lt"/>
                <a:ea typeface="+mn-ea"/>
                <a:cs typeface="+mn-ea"/>
                <a:sym typeface="+mn-lt"/>
              </a:rPr>
              <a:t>12</a:t>
            </a: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867436" y="2796688"/>
            <a:ext cx="5409127"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lgn="ctr">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Laptop/System configuration  </a:t>
            </a:r>
            <a:endParaRPr lang="en-US" sz="2000" dirty="0">
              <a:solidFill>
                <a:schemeClr val="accent3">
                  <a:lumMod val="50000"/>
                </a:schemeClr>
              </a:solidFill>
              <a:latin typeface="Aptos" panose="020B0004020202020204" pitchFamily="34" charset="0"/>
            </a:endParaRPr>
          </a:p>
        </p:txBody>
      </p:sp>
    </p:spTree>
    <p:custDataLst>
      <p:tags r:id="rId1"/>
    </p:custDataLst>
    <p:extLst>
      <p:ext uri="{BB962C8B-B14F-4D97-AF65-F5344CB8AC3E}">
        <p14:creationId xmlns:p14="http://schemas.microsoft.com/office/powerpoint/2010/main" val="34167068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80">
                                          <p:stCondLst>
                                            <p:cond delay="0"/>
                                          </p:stCondLst>
                                        </p:cTn>
                                        <p:tgtEl>
                                          <p:spTgt spid="8"/>
                                        </p:tgtEl>
                                      </p:cBhvr>
                                    </p:animEffect>
                                    <p:anim calcmode="lin" valueType="num">
                                      <p:cBhvr>
                                        <p:cTn id="21"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6" dur="26">
                                          <p:stCondLst>
                                            <p:cond delay="650"/>
                                          </p:stCondLst>
                                        </p:cTn>
                                        <p:tgtEl>
                                          <p:spTgt spid="8"/>
                                        </p:tgtEl>
                                      </p:cBhvr>
                                      <p:to x="100000" y="60000"/>
                                    </p:animScale>
                                    <p:animScale>
                                      <p:cBhvr>
                                        <p:cTn id="27" dur="166" decel="50000">
                                          <p:stCondLst>
                                            <p:cond delay="676"/>
                                          </p:stCondLst>
                                        </p:cTn>
                                        <p:tgtEl>
                                          <p:spTgt spid="8"/>
                                        </p:tgtEl>
                                      </p:cBhvr>
                                      <p:to x="100000" y="100000"/>
                                    </p:animScale>
                                    <p:animScale>
                                      <p:cBhvr>
                                        <p:cTn id="28" dur="26">
                                          <p:stCondLst>
                                            <p:cond delay="1312"/>
                                          </p:stCondLst>
                                        </p:cTn>
                                        <p:tgtEl>
                                          <p:spTgt spid="8"/>
                                        </p:tgtEl>
                                      </p:cBhvr>
                                      <p:to x="100000" y="80000"/>
                                    </p:animScale>
                                    <p:animScale>
                                      <p:cBhvr>
                                        <p:cTn id="29" dur="166" decel="50000">
                                          <p:stCondLst>
                                            <p:cond delay="1338"/>
                                          </p:stCondLst>
                                        </p:cTn>
                                        <p:tgtEl>
                                          <p:spTgt spid="8"/>
                                        </p:tgtEl>
                                      </p:cBhvr>
                                      <p:to x="100000" y="100000"/>
                                    </p:animScale>
                                    <p:animScale>
                                      <p:cBhvr>
                                        <p:cTn id="30" dur="26">
                                          <p:stCondLst>
                                            <p:cond delay="1642"/>
                                          </p:stCondLst>
                                        </p:cTn>
                                        <p:tgtEl>
                                          <p:spTgt spid="8"/>
                                        </p:tgtEl>
                                      </p:cBhvr>
                                      <p:to x="100000" y="90000"/>
                                    </p:animScale>
                                    <p:animScale>
                                      <p:cBhvr>
                                        <p:cTn id="31" dur="166" decel="50000">
                                          <p:stCondLst>
                                            <p:cond delay="1668"/>
                                          </p:stCondLst>
                                        </p:cTn>
                                        <p:tgtEl>
                                          <p:spTgt spid="8"/>
                                        </p:tgtEl>
                                      </p:cBhvr>
                                      <p:to x="100000" y="100000"/>
                                    </p:animScale>
                                    <p:animScale>
                                      <p:cBhvr>
                                        <p:cTn id="32" dur="26">
                                          <p:stCondLst>
                                            <p:cond delay="1808"/>
                                          </p:stCondLst>
                                        </p:cTn>
                                        <p:tgtEl>
                                          <p:spTgt spid="8"/>
                                        </p:tgtEl>
                                      </p:cBhvr>
                                      <p:to x="100000" y="95000"/>
                                    </p:animScale>
                                    <p:animScale>
                                      <p:cBhvr>
                                        <p:cTn id="33"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55399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Laptop/System configuration</a:t>
            </a:r>
            <a:endParaRPr lang="en-US" sz="2000" dirty="0">
              <a:solidFill>
                <a:schemeClr val="accent3">
                  <a:lumMod val="50000"/>
                </a:schemeClr>
              </a:solidFill>
              <a:latin typeface="Aptos" panose="020B0004020202020204" pitchFamily="34" charset="0"/>
            </a:endParaRPr>
          </a:p>
        </p:txBody>
      </p:sp>
      <p:sp>
        <p:nvSpPr>
          <p:cNvPr id="60" name="íślíḋè-Freeform: Shape 64">
            <a:extLst>
              <a:ext uri="{FF2B5EF4-FFF2-40B4-BE49-F238E27FC236}">
                <a16:creationId xmlns:a16="http://schemas.microsoft.com/office/drawing/2014/main" id="{D2FA37D1-AD15-4B62-814B-FC9A73299C62}"/>
              </a:ext>
            </a:extLst>
          </p:cNvPr>
          <p:cNvSpPr>
            <a:spLocks/>
          </p:cNvSpPr>
          <p:nvPr/>
        </p:nvSpPr>
        <p:spPr bwMode="auto">
          <a:xfrm>
            <a:off x="1581379" y="1682472"/>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61" name="íślíḋè-Freeform: Shape 64">
            <a:extLst>
              <a:ext uri="{FF2B5EF4-FFF2-40B4-BE49-F238E27FC236}">
                <a16:creationId xmlns:a16="http://schemas.microsoft.com/office/drawing/2014/main" id="{D2FA37D1-AD15-4B62-814B-FC9A73299C62}"/>
              </a:ext>
            </a:extLst>
          </p:cNvPr>
          <p:cNvSpPr>
            <a:spLocks/>
          </p:cNvSpPr>
          <p:nvPr/>
        </p:nvSpPr>
        <p:spPr bwMode="auto">
          <a:xfrm>
            <a:off x="5366309" y="1613001"/>
            <a:ext cx="297088" cy="2593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solidFill>
            <a:srgbClr val="FFFFFF"/>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anchor="ctr"/>
          <a:lstStyle/>
          <a:p>
            <a:pPr algn="ctr"/>
            <a:endParaRPr dirty="0">
              <a:latin typeface="+mn-lt"/>
              <a:ea typeface="+mn-ea"/>
              <a:cs typeface="+mn-ea"/>
              <a:sym typeface="+mn-lt"/>
            </a:endParaRPr>
          </a:p>
        </p:txBody>
      </p:sp>
      <p:sp>
        <p:nvSpPr>
          <p:cNvPr id="13" name="TextBox 12">
            <a:extLst>
              <a:ext uri="{FF2B5EF4-FFF2-40B4-BE49-F238E27FC236}">
                <a16:creationId xmlns:a16="http://schemas.microsoft.com/office/drawing/2014/main" id="{D6E2A74F-3F1F-E81C-221E-8F0D73ADC0BF}"/>
              </a:ext>
            </a:extLst>
          </p:cNvPr>
          <p:cNvSpPr txBox="1"/>
          <p:nvPr/>
        </p:nvSpPr>
        <p:spPr>
          <a:xfrm>
            <a:off x="971600" y="1205563"/>
            <a:ext cx="7502820" cy="3539430"/>
          </a:xfrm>
          <a:prstGeom prst="rect">
            <a:avLst/>
          </a:prstGeom>
          <a:noFill/>
          <a:effectLst>
            <a:glow rad="101600">
              <a:schemeClr val="accent3">
                <a:satMod val="175000"/>
                <a:alpha val="40000"/>
              </a:schemeClr>
            </a:glow>
          </a:effectLst>
          <a:scene3d>
            <a:camera prst="orthographicFront"/>
            <a:lightRig rig="threePt" dir="t"/>
          </a:scene3d>
          <a:sp3d>
            <a:bevelT w="114300" prst="artDeco"/>
          </a:sp3d>
        </p:spPr>
        <p:txBody>
          <a:bodyPr wrap="square">
            <a:spAutoFit/>
          </a:bodyPr>
          <a:lstStyle/>
          <a:p>
            <a:r>
              <a:rPr lang="en-US" sz="1400" dirty="0">
                <a:solidFill>
                  <a:srgbClr val="C47500"/>
                </a:solidFill>
              </a:rPr>
              <a:t>To specify the </a:t>
            </a:r>
            <a:r>
              <a:rPr lang="en-US" sz="1400" b="1" dirty="0">
                <a:solidFill>
                  <a:srgbClr val="C47500"/>
                </a:solidFill>
              </a:rPr>
              <a:t>Laptop/System Configuration</a:t>
            </a:r>
            <a:r>
              <a:rPr lang="en-US" sz="1400" dirty="0">
                <a:solidFill>
                  <a:srgbClr val="C47500"/>
                </a:solidFill>
              </a:rPr>
              <a:t> for a course, include the following details in simple English:</a:t>
            </a:r>
          </a:p>
          <a:p>
            <a:pPr>
              <a:buFont typeface="+mj-lt"/>
              <a:buAutoNum type="arabicPeriod"/>
            </a:pPr>
            <a:r>
              <a:rPr lang="en-US" sz="1400" b="1" dirty="0">
                <a:solidFill>
                  <a:schemeClr val="accent1">
                    <a:lumMod val="50000"/>
                  </a:schemeClr>
                </a:solidFill>
              </a:rPr>
              <a:t>Operating System</a:t>
            </a:r>
            <a:r>
              <a:rPr lang="en-US" sz="1400" dirty="0">
                <a:solidFill>
                  <a:schemeClr val="accent1">
                    <a:lumMod val="50000"/>
                  </a:schemeClr>
                </a:solidFill>
              </a:rPr>
              <a:t>: Mention the required operating system –</a:t>
            </a:r>
            <a:r>
              <a:rPr lang="en-US" sz="1400" b="1" dirty="0">
                <a:solidFill>
                  <a:schemeClr val="accent1">
                    <a:lumMod val="50000"/>
                  </a:schemeClr>
                </a:solidFill>
              </a:rPr>
              <a:t>Windows.</a:t>
            </a:r>
          </a:p>
          <a:p>
            <a:pPr>
              <a:buFont typeface="+mj-lt"/>
              <a:buAutoNum type="arabicPeriod"/>
            </a:pPr>
            <a:r>
              <a:rPr lang="en-US" sz="1400" b="1" dirty="0">
                <a:solidFill>
                  <a:schemeClr val="accent1">
                    <a:lumMod val="50000"/>
                  </a:schemeClr>
                </a:solidFill>
              </a:rPr>
              <a:t>Processor</a:t>
            </a:r>
            <a:r>
              <a:rPr lang="en-US" sz="1400" dirty="0">
                <a:solidFill>
                  <a:schemeClr val="accent1">
                    <a:lumMod val="50000"/>
                  </a:schemeClr>
                </a:solidFill>
              </a:rPr>
              <a:t>: Minimum required processor type and - Intel i3 or higher or similar AMD processor.</a:t>
            </a:r>
          </a:p>
          <a:p>
            <a:pPr>
              <a:buFont typeface="+mj-lt"/>
              <a:buAutoNum type="arabicPeriod"/>
            </a:pPr>
            <a:r>
              <a:rPr lang="en-US" sz="1400" b="1" dirty="0">
                <a:solidFill>
                  <a:schemeClr val="accent1">
                    <a:lumMod val="50000"/>
                  </a:schemeClr>
                </a:solidFill>
              </a:rPr>
              <a:t>RAM</a:t>
            </a:r>
            <a:r>
              <a:rPr lang="en-US" sz="1400" dirty="0">
                <a:solidFill>
                  <a:schemeClr val="accent1">
                    <a:lumMod val="50000"/>
                  </a:schemeClr>
                </a:solidFill>
              </a:rPr>
              <a:t>: Minimum memory 4GB or higher.</a:t>
            </a:r>
          </a:p>
          <a:p>
            <a:pPr>
              <a:buFont typeface="+mj-lt"/>
              <a:buAutoNum type="arabicPeriod"/>
            </a:pPr>
            <a:r>
              <a:rPr lang="en-US" sz="1400" b="1" dirty="0">
                <a:solidFill>
                  <a:schemeClr val="accent1">
                    <a:lumMod val="50000"/>
                  </a:schemeClr>
                </a:solidFill>
              </a:rPr>
              <a:t>Storage</a:t>
            </a:r>
            <a:r>
              <a:rPr lang="en-US" sz="1400" dirty="0">
                <a:solidFill>
                  <a:schemeClr val="accent1">
                    <a:lumMod val="50000"/>
                  </a:schemeClr>
                </a:solidFill>
              </a:rPr>
              <a:t>: Minimum required free space - 256GB or more, SSD is optional.</a:t>
            </a:r>
          </a:p>
          <a:p>
            <a:pPr>
              <a:buFont typeface="+mj-lt"/>
              <a:buAutoNum type="arabicPeriod"/>
            </a:pPr>
            <a:r>
              <a:rPr lang="en-US" sz="1400" b="1" dirty="0">
                <a:solidFill>
                  <a:schemeClr val="accent1">
                    <a:lumMod val="50000"/>
                  </a:schemeClr>
                </a:solidFill>
              </a:rPr>
              <a:t>Graphics</a:t>
            </a:r>
            <a:r>
              <a:rPr lang="en-US" sz="1400" dirty="0">
                <a:solidFill>
                  <a:schemeClr val="accent1">
                    <a:lumMod val="50000"/>
                  </a:schemeClr>
                </a:solidFill>
              </a:rPr>
              <a:t>: No graphics card requirements.</a:t>
            </a:r>
          </a:p>
          <a:p>
            <a:pPr>
              <a:buFont typeface="+mj-lt"/>
              <a:buAutoNum type="arabicPeriod"/>
            </a:pPr>
            <a:r>
              <a:rPr lang="en-US" sz="1400" b="1" dirty="0">
                <a:solidFill>
                  <a:schemeClr val="accent1">
                    <a:lumMod val="50000"/>
                  </a:schemeClr>
                </a:solidFill>
              </a:rPr>
              <a:t>Internet</a:t>
            </a:r>
            <a:r>
              <a:rPr lang="en-US" sz="1400" dirty="0">
                <a:solidFill>
                  <a:schemeClr val="accent1">
                    <a:lumMod val="50000"/>
                  </a:schemeClr>
                </a:solidFill>
              </a:rPr>
              <a:t>: Stable internet connection.</a:t>
            </a:r>
          </a:p>
          <a:p>
            <a:endParaRPr lang="en-US" sz="1400" dirty="0">
              <a:solidFill>
                <a:schemeClr val="accent1">
                  <a:lumMod val="50000"/>
                </a:schemeClr>
              </a:solidFill>
            </a:endParaRPr>
          </a:p>
          <a:p>
            <a:r>
              <a:rPr lang="en-US" sz="1400" b="1" dirty="0">
                <a:solidFill>
                  <a:srgbClr val="C47500"/>
                </a:solidFill>
              </a:rPr>
              <a:t>Summary </a:t>
            </a:r>
            <a:r>
              <a:rPr lang="en-US" sz="1400" dirty="0">
                <a:solidFill>
                  <a:srgbClr val="C47500"/>
                </a:solidFill>
              </a:rPr>
              <a:t>: </a:t>
            </a:r>
          </a:p>
          <a:p>
            <a:pPr marL="285750" indent="-285750">
              <a:buFont typeface="Arial" panose="020B0604020202020204" pitchFamily="34" charset="0"/>
              <a:buChar char="•"/>
            </a:pPr>
            <a:r>
              <a:rPr lang="en-US" sz="1400" b="1" dirty="0">
                <a:solidFill>
                  <a:schemeClr val="accent1">
                    <a:lumMod val="50000"/>
                  </a:schemeClr>
                </a:solidFill>
              </a:rPr>
              <a:t>OS</a:t>
            </a:r>
            <a:r>
              <a:rPr lang="en-US" sz="1400" dirty="0">
                <a:solidFill>
                  <a:schemeClr val="accent1">
                    <a:lumMod val="50000"/>
                  </a:schemeClr>
                </a:solidFill>
              </a:rPr>
              <a:t>: Windows</a:t>
            </a:r>
          </a:p>
          <a:p>
            <a:pPr marL="285750" indent="-285750">
              <a:buFont typeface="Arial" panose="020B0604020202020204" pitchFamily="34" charset="0"/>
              <a:buChar char="•"/>
            </a:pPr>
            <a:r>
              <a:rPr lang="en-US" sz="1400" b="1" dirty="0">
                <a:solidFill>
                  <a:schemeClr val="accent1">
                    <a:lumMod val="50000"/>
                  </a:schemeClr>
                </a:solidFill>
              </a:rPr>
              <a:t>Processor</a:t>
            </a:r>
            <a:r>
              <a:rPr lang="en-US" sz="1400" dirty="0">
                <a:solidFill>
                  <a:schemeClr val="accent1">
                    <a:lumMod val="50000"/>
                  </a:schemeClr>
                </a:solidFill>
              </a:rPr>
              <a:t>: Minimum Intel i3 or similar AMD</a:t>
            </a:r>
          </a:p>
          <a:p>
            <a:pPr marL="285750" indent="-285750">
              <a:buFont typeface="Arial" panose="020B0604020202020204" pitchFamily="34" charset="0"/>
              <a:buChar char="•"/>
            </a:pPr>
            <a:r>
              <a:rPr lang="en-US" sz="1400" b="1" dirty="0">
                <a:solidFill>
                  <a:schemeClr val="accent1">
                    <a:lumMod val="50000"/>
                  </a:schemeClr>
                </a:solidFill>
              </a:rPr>
              <a:t>RAM</a:t>
            </a:r>
            <a:r>
              <a:rPr lang="en-US" sz="1400" dirty="0">
                <a:solidFill>
                  <a:schemeClr val="accent1">
                    <a:lumMod val="50000"/>
                  </a:schemeClr>
                </a:solidFill>
              </a:rPr>
              <a:t>: 4GB+</a:t>
            </a:r>
          </a:p>
          <a:p>
            <a:pPr marL="285750" indent="-285750">
              <a:buFont typeface="Arial" panose="020B0604020202020204" pitchFamily="34" charset="0"/>
              <a:buChar char="•"/>
            </a:pPr>
            <a:r>
              <a:rPr lang="en-US" sz="1400" b="1" dirty="0">
                <a:solidFill>
                  <a:schemeClr val="accent1">
                    <a:lumMod val="50000"/>
                  </a:schemeClr>
                </a:solidFill>
              </a:rPr>
              <a:t>Storage</a:t>
            </a:r>
            <a:r>
              <a:rPr lang="en-US" sz="1400" dirty="0">
                <a:solidFill>
                  <a:schemeClr val="accent1">
                    <a:lumMod val="50000"/>
                  </a:schemeClr>
                </a:solidFill>
              </a:rPr>
              <a:t>: 256GB+ (SSD optional)</a:t>
            </a:r>
          </a:p>
          <a:p>
            <a:pPr marL="285750" indent="-285750">
              <a:buFont typeface="Arial" panose="020B0604020202020204" pitchFamily="34" charset="0"/>
              <a:buChar char="•"/>
            </a:pPr>
            <a:r>
              <a:rPr lang="en-US" sz="1400" b="1" dirty="0">
                <a:solidFill>
                  <a:schemeClr val="accent1">
                    <a:lumMod val="50000"/>
                  </a:schemeClr>
                </a:solidFill>
              </a:rPr>
              <a:t>Graphics</a:t>
            </a:r>
            <a:r>
              <a:rPr lang="en-US" sz="1400" dirty="0">
                <a:solidFill>
                  <a:schemeClr val="accent1">
                    <a:lumMod val="50000"/>
                  </a:schemeClr>
                </a:solidFill>
              </a:rPr>
              <a:t>: Not required</a:t>
            </a:r>
          </a:p>
          <a:p>
            <a:r>
              <a:rPr lang="en-US" sz="1400" dirty="0">
                <a:solidFill>
                  <a:srgbClr val="C47500"/>
                </a:solidFill>
              </a:rPr>
              <a:t>Note: This is the minimum configuration. You can choose a similar or higher configuration.</a:t>
            </a:r>
          </a:p>
        </p:txBody>
      </p:sp>
    </p:spTree>
    <p:custDataLst>
      <p:tags r:id="rId1"/>
    </p:custDataLst>
    <p:extLst>
      <p:ext uri="{BB962C8B-B14F-4D97-AF65-F5344CB8AC3E}">
        <p14:creationId xmlns:p14="http://schemas.microsoft.com/office/powerpoint/2010/main" val="25144963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2">
            <a:extLst>
              <a:ext uri="{FF2B5EF4-FFF2-40B4-BE49-F238E27FC236}">
                <a16:creationId xmlns:a16="http://schemas.microsoft.com/office/drawing/2014/main" id="{BCADEF51-15A7-1AC6-9AF4-33846CEA0B1E}"/>
              </a:ext>
            </a:extLst>
          </p:cNvPr>
          <p:cNvPicPr>
            <a:picLocks noChangeAspect="1"/>
          </p:cNvPicPr>
          <p:nvPr/>
        </p:nvPicPr>
        <p:blipFill>
          <a:blip r:embed="rId4" cstate="print">
            <a:extLst>
              <a:ext uri="{28A0092B-C50C-407E-A947-70E740481C1C}">
                <a14:useLocalDpi xmlns:a14="http://schemas.microsoft.com/office/drawing/2010/main" val="0"/>
              </a:ext>
            </a:extLst>
          </a:blip>
          <a:srcRect b="21349"/>
          <a:stretch/>
        </p:blipFill>
        <p:spPr>
          <a:xfrm rot="1170979" flipH="1">
            <a:off x="3801068" y="981103"/>
            <a:ext cx="1657003" cy="1269773"/>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a:bodyPr>
          <a:lstStyle/>
          <a:p>
            <a:r>
              <a:rPr lang="en-US" altLang="zh-CN" sz="3200" b="1" dirty="0">
                <a:solidFill>
                  <a:schemeClr val="bg1"/>
                </a:solidFill>
                <a:latin typeface="+mn-lt"/>
                <a:ea typeface="+mn-ea"/>
                <a:cs typeface="+mn-ea"/>
                <a:sym typeface="+mn-lt"/>
              </a:rPr>
              <a:t>13</a:t>
            </a: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835696" y="2834606"/>
            <a:ext cx="5409127" cy="2308324"/>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0" lvl="1" algn="ctr">
              <a:defRPr/>
            </a:pPr>
            <a:r>
              <a:rPr lang="en-US" sz="3600" b="1" dirty="0">
                <a:solidFill>
                  <a:srgbClr val="1368AA">
                    <a:lumMod val="50000"/>
                  </a:srgbClr>
                </a:solidFill>
                <a:effectLst>
                  <a:glow rad="25400">
                    <a:srgbClr val="BD582C">
                      <a:satMod val="175000"/>
                      <a:alpha val="40000"/>
                    </a:srgbClr>
                  </a:glow>
                </a:effectLst>
                <a:latin typeface="Agency FB" panose="020B0503020202020204" pitchFamily="34" charset="0"/>
                <a:ea typeface="宋体" charset="-122"/>
              </a:rPr>
              <a:t>Tuition Fees Structures</a:t>
            </a:r>
          </a:p>
          <a:p>
            <a:pPr lvl="1">
              <a:defRPr/>
            </a:pPr>
            <a:r>
              <a:rPr lang="en-US" sz="1200" dirty="0">
                <a:solidFill>
                  <a:schemeClr val="accent3">
                    <a:lumMod val="50000"/>
                  </a:schemeClr>
                </a:solidFill>
                <a:latin typeface="Aptos" panose="020B0004020202020204" pitchFamily="34" charset="0"/>
              </a:rPr>
              <a:t>For Fees structure and instalment details Kindly Connect with HR &amp; Management Team : </a:t>
            </a:r>
            <a:br>
              <a:rPr lang="en-US" sz="1200" dirty="0">
                <a:solidFill>
                  <a:schemeClr val="accent3">
                    <a:lumMod val="50000"/>
                  </a:schemeClr>
                </a:solidFill>
                <a:latin typeface="Aptos" panose="020B0004020202020204" pitchFamily="34" charset="0"/>
              </a:rPr>
            </a:br>
            <a:r>
              <a:rPr lang="en-US" altLang="zh-CN" sz="1400" b="1" dirty="0">
                <a:solidFill>
                  <a:srgbClr val="C47500"/>
                </a:solidFill>
                <a:latin typeface="Aptos" panose="020B0004020202020204" pitchFamily="34" charset="0"/>
                <a:cs typeface="+mn-ea"/>
                <a:sym typeface="+mn-lt"/>
              </a:rPr>
              <a:t>Contact</a:t>
            </a:r>
            <a:r>
              <a:rPr lang="en-US" altLang="zh-CN" sz="1200" b="1" dirty="0">
                <a:solidFill>
                  <a:srgbClr val="C47500"/>
                </a:solidFill>
                <a:latin typeface="Aptos" panose="020B0004020202020204" pitchFamily="34" charset="0"/>
                <a:cs typeface="+mn-ea"/>
                <a:sym typeface="+mn-lt"/>
              </a:rPr>
              <a:t> </a:t>
            </a:r>
            <a:r>
              <a:rPr lang="en-US" altLang="zh-CN" sz="1400" b="1" dirty="0">
                <a:solidFill>
                  <a:srgbClr val="C47500"/>
                </a:solidFill>
                <a:latin typeface="Aptos" panose="020B0004020202020204" pitchFamily="34" charset="0"/>
                <a:cs typeface="+mn-ea"/>
                <a:sym typeface="+mn-lt"/>
              </a:rPr>
              <a:t>No</a:t>
            </a:r>
            <a:r>
              <a:rPr lang="en-US" altLang="zh-CN" sz="1200" b="1" dirty="0">
                <a:solidFill>
                  <a:srgbClr val="C47500"/>
                </a:solidFill>
                <a:latin typeface="Aptos" panose="020B0004020202020204" pitchFamily="34" charset="0"/>
                <a:cs typeface="+mn-ea"/>
                <a:sym typeface="+mn-lt"/>
              </a:rPr>
              <a:t> </a:t>
            </a:r>
            <a:r>
              <a:rPr lang="en-US" altLang="zh-CN" sz="1200" dirty="0">
                <a:solidFill>
                  <a:srgbClr val="C47500"/>
                </a:solidFill>
                <a:latin typeface="Aptos" panose="020B0004020202020204" pitchFamily="34" charset="0"/>
                <a:cs typeface="+mn-ea"/>
                <a:sym typeface="+mn-lt"/>
              </a:rPr>
              <a:t>: </a:t>
            </a:r>
            <a:r>
              <a:rPr lang="zh-CN" altLang="en-US" sz="1200" dirty="0">
                <a:solidFill>
                  <a:schemeClr val="accent5">
                    <a:lumMod val="50000"/>
                  </a:schemeClr>
                </a:solidFill>
                <a:latin typeface="Aptos" panose="020B0004020202020204" pitchFamily="34" charset="0"/>
                <a:cs typeface="+mn-ea"/>
                <a:sym typeface="+mn-lt"/>
              </a:rPr>
              <a:t>📞 </a:t>
            </a:r>
            <a:r>
              <a:rPr lang="en-US" altLang="zh-CN" sz="1200" dirty="0">
                <a:solidFill>
                  <a:schemeClr val="accent5">
                    <a:lumMod val="50000"/>
                  </a:schemeClr>
                </a:solidFill>
                <a:latin typeface="Aptos" panose="020B0004020202020204" pitchFamily="34" charset="0"/>
                <a:cs typeface="+mn-ea"/>
                <a:sym typeface="+mn-lt"/>
              </a:rPr>
              <a:t>+91 8237916162  </a:t>
            </a:r>
          </a:p>
          <a:p>
            <a:pPr lvl="1">
              <a:defRPr/>
            </a:pPr>
            <a:r>
              <a:rPr lang="en-US" altLang="zh-CN" sz="1200" dirty="0">
                <a:solidFill>
                  <a:schemeClr val="accent5">
                    <a:lumMod val="50000"/>
                  </a:schemeClr>
                </a:solidFill>
                <a:latin typeface="Aptos" panose="020B0004020202020204" pitchFamily="34" charset="0"/>
                <a:cs typeface="+mn-ea"/>
                <a:sym typeface="+mn-lt"/>
              </a:rPr>
              <a:t>	             </a:t>
            </a:r>
            <a:r>
              <a:rPr lang="zh-CN" altLang="en-US" sz="1200" dirty="0">
                <a:solidFill>
                  <a:schemeClr val="accent5">
                    <a:lumMod val="50000"/>
                  </a:schemeClr>
                </a:solidFill>
                <a:latin typeface="Aptos" panose="020B0004020202020204" pitchFamily="34" charset="0"/>
                <a:cs typeface="+mn-ea"/>
                <a:sym typeface="+mn-lt"/>
              </a:rPr>
              <a:t>📞 </a:t>
            </a:r>
            <a:r>
              <a:rPr lang="en-US" altLang="zh-CN" sz="1200" dirty="0">
                <a:solidFill>
                  <a:schemeClr val="accent5">
                    <a:lumMod val="50000"/>
                  </a:schemeClr>
                </a:solidFill>
                <a:latin typeface="Aptos" panose="020B0004020202020204" pitchFamily="34" charset="0"/>
                <a:cs typeface="+mn-ea"/>
                <a:sym typeface="+mn-lt"/>
              </a:rPr>
              <a:t>+91 7391053250            </a:t>
            </a:r>
          </a:p>
          <a:p>
            <a:pPr lvl="1">
              <a:defRPr/>
            </a:pPr>
            <a:r>
              <a:rPr lang="en-US" altLang="zh-CN" sz="1200" dirty="0">
                <a:solidFill>
                  <a:schemeClr val="accent5">
                    <a:lumMod val="50000"/>
                  </a:schemeClr>
                </a:solidFill>
                <a:latin typeface="Aptos" panose="020B0004020202020204" pitchFamily="34" charset="0"/>
                <a:cs typeface="+mn-ea"/>
                <a:sym typeface="+mn-lt"/>
              </a:rPr>
              <a:t>	             </a:t>
            </a:r>
            <a:r>
              <a:rPr lang="zh-CN" altLang="en-US" sz="1200" dirty="0">
                <a:solidFill>
                  <a:schemeClr val="accent5">
                    <a:lumMod val="50000"/>
                  </a:schemeClr>
                </a:solidFill>
                <a:latin typeface="Aptos" panose="020B0004020202020204" pitchFamily="34" charset="0"/>
                <a:cs typeface="+mn-ea"/>
                <a:sym typeface="+mn-lt"/>
              </a:rPr>
              <a:t>📞 </a:t>
            </a:r>
            <a:r>
              <a:rPr lang="en-US" altLang="zh-CN" sz="1200" dirty="0">
                <a:solidFill>
                  <a:schemeClr val="accent5">
                    <a:lumMod val="50000"/>
                  </a:schemeClr>
                </a:solidFill>
                <a:latin typeface="Aptos" panose="020B0004020202020204" pitchFamily="34" charset="0"/>
                <a:cs typeface="+mn-ea"/>
                <a:sym typeface="+mn-lt"/>
              </a:rPr>
              <a:t>+91 9579064658  </a:t>
            </a:r>
          </a:p>
          <a:p>
            <a:pPr lvl="1">
              <a:defRPr/>
            </a:pPr>
            <a:r>
              <a:rPr lang="en-US" altLang="zh-CN" sz="1200" dirty="0">
                <a:solidFill>
                  <a:schemeClr val="accent5">
                    <a:lumMod val="50000"/>
                  </a:schemeClr>
                </a:solidFill>
                <a:latin typeface="Aptos" panose="020B0004020202020204" pitchFamily="34" charset="0"/>
                <a:cs typeface="+mn-ea"/>
                <a:sym typeface="+mn-lt"/>
              </a:rPr>
              <a:t>	    </a:t>
            </a:r>
          </a:p>
          <a:p>
            <a:pPr marL="0" lvl="1" algn="ctr">
              <a:defRPr/>
            </a:pPr>
            <a:endParaRPr lang="en-US" sz="2000" dirty="0">
              <a:solidFill>
                <a:schemeClr val="accent3">
                  <a:lumMod val="50000"/>
                </a:schemeClr>
              </a:solidFill>
              <a:latin typeface="Aptos" panose="020B0004020202020204" pitchFamily="34" charset="0"/>
            </a:endParaRPr>
          </a:p>
          <a:p>
            <a:pPr marL="0" lvl="1" algn="ctr">
              <a:defRPr/>
            </a:pPr>
            <a:endParaRPr lang="zh-CN" altLang="en-US" sz="2000" b="1" dirty="0">
              <a:solidFill>
                <a:schemeClr val="accent3">
                  <a:lumMod val="50000"/>
                </a:schemeClr>
              </a:solidFill>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21787872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80">
                                          <p:stCondLst>
                                            <p:cond delay="0"/>
                                          </p:stCondLst>
                                        </p:cTn>
                                        <p:tgtEl>
                                          <p:spTgt spid="8"/>
                                        </p:tgtEl>
                                      </p:cBhvr>
                                    </p:animEffect>
                                    <p:anim calcmode="lin" valueType="num">
                                      <p:cBhvr>
                                        <p:cTn id="21"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6" dur="26">
                                          <p:stCondLst>
                                            <p:cond delay="650"/>
                                          </p:stCondLst>
                                        </p:cTn>
                                        <p:tgtEl>
                                          <p:spTgt spid="8"/>
                                        </p:tgtEl>
                                      </p:cBhvr>
                                      <p:to x="100000" y="60000"/>
                                    </p:animScale>
                                    <p:animScale>
                                      <p:cBhvr>
                                        <p:cTn id="27" dur="166" decel="50000">
                                          <p:stCondLst>
                                            <p:cond delay="676"/>
                                          </p:stCondLst>
                                        </p:cTn>
                                        <p:tgtEl>
                                          <p:spTgt spid="8"/>
                                        </p:tgtEl>
                                      </p:cBhvr>
                                      <p:to x="100000" y="100000"/>
                                    </p:animScale>
                                    <p:animScale>
                                      <p:cBhvr>
                                        <p:cTn id="28" dur="26">
                                          <p:stCondLst>
                                            <p:cond delay="1312"/>
                                          </p:stCondLst>
                                        </p:cTn>
                                        <p:tgtEl>
                                          <p:spTgt spid="8"/>
                                        </p:tgtEl>
                                      </p:cBhvr>
                                      <p:to x="100000" y="80000"/>
                                    </p:animScale>
                                    <p:animScale>
                                      <p:cBhvr>
                                        <p:cTn id="29" dur="166" decel="50000">
                                          <p:stCondLst>
                                            <p:cond delay="1338"/>
                                          </p:stCondLst>
                                        </p:cTn>
                                        <p:tgtEl>
                                          <p:spTgt spid="8"/>
                                        </p:tgtEl>
                                      </p:cBhvr>
                                      <p:to x="100000" y="100000"/>
                                    </p:animScale>
                                    <p:animScale>
                                      <p:cBhvr>
                                        <p:cTn id="30" dur="26">
                                          <p:stCondLst>
                                            <p:cond delay="1642"/>
                                          </p:stCondLst>
                                        </p:cTn>
                                        <p:tgtEl>
                                          <p:spTgt spid="8"/>
                                        </p:tgtEl>
                                      </p:cBhvr>
                                      <p:to x="100000" y="90000"/>
                                    </p:animScale>
                                    <p:animScale>
                                      <p:cBhvr>
                                        <p:cTn id="31" dur="166" decel="50000">
                                          <p:stCondLst>
                                            <p:cond delay="1668"/>
                                          </p:stCondLst>
                                        </p:cTn>
                                        <p:tgtEl>
                                          <p:spTgt spid="8"/>
                                        </p:tgtEl>
                                      </p:cBhvr>
                                      <p:to x="100000" y="100000"/>
                                    </p:animScale>
                                    <p:animScale>
                                      <p:cBhvr>
                                        <p:cTn id="32" dur="26">
                                          <p:stCondLst>
                                            <p:cond delay="1808"/>
                                          </p:stCondLst>
                                        </p:cTn>
                                        <p:tgtEl>
                                          <p:spTgt spid="8"/>
                                        </p:tgtEl>
                                      </p:cBhvr>
                                      <p:to x="100000" y="95000"/>
                                    </p:animScale>
                                    <p:animScale>
                                      <p:cBhvr>
                                        <p:cTn id="33"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7">
            <a:extLst>
              <a:ext uri="{FF2B5EF4-FFF2-40B4-BE49-F238E27FC236}">
                <a16:creationId xmlns:a16="http://schemas.microsoft.com/office/drawing/2014/main" id="{F6EB67AF-726D-40B6-BB29-CEA468E3B97A}"/>
              </a:ext>
            </a:extLst>
          </p:cNvPr>
          <p:cNvSpPr>
            <a:spLocks noChangeArrowheads="1"/>
          </p:cNvSpPr>
          <p:nvPr/>
        </p:nvSpPr>
        <p:spPr bwMode="auto">
          <a:xfrm>
            <a:off x="477893" y="157275"/>
            <a:ext cx="9227507" cy="16619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lvl="1" algn="ctr">
              <a:defRPr/>
            </a:pPr>
            <a:r>
              <a:rPr lang="en-US" sz="3600" b="1" dirty="0">
                <a:solidFill>
                  <a:srgbClr val="002060"/>
                </a:solidFill>
                <a:effectLst>
                  <a:glow rad="25400">
                    <a:srgbClr val="BD582C">
                      <a:satMod val="175000"/>
                      <a:alpha val="40000"/>
                    </a:srgbClr>
                  </a:glow>
                </a:effectLst>
                <a:latin typeface="Aptos" panose="020B0004020202020204" pitchFamily="34" charset="0"/>
              </a:rPr>
              <a:t>Credence IT Professional </a:t>
            </a:r>
          </a:p>
          <a:p>
            <a:pPr marL="0" lvl="1" algn="ctr">
              <a:defRPr/>
            </a:pPr>
            <a:r>
              <a:rPr lang="en-US" sz="3600" b="1" dirty="0">
                <a:solidFill>
                  <a:srgbClr val="002060"/>
                </a:solidFill>
                <a:effectLst>
                  <a:glow rad="25400">
                    <a:srgbClr val="BD582C">
                      <a:satMod val="175000"/>
                      <a:alpha val="40000"/>
                    </a:srgbClr>
                  </a:glow>
                </a:effectLst>
                <a:latin typeface="Aptos" panose="020B0004020202020204" pitchFamily="34" charset="0"/>
              </a:rPr>
              <a:t>Training Institute</a:t>
            </a:r>
            <a:endParaRPr lang="en-US" sz="3600" dirty="0">
              <a:solidFill>
                <a:srgbClr val="002060"/>
              </a:solidFill>
              <a:latin typeface="Aptos" panose="020B0004020202020204" pitchFamily="34" charset="0"/>
            </a:endParaRPr>
          </a:p>
          <a:p>
            <a:pPr algn="ctr">
              <a:defRPr/>
            </a:pPr>
            <a:endParaRPr lang="zh-CN" altLang="en-US" sz="3600" b="1" dirty="0">
              <a:solidFill>
                <a:srgbClr val="227AB4"/>
              </a:solidFill>
              <a:effectLst>
                <a:outerShdw blurRad="38100" dist="38100" dir="2700000" algn="tl">
                  <a:srgbClr val="000000">
                    <a:alpha val="43137"/>
                  </a:srgbClr>
                </a:outerShdw>
              </a:effectLst>
              <a:latin typeface="Aptos" panose="020B0004020202020204" pitchFamily="34" charset="0"/>
              <a:ea typeface="+mn-ea"/>
              <a:cs typeface="+mn-ea"/>
              <a:sym typeface="+mn-lt"/>
            </a:endParaRPr>
          </a:p>
        </p:txBody>
      </p:sp>
      <p:sp>
        <p:nvSpPr>
          <p:cNvPr id="24" name="TextBox 7">
            <a:extLst>
              <a:ext uri="{FF2B5EF4-FFF2-40B4-BE49-F238E27FC236}">
                <a16:creationId xmlns:a16="http://schemas.microsoft.com/office/drawing/2014/main" id="{3C56E54E-B744-42A0-A510-712309CC54D8}"/>
              </a:ext>
            </a:extLst>
          </p:cNvPr>
          <p:cNvSpPr>
            <a:spLocks noChangeArrowheads="1"/>
          </p:cNvSpPr>
          <p:nvPr/>
        </p:nvSpPr>
        <p:spPr bwMode="auto">
          <a:xfrm>
            <a:off x="229905" y="3771725"/>
            <a:ext cx="3547818" cy="777136"/>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1">
              <a:defRPr/>
            </a:pPr>
            <a:r>
              <a:rPr lang="en-US" altLang="zh-CN" sz="1050" b="1" dirty="0">
                <a:solidFill>
                  <a:srgbClr val="C47500"/>
                </a:solidFill>
                <a:latin typeface="Aptos" panose="020B0004020202020204" pitchFamily="34" charset="0"/>
                <a:ea typeface="+mn-ea"/>
                <a:cs typeface="+mn-ea"/>
                <a:sym typeface="+mn-lt"/>
              </a:rPr>
              <a:t>Contact</a:t>
            </a:r>
            <a:r>
              <a:rPr lang="en-US" altLang="zh-CN" sz="1000" b="1" dirty="0">
                <a:solidFill>
                  <a:srgbClr val="C47500"/>
                </a:solidFill>
                <a:latin typeface="Aptos" panose="020B0004020202020204" pitchFamily="34" charset="0"/>
                <a:ea typeface="+mn-ea"/>
                <a:cs typeface="+mn-ea"/>
                <a:sym typeface="+mn-lt"/>
              </a:rPr>
              <a:t> </a:t>
            </a:r>
            <a:r>
              <a:rPr lang="en-US" altLang="zh-CN" sz="1050" b="1" dirty="0">
                <a:solidFill>
                  <a:srgbClr val="C47500"/>
                </a:solidFill>
                <a:latin typeface="Aptos" panose="020B0004020202020204" pitchFamily="34" charset="0"/>
                <a:ea typeface="+mn-ea"/>
                <a:cs typeface="+mn-ea"/>
                <a:sym typeface="+mn-lt"/>
              </a:rPr>
              <a:t>No</a:t>
            </a:r>
            <a:r>
              <a:rPr lang="en-US" altLang="zh-CN" sz="1000" b="1" dirty="0">
                <a:solidFill>
                  <a:srgbClr val="C47500"/>
                </a:solidFill>
                <a:latin typeface="Aptos" panose="020B0004020202020204" pitchFamily="34" charset="0"/>
                <a:ea typeface="+mn-ea"/>
                <a:cs typeface="+mn-ea"/>
                <a:sym typeface="+mn-lt"/>
              </a:rPr>
              <a:t> </a:t>
            </a:r>
            <a:r>
              <a:rPr lang="en-US" altLang="zh-CN" sz="1000" dirty="0">
                <a:solidFill>
                  <a:srgbClr val="C47500"/>
                </a:solidFill>
                <a:latin typeface="Aptos" panose="020B0004020202020204" pitchFamily="34" charset="0"/>
                <a:ea typeface="+mn-ea"/>
                <a:cs typeface="+mn-ea"/>
                <a:sym typeface="+mn-lt"/>
              </a:rPr>
              <a:t>: </a:t>
            </a:r>
            <a:r>
              <a:rPr lang="zh-CN" altLang="en-US" sz="1000" dirty="0">
                <a:solidFill>
                  <a:schemeClr val="accent5">
                    <a:lumMod val="50000"/>
                  </a:schemeClr>
                </a:solidFill>
                <a:latin typeface="Aptos" panose="020B0004020202020204" pitchFamily="34" charset="0"/>
                <a:ea typeface="+mn-ea"/>
                <a:cs typeface="+mn-ea"/>
                <a:sym typeface="+mn-lt"/>
              </a:rPr>
              <a:t>📞 </a:t>
            </a:r>
            <a:r>
              <a:rPr lang="en-US" altLang="zh-CN" sz="1000" dirty="0">
                <a:solidFill>
                  <a:schemeClr val="accent5">
                    <a:lumMod val="50000"/>
                  </a:schemeClr>
                </a:solidFill>
                <a:latin typeface="Aptos" panose="020B0004020202020204" pitchFamily="34" charset="0"/>
                <a:ea typeface="+mn-ea"/>
                <a:cs typeface="+mn-ea"/>
                <a:sym typeface="+mn-lt"/>
              </a:rPr>
              <a:t>+91 8237916162  </a:t>
            </a:r>
          </a:p>
          <a:p>
            <a:pPr lvl="1">
              <a:defRPr/>
            </a:pPr>
            <a:r>
              <a:rPr lang="en-US" altLang="zh-CN" sz="1000" dirty="0">
                <a:solidFill>
                  <a:schemeClr val="accent5">
                    <a:lumMod val="50000"/>
                  </a:schemeClr>
                </a:solidFill>
                <a:latin typeface="Aptos" panose="020B0004020202020204" pitchFamily="34" charset="0"/>
                <a:ea typeface="+mn-ea"/>
                <a:cs typeface="+mn-ea"/>
                <a:sym typeface="+mn-lt"/>
              </a:rPr>
              <a:t>	             </a:t>
            </a:r>
            <a:r>
              <a:rPr lang="zh-CN" altLang="en-US" sz="1000" dirty="0">
                <a:solidFill>
                  <a:schemeClr val="accent5">
                    <a:lumMod val="50000"/>
                  </a:schemeClr>
                </a:solidFill>
                <a:latin typeface="Aptos" panose="020B0004020202020204" pitchFamily="34" charset="0"/>
                <a:ea typeface="+mn-ea"/>
                <a:cs typeface="+mn-ea"/>
                <a:sym typeface="+mn-lt"/>
              </a:rPr>
              <a:t>📞 </a:t>
            </a:r>
            <a:r>
              <a:rPr lang="en-US" altLang="zh-CN" sz="1000" dirty="0">
                <a:solidFill>
                  <a:schemeClr val="accent5">
                    <a:lumMod val="50000"/>
                  </a:schemeClr>
                </a:solidFill>
                <a:latin typeface="Aptos" panose="020B0004020202020204" pitchFamily="34" charset="0"/>
                <a:ea typeface="+mn-ea"/>
                <a:cs typeface="+mn-ea"/>
                <a:sym typeface="+mn-lt"/>
              </a:rPr>
              <a:t>+91 7391053250            </a:t>
            </a:r>
          </a:p>
          <a:p>
            <a:pPr lvl="1">
              <a:defRPr/>
            </a:pPr>
            <a:r>
              <a:rPr lang="en-US" altLang="zh-CN" sz="1000" dirty="0">
                <a:solidFill>
                  <a:schemeClr val="accent5">
                    <a:lumMod val="50000"/>
                  </a:schemeClr>
                </a:solidFill>
                <a:latin typeface="Aptos" panose="020B0004020202020204" pitchFamily="34" charset="0"/>
                <a:ea typeface="+mn-ea"/>
                <a:cs typeface="+mn-ea"/>
                <a:sym typeface="+mn-lt"/>
              </a:rPr>
              <a:t>	             </a:t>
            </a:r>
            <a:r>
              <a:rPr lang="zh-CN" altLang="en-US" sz="1000" dirty="0">
                <a:solidFill>
                  <a:schemeClr val="accent5">
                    <a:lumMod val="50000"/>
                  </a:schemeClr>
                </a:solidFill>
                <a:latin typeface="Aptos" panose="020B0004020202020204" pitchFamily="34" charset="0"/>
                <a:ea typeface="+mn-ea"/>
                <a:cs typeface="+mn-ea"/>
                <a:sym typeface="+mn-lt"/>
              </a:rPr>
              <a:t>📞 </a:t>
            </a:r>
            <a:r>
              <a:rPr lang="en-US" altLang="zh-CN" sz="1000" dirty="0">
                <a:solidFill>
                  <a:schemeClr val="accent5">
                    <a:lumMod val="50000"/>
                  </a:schemeClr>
                </a:solidFill>
                <a:latin typeface="Aptos" panose="020B0004020202020204" pitchFamily="34" charset="0"/>
                <a:ea typeface="+mn-ea"/>
                <a:cs typeface="+mn-ea"/>
                <a:sym typeface="+mn-lt"/>
              </a:rPr>
              <a:t>+91 9579064658  </a:t>
            </a:r>
          </a:p>
          <a:p>
            <a:pPr lvl="1">
              <a:defRPr/>
            </a:pPr>
            <a:r>
              <a:rPr lang="en-US" altLang="zh-CN" sz="1000" dirty="0">
                <a:solidFill>
                  <a:schemeClr val="accent5">
                    <a:lumMod val="50000"/>
                  </a:schemeClr>
                </a:solidFill>
                <a:latin typeface="Aptos" panose="020B0004020202020204" pitchFamily="34" charset="0"/>
                <a:ea typeface="+mn-ea"/>
                <a:cs typeface="+mn-ea"/>
                <a:sym typeface="+mn-lt"/>
              </a:rPr>
              <a:t>	             </a:t>
            </a:r>
            <a:r>
              <a:rPr lang="zh-CN" altLang="en-US" sz="1000" dirty="0">
                <a:solidFill>
                  <a:schemeClr val="accent5">
                    <a:lumMod val="50000"/>
                  </a:schemeClr>
                </a:solidFill>
                <a:latin typeface="Aptos" panose="020B0004020202020204" pitchFamily="34" charset="0"/>
                <a:cs typeface="+mn-ea"/>
                <a:sym typeface="+mn-lt"/>
              </a:rPr>
              <a:t>📞 </a:t>
            </a:r>
            <a:r>
              <a:rPr lang="en-US" altLang="zh-CN" sz="1000" dirty="0">
                <a:solidFill>
                  <a:schemeClr val="accent5">
                    <a:lumMod val="50000"/>
                  </a:schemeClr>
                </a:solidFill>
                <a:latin typeface="Aptos" panose="020B0004020202020204" pitchFamily="34" charset="0"/>
                <a:cs typeface="+mn-ea"/>
                <a:sym typeface="+mn-lt"/>
              </a:rPr>
              <a:t>+91 9091929355</a:t>
            </a:r>
          </a:p>
          <a:p>
            <a:pPr lvl="1">
              <a:defRPr/>
            </a:pPr>
            <a:endParaRPr lang="en-US" altLang="zh-CN" sz="1000" dirty="0">
              <a:solidFill>
                <a:schemeClr val="accent5">
                  <a:lumMod val="50000"/>
                </a:schemeClr>
              </a:solidFill>
              <a:latin typeface="Aptos" panose="020B0004020202020204" pitchFamily="34" charset="0"/>
              <a:ea typeface="+mn-ea"/>
              <a:cs typeface="+mn-ea"/>
              <a:sym typeface="+mn-lt"/>
            </a:endParaRPr>
          </a:p>
        </p:txBody>
      </p:sp>
      <p:sp>
        <p:nvSpPr>
          <p:cNvPr id="29" name="TextBox 7">
            <a:extLst>
              <a:ext uri="{FF2B5EF4-FFF2-40B4-BE49-F238E27FC236}">
                <a16:creationId xmlns:a16="http://schemas.microsoft.com/office/drawing/2014/main" id="{3C56E54E-B744-42A0-A510-712309CC54D8}"/>
              </a:ext>
            </a:extLst>
          </p:cNvPr>
          <p:cNvSpPr>
            <a:spLocks noChangeArrowheads="1"/>
          </p:cNvSpPr>
          <p:nvPr/>
        </p:nvSpPr>
        <p:spPr bwMode="auto">
          <a:xfrm>
            <a:off x="-252536" y="2189415"/>
            <a:ext cx="9144000" cy="738664"/>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lvl="1" algn="ctr">
              <a:defRPr/>
            </a:pPr>
            <a:r>
              <a:rPr lang="en-US" sz="4800" b="1" dirty="0">
                <a:solidFill>
                  <a:schemeClr val="accent3">
                    <a:lumMod val="50000"/>
                  </a:schemeClr>
                </a:solidFill>
                <a:effectLst>
                  <a:glow rad="25400">
                    <a:srgbClr val="BD582C">
                      <a:satMod val="175000"/>
                      <a:alpha val="40000"/>
                    </a:srgbClr>
                  </a:glow>
                </a:effectLst>
                <a:latin typeface="Aptos" panose="020B0004020202020204" pitchFamily="34" charset="0"/>
              </a:rPr>
              <a:t>Thank you !</a:t>
            </a:r>
            <a:endParaRPr lang="en-US" sz="4800" b="1" dirty="0">
              <a:solidFill>
                <a:srgbClr val="C47500"/>
              </a:solidFill>
              <a:effectLst>
                <a:glow rad="25400">
                  <a:srgbClr val="BD582C">
                    <a:satMod val="175000"/>
                    <a:alpha val="40000"/>
                  </a:srgbClr>
                </a:glow>
              </a:effectLst>
              <a:latin typeface="Aptos" panose="020B0004020202020204" pitchFamily="34" charset="0"/>
            </a:endParaRPr>
          </a:p>
        </p:txBody>
      </p:sp>
      <p:sp>
        <p:nvSpPr>
          <p:cNvPr id="30" name="等腰三角形 29"/>
          <p:cNvSpPr/>
          <p:nvPr/>
        </p:nvSpPr>
        <p:spPr>
          <a:xfrm flipH="1">
            <a:off x="8204930" y="1796193"/>
            <a:ext cx="501859" cy="357034"/>
          </a:xfrm>
          <a:prstGeom prst="triangle">
            <a:avLst>
              <a:gd name="adj" fmla="val 13076"/>
            </a:avLst>
          </a:prstGeom>
          <a:solidFill>
            <a:schemeClr val="accent3">
              <a:lumMod val="50000"/>
            </a:schemeClr>
          </a:solidFill>
          <a:ln w="635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400">
              <a:solidFill>
                <a:prstClr val="white"/>
              </a:solidFill>
              <a:latin typeface="Aptos" panose="020B0004020202020204" pitchFamily="34" charset="0"/>
              <a:cs typeface="+mn-ea"/>
              <a:sym typeface="+mn-lt"/>
            </a:endParaRPr>
          </a:p>
        </p:txBody>
      </p:sp>
      <p:sp>
        <p:nvSpPr>
          <p:cNvPr id="32" name="等腰三角形 31"/>
          <p:cNvSpPr/>
          <p:nvPr/>
        </p:nvSpPr>
        <p:spPr>
          <a:xfrm rot="3691486" flipH="1">
            <a:off x="8043805" y="4093907"/>
            <a:ext cx="339331" cy="237068"/>
          </a:xfrm>
          <a:prstGeom prst="triangle">
            <a:avLst>
              <a:gd name="adj" fmla="val 13076"/>
            </a:avLst>
          </a:prstGeom>
          <a:solidFill>
            <a:schemeClr val="accent3">
              <a:lumMod val="50000"/>
            </a:schemeClr>
          </a:solidFill>
          <a:ln w="635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400">
              <a:solidFill>
                <a:prstClr val="white"/>
              </a:solidFill>
              <a:latin typeface="Aptos" panose="020B0004020202020204" pitchFamily="34" charset="0"/>
              <a:cs typeface="+mn-ea"/>
              <a:sym typeface="+mn-lt"/>
            </a:endParaRPr>
          </a:p>
        </p:txBody>
      </p:sp>
      <p:sp>
        <p:nvSpPr>
          <p:cNvPr id="33" name="等腰三角形 32"/>
          <p:cNvSpPr/>
          <p:nvPr/>
        </p:nvSpPr>
        <p:spPr>
          <a:xfrm rot="16458961" flipH="1">
            <a:off x="325431" y="1852667"/>
            <a:ext cx="501859" cy="357034"/>
          </a:xfrm>
          <a:prstGeom prst="triangle">
            <a:avLst>
              <a:gd name="adj" fmla="val 13076"/>
            </a:avLst>
          </a:prstGeom>
          <a:solidFill>
            <a:schemeClr val="accent3">
              <a:lumMod val="50000"/>
            </a:schemeClr>
          </a:solidFill>
          <a:ln w="635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400">
              <a:solidFill>
                <a:prstClr val="white"/>
              </a:solidFill>
              <a:latin typeface="Aptos" panose="020B0004020202020204" pitchFamily="34" charset="0"/>
              <a:cs typeface="+mn-ea"/>
              <a:sym typeface="+mn-lt"/>
            </a:endParaRPr>
          </a:p>
        </p:txBody>
      </p:sp>
      <p:sp>
        <p:nvSpPr>
          <p:cNvPr id="34" name="等腰三角形 33"/>
          <p:cNvSpPr/>
          <p:nvPr/>
        </p:nvSpPr>
        <p:spPr>
          <a:xfrm rot="15912447" flipH="1">
            <a:off x="209799" y="3226823"/>
            <a:ext cx="339331" cy="237068"/>
          </a:xfrm>
          <a:prstGeom prst="triangle">
            <a:avLst>
              <a:gd name="adj" fmla="val 13076"/>
            </a:avLst>
          </a:prstGeom>
          <a:solidFill>
            <a:schemeClr val="accent3">
              <a:lumMod val="50000"/>
            </a:schemeClr>
          </a:solidFill>
          <a:ln w="635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400">
              <a:solidFill>
                <a:prstClr val="white"/>
              </a:solidFill>
              <a:latin typeface="Aptos" panose="020B0004020202020204" pitchFamily="34" charset="0"/>
              <a:cs typeface="+mn-ea"/>
              <a:sym typeface="+mn-lt"/>
            </a:endParaRP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765000" y="223144"/>
            <a:ext cx="1485599" cy="144743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7">
            <a:extLst>
              <a:ext uri="{FF2B5EF4-FFF2-40B4-BE49-F238E27FC236}">
                <a16:creationId xmlns:a16="http://schemas.microsoft.com/office/drawing/2014/main" id="{3C56E54E-B744-42A0-A510-712309CC54D8}"/>
              </a:ext>
            </a:extLst>
          </p:cNvPr>
          <p:cNvSpPr>
            <a:spLocks noChangeArrowheads="1"/>
          </p:cNvSpPr>
          <p:nvPr/>
        </p:nvSpPr>
        <p:spPr bwMode="auto">
          <a:xfrm>
            <a:off x="4073011" y="3771725"/>
            <a:ext cx="3547818" cy="646331"/>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1">
              <a:defRPr/>
            </a:pPr>
            <a:r>
              <a:rPr lang="en-US" altLang="zh-CN" sz="1050" b="1" dirty="0">
                <a:solidFill>
                  <a:srgbClr val="C47500"/>
                </a:solidFill>
                <a:latin typeface="Aptos" panose="020B0004020202020204" pitchFamily="34" charset="0"/>
                <a:cs typeface="+mn-ea"/>
                <a:sym typeface="+mn-lt"/>
              </a:rPr>
              <a:t>Email</a:t>
            </a:r>
            <a:r>
              <a:rPr lang="en-US" altLang="zh-CN" sz="1050" dirty="0">
                <a:solidFill>
                  <a:srgbClr val="FFC000"/>
                </a:solidFill>
                <a:latin typeface="Aptos" panose="020B0004020202020204" pitchFamily="34" charset="0"/>
                <a:cs typeface="+mn-ea"/>
                <a:sym typeface="+mn-lt"/>
              </a:rPr>
              <a:t> :</a:t>
            </a:r>
            <a:r>
              <a:rPr lang="en-US" altLang="zh-CN" sz="1050" dirty="0">
                <a:solidFill>
                  <a:schemeClr val="accent5">
                    <a:lumMod val="50000"/>
                  </a:schemeClr>
                </a:solidFill>
                <a:latin typeface="Aptos" panose="020B0004020202020204" pitchFamily="34" charset="0"/>
                <a:cs typeface="+mn-ea"/>
                <a:sym typeface="+mn-lt"/>
              </a:rPr>
              <a:t> </a:t>
            </a:r>
            <a:r>
              <a:rPr lang="zh-CN" altLang="en-US" sz="1050" dirty="0">
                <a:solidFill>
                  <a:schemeClr val="accent5">
                    <a:lumMod val="50000"/>
                  </a:schemeClr>
                </a:solidFill>
                <a:latin typeface="Aptos" panose="020B0004020202020204" pitchFamily="34" charset="0"/>
                <a:cs typeface="+mn-ea"/>
                <a:sym typeface="+mn-lt"/>
              </a:rPr>
              <a:t>📧 </a:t>
            </a:r>
            <a:r>
              <a:rPr lang="en-US" altLang="zh-CN" sz="1050" dirty="0">
                <a:solidFill>
                  <a:schemeClr val="accent5">
                    <a:lumMod val="50000"/>
                  </a:schemeClr>
                </a:solidFill>
                <a:latin typeface="Aptos" panose="020B0004020202020204" pitchFamily="34" charset="0"/>
                <a:cs typeface="+mn-ea"/>
                <a:sym typeface="+mn-lt"/>
              </a:rPr>
              <a:t>info@credence.in </a:t>
            </a:r>
          </a:p>
          <a:p>
            <a:pPr lvl="1">
              <a:defRPr/>
            </a:pPr>
            <a:r>
              <a:rPr lang="en-US" altLang="zh-CN" sz="1050" b="1" dirty="0">
                <a:solidFill>
                  <a:srgbClr val="C47500"/>
                </a:solidFill>
                <a:latin typeface="Aptos" panose="020B0004020202020204" pitchFamily="34" charset="0"/>
                <a:cs typeface="+mn-ea"/>
                <a:sym typeface="+mn-lt"/>
              </a:rPr>
              <a:t>Web</a:t>
            </a:r>
            <a:r>
              <a:rPr lang="en-US" altLang="zh-CN" sz="1050" b="1" dirty="0">
                <a:solidFill>
                  <a:srgbClr val="FFC000"/>
                </a:solidFill>
                <a:latin typeface="Aptos" panose="020B0004020202020204" pitchFamily="34" charset="0"/>
                <a:cs typeface="+mn-ea"/>
                <a:sym typeface="+mn-lt"/>
              </a:rPr>
              <a:t> </a:t>
            </a:r>
            <a:r>
              <a:rPr lang="en-US" altLang="zh-CN" sz="1050" b="1" dirty="0">
                <a:solidFill>
                  <a:srgbClr val="C47500"/>
                </a:solidFill>
                <a:latin typeface="Aptos" panose="020B0004020202020204" pitchFamily="34" charset="0"/>
                <a:cs typeface="+mn-ea"/>
                <a:sym typeface="+mn-lt"/>
              </a:rPr>
              <a:t>Site </a:t>
            </a:r>
            <a:r>
              <a:rPr lang="en-US" altLang="zh-CN" sz="1050" dirty="0">
                <a:solidFill>
                  <a:srgbClr val="C47500"/>
                </a:solidFill>
                <a:latin typeface="Aptos" panose="020B0004020202020204" pitchFamily="34" charset="0"/>
                <a:cs typeface="+mn-ea"/>
                <a:sym typeface="+mn-lt"/>
              </a:rPr>
              <a:t>: </a:t>
            </a:r>
            <a:r>
              <a:rPr lang="zh-CN" altLang="en-US" sz="1050" dirty="0">
                <a:solidFill>
                  <a:schemeClr val="accent5">
                    <a:lumMod val="50000"/>
                  </a:schemeClr>
                </a:solidFill>
                <a:latin typeface="Aptos" panose="020B0004020202020204" pitchFamily="34" charset="0"/>
                <a:cs typeface="+mn-ea"/>
                <a:sym typeface="+mn-lt"/>
              </a:rPr>
              <a:t>🌐 </a:t>
            </a:r>
            <a:r>
              <a:rPr lang="en-US" altLang="zh-CN" sz="1050" dirty="0">
                <a:solidFill>
                  <a:srgbClr val="002060"/>
                </a:solidFill>
                <a:latin typeface="Aptos" panose="020B0004020202020204" pitchFamily="34" charset="0"/>
                <a:cs typeface="+mn-ea"/>
                <a:sym typeface="+mn-lt"/>
                <a:hlinkClick r:id="rId5">
                  <a:extLst>
                    <a:ext uri="{A12FA001-AC4F-418D-AE19-62706E023703}">
                      <ahyp:hlinkClr xmlns:ahyp="http://schemas.microsoft.com/office/drawing/2018/hyperlinkcolor" val="tx"/>
                    </a:ext>
                  </a:extLst>
                </a:hlinkClick>
              </a:rPr>
              <a:t>www.credence.in</a:t>
            </a:r>
            <a:endParaRPr lang="en-US" altLang="zh-CN" sz="1050" dirty="0">
              <a:solidFill>
                <a:srgbClr val="002060"/>
              </a:solidFill>
              <a:latin typeface="Aptos" panose="020B0004020202020204" pitchFamily="34" charset="0"/>
              <a:cs typeface="+mn-ea"/>
              <a:sym typeface="+mn-lt"/>
            </a:endParaRPr>
          </a:p>
          <a:p>
            <a:pPr lvl="1">
              <a:defRPr/>
            </a:pPr>
            <a:endParaRPr lang="en-US" altLang="zh-CN" sz="1050" dirty="0">
              <a:solidFill>
                <a:schemeClr val="accent5">
                  <a:lumMod val="50000"/>
                </a:schemeClr>
              </a:solidFill>
              <a:latin typeface="Aptos" panose="020B0004020202020204" pitchFamily="34" charset="0"/>
              <a:cs typeface="+mn-ea"/>
              <a:sym typeface="+mn-lt"/>
            </a:endParaRPr>
          </a:p>
          <a:p>
            <a:pPr lvl="1">
              <a:defRPr/>
            </a:pPr>
            <a:endParaRPr lang="en-US" altLang="zh-CN" sz="1050" dirty="0">
              <a:solidFill>
                <a:schemeClr val="accent5">
                  <a:lumMod val="50000"/>
                </a:schemeClr>
              </a:solidFill>
              <a:latin typeface="Aptos" panose="020B0004020202020204" pitchFamily="34" charset="0"/>
              <a:ea typeface="+mn-ea"/>
              <a:cs typeface="+mn-ea"/>
              <a:sym typeface="+mn-lt"/>
            </a:endParaRPr>
          </a:p>
        </p:txBody>
      </p:sp>
      <p:sp>
        <p:nvSpPr>
          <p:cNvPr id="18" name="TextBox 7">
            <a:extLst>
              <a:ext uri="{FF2B5EF4-FFF2-40B4-BE49-F238E27FC236}">
                <a16:creationId xmlns:a16="http://schemas.microsoft.com/office/drawing/2014/main" id="{3C56E54E-B744-42A0-A510-712309CC54D8}"/>
              </a:ext>
            </a:extLst>
          </p:cNvPr>
          <p:cNvSpPr>
            <a:spLocks noChangeArrowheads="1"/>
          </p:cNvSpPr>
          <p:nvPr/>
        </p:nvSpPr>
        <p:spPr bwMode="auto">
          <a:xfrm>
            <a:off x="180919" y="4579404"/>
            <a:ext cx="8651094" cy="469359"/>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1">
              <a:defRPr/>
            </a:pPr>
            <a:r>
              <a:rPr lang="en-US" altLang="zh-CN" sz="1050" b="1" dirty="0">
                <a:solidFill>
                  <a:srgbClr val="C47500"/>
                </a:solidFill>
                <a:latin typeface="Aptos" panose="020B0004020202020204" pitchFamily="34" charset="0"/>
                <a:cs typeface="+mn-ea"/>
                <a:sym typeface="+mn-lt"/>
              </a:rPr>
              <a:t>Office Address </a:t>
            </a:r>
            <a:r>
              <a:rPr lang="en-US" altLang="zh-CN" sz="1000" b="1" dirty="0">
                <a:solidFill>
                  <a:srgbClr val="C47500"/>
                </a:solidFill>
                <a:latin typeface="Aptos" panose="020B0004020202020204" pitchFamily="34" charset="0"/>
                <a:cs typeface="+mn-ea"/>
                <a:sym typeface="+mn-lt"/>
              </a:rPr>
              <a:t>: </a:t>
            </a:r>
            <a:r>
              <a:rPr lang="en-US" altLang="zh-CN" sz="1000" dirty="0">
                <a:solidFill>
                  <a:schemeClr val="accent3">
                    <a:lumMod val="50000"/>
                  </a:schemeClr>
                </a:solidFill>
                <a:latin typeface="Aptos" panose="020B0004020202020204" pitchFamily="34" charset="0"/>
                <a:cs typeface="+mn-ea"/>
                <a:sym typeface="+mn-lt"/>
              </a:rPr>
              <a:t>14, Santosh Society, </a:t>
            </a:r>
            <a:r>
              <a:rPr lang="en-US" altLang="zh-CN" sz="1000" dirty="0" err="1">
                <a:solidFill>
                  <a:schemeClr val="accent3">
                    <a:lumMod val="50000"/>
                  </a:schemeClr>
                </a:solidFill>
                <a:latin typeface="Aptos" panose="020B0004020202020204" pitchFamily="34" charset="0"/>
                <a:cs typeface="+mn-ea"/>
                <a:sym typeface="+mn-lt"/>
              </a:rPr>
              <a:t>Talajai</a:t>
            </a:r>
            <a:r>
              <a:rPr lang="en-US" altLang="zh-CN" sz="1000" dirty="0">
                <a:solidFill>
                  <a:schemeClr val="accent3">
                    <a:lumMod val="50000"/>
                  </a:schemeClr>
                </a:solidFill>
                <a:latin typeface="Aptos" panose="020B0004020202020204" pitchFamily="34" charset="0"/>
                <a:cs typeface="+mn-ea"/>
                <a:sym typeface="+mn-lt"/>
              </a:rPr>
              <a:t> </a:t>
            </a:r>
            <a:r>
              <a:rPr lang="en-US" altLang="zh-CN" sz="1000" dirty="0" err="1">
                <a:solidFill>
                  <a:schemeClr val="accent3">
                    <a:lumMod val="50000"/>
                  </a:schemeClr>
                </a:solidFill>
                <a:latin typeface="Aptos" panose="020B0004020202020204" pitchFamily="34" charset="0"/>
                <a:cs typeface="+mn-ea"/>
                <a:sym typeface="+mn-lt"/>
              </a:rPr>
              <a:t>Pathar</a:t>
            </a:r>
            <a:r>
              <a:rPr lang="en-US" altLang="zh-CN" sz="1000" dirty="0">
                <a:solidFill>
                  <a:schemeClr val="accent3">
                    <a:lumMod val="50000"/>
                  </a:schemeClr>
                </a:solidFill>
                <a:latin typeface="Aptos" panose="020B0004020202020204" pitchFamily="34" charset="0"/>
                <a:cs typeface="+mn-ea"/>
                <a:sym typeface="+mn-lt"/>
              </a:rPr>
              <a:t>, Dhankawadi, Pune, Maharashtra 411043 </a:t>
            </a:r>
            <a:endParaRPr lang="zh-CN" altLang="en-US" sz="1000" dirty="0">
              <a:solidFill>
                <a:schemeClr val="accent3">
                  <a:lumMod val="50000"/>
                </a:schemeClr>
              </a:solidFill>
              <a:latin typeface="Aptos" panose="020B0004020202020204" pitchFamily="34" charset="0"/>
              <a:cs typeface="+mn-ea"/>
              <a:sym typeface="+mn-lt"/>
            </a:endParaRPr>
          </a:p>
          <a:p>
            <a:pPr lvl="1">
              <a:defRPr/>
            </a:pPr>
            <a:endParaRPr lang="en-US" altLang="zh-CN" sz="1000" dirty="0">
              <a:solidFill>
                <a:schemeClr val="accent3">
                  <a:lumMod val="50000"/>
                </a:schemeClr>
              </a:solidFill>
              <a:latin typeface="Aptos" panose="020B0004020202020204" pitchFamily="34" charset="0"/>
              <a:cs typeface="+mn-ea"/>
              <a:sym typeface="+mn-lt"/>
            </a:endParaRPr>
          </a:p>
          <a:p>
            <a:pPr lvl="1">
              <a:defRPr/>
            </a:pPr>
            <a:endParaRPr lang="en-US" altLang="zh-CN" sz="1000" dirty="0">
              <a:solidFill>
                <a:schemeClr val="accent5">
                  <a:lumMod val="50000"/>
                </a:schemeClr>
              </a:solidFill>
              <a:latin typeface="Aptos" panose="020B0004020202020204" pitchFamily="34" charset="0"/>
              <a:ea typeface="+mn-ea"/>
              <a:cs typeface="+mn-ea"/>
              <a:sym typeface="+mn-lt"/>
            </a:endParaRPr>
          </a:p>
        </p:txBody>
      </p:sp>
    </p:spTree>
    <p:custDataLst>
      <p:tags r:id="rId1"/>
    </p:custDataLst>
    <p:extLst>
      <p:ext uri="{BB962C8B-B14F-4D97-AF65-F5344CB8AC3E}">
        <p14:creationId xmlns:p14="http://schemas.microsoft.com/office/powerpoint/2010/main" val="30538063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ppt_x</p:attrName>
                                        </p:attrNameLst>
                                      </p:cBhvr>
                                      <p:tavLst>
                                        <p:tav tm="0">
                                          <p:val>
                                            <p:strVal val="#ppt_x"/>
                                          </p:val>
                                        </p:tav>
                                        <p:tav tm="100000">
                                          <p:val>
                                            <p:strVal val="#ppt_x"/>
                                          </p:val>
                                        </p:tav>
                                      </p:tavLst>
                                    </p:anim>
                                    <p:anim calcmode="lin" valueType="num">
                                      <p:cBhvr>
                                        <p:cTn id="9" dur="2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4" presetClass="emph" presetSubtype="0" fill="hold" grpId="0" nodeType="clickEffect">
                                  <p:stCondLst>
                                    <p:cond delay="0"/>
                                  </p:stCondLst>
                                  <p:iterate type="lt">
                                    <p:tmPct val="10000"/>
                                  </p:iterate>
                                  <p:childTnLst>
                                    <p:animMotion origin="layout" path="M -8.33333E-7 4.69136E-6 L -8.33333E-7 -0.07223 " pathEditMode="relative" rAng="0" ptsTypes="AA">
                                      <p:cBhvr>
                                        <p:cTn id="13" dur="250" accel="50000" decel="50000" autoRev="1" fill="hold">
                                          <p:stCondLst>
                                            <p:cond delay="0"/>
                                          </p:stCondLst>
                                        </p:cTn>
                                        <p:tgtEl>
                                          <p:spTgt spid="22"/>
                                        </p:tgtEl>
                                        <p:attrNameLst>
                                          <p:attrName>ppt_x</p:attrName>
                                          <p:attrName>ppt_y</p:attrName>
                                        </p:attrNameLst>
                                      </p:cBhvr>
                                      <p:rCtr x="0" y="-3611"/>
                                    </p:animMotion>
                                    <p:animRot by="1500000">
                                      <p:cBhvr>
                                        <p:cTn id="14" dur="125" fill="hold">
                                          <p:stCondLst>
                                            <p:cond delay="0"/>
                                          </p:stCondLst>
                                        </p:cTn>
                                        <p:tgtEl>
                                          <p:spTgt spid="22"/>
                                        </p:tgtEl>
                                        <p:attrNameLst>
                                          <p:attrName>r</p:attrName>
                                        </p:attrNameLst>
                                      </p:cBhvr>
                                    </p:animRot>
                                    <p:animRot by="-1500000">
                                      <p:cBhvr>
                                        <p:cTn id="15" dur="125" fill="hold">
                                          <p:stCondLst>
                                            <p:cond delay="125"/>
                                          </p:stCondLst>
                                        </p:cTn>
                                        <p:tgtEl>
                                          <p:spTgt spid="22"/>
                                        </p:tgtEl>
                                        <p:attrNameLst>
                                          <p:attrName>r</p:attrName>
                                        </p:attrNameLst>
                                      </p:cBhvr>
                                    </p:animRot>
                                    <p:animRot by="-1500000">
                                      <p:cBhvr>
                                        <p:cTn id="16" dur="125" fill="hold">
                                          <p:stCondLst>
                                            <p:cond delay="250"/>
                                          </p:stCondLst>
                                        </p:cTn>
                                        <p:tgtEl>
                                          <p:spTgt spid="22"/>
                                        </p:tgtEl>
                                        <p:attrNameLst>
                                          <p:attrName>r</p:attrName>
                                        </p:attrNameLst>
                                      </p:cBhvr>
                                    </p:animRot>
                                    <p:animRot by="1500000">
                                      <p:cBhvr>
                                        <p:cTn id="17" dur="125" fill="hold">
                                          <p:stCondLst>
                                            <p:cond delay="375"/>
                                          </p:stCondLst>
                                        </p:cTn>
                                        <p:tgtEl>
                                          <p:spTgt spid="22"/>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down)">
                                      <p:cBhvr>
                                        <p:cTn id="27" dur="500"/>
                                        <p:tgtEl>
                                          <p:spTgt spid="24"/>
                                        </p:tgtEl>
                                      </p:cBhvr>
                                    </p:animEffec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down)">
                                      <p:cBhvr>
                                        <p:cTn id="31" dur="500"/>
                                        <p:tgtEl>
                                          <p:spTgt spid="16"/>
                                        </p:tgtEl>
                                      </p:cBhvr>
                                    </p:animEffect>
                                  </p:childTnLst>
                                </p:cTn>
                              </p:par>
                            </p:childTnLst>
                          </p:cTn>
                        </p:par>
                        <p:par>
                          <p:cTn id="32" fill="hold">
                            <p:stCondLst>
                              <p:cond delay="1000"/>
                            </p:stCondLst>
                            <p:childTnLst>
                              <p:par>
                                <p:cTn id="33" presetID="49" presetClass="entr" presetSubtype="0" decel="10000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p:cTn id="35" dur="500" fill="hold"/>
                                        <p:tgtEl>
                                          <p:spTgt spid="30"/>
                                        </p:tgtEl>
                                        <p:attrNameLst>
                                          <p:attrName>ppt_w</p:attrName>
                                        </p:attrNameLst>
                                      </p:cBhvr>
                                      <p:tavLst>
                                        <p:tav tm="0">
                                          <p:val>
                                            <p:fltVal val="0"/>
                                          </p:val>
                                        </p:tav>
                                        <p:tav tm="100000">
                                          <p:val>
                                            <p:strVal val="#ppt_w"/>
                                          </p:val>
                                        </p:tav>
                                      </p:tavLst>
                                    </p:anim>
                                    <p:anim calcmode="lin" valueType="num">
                                      <p:cBhvr>
                                        <p:cTn id="36" dur="500" fill="hold"/>
                                        <p:tgtEl>
                                          <p:spTgt spid="30"/>
                                        </p:tgtEl>
                                        <p:attrNameLst>
                                          <p:attrName>ppt_h</p:attrName>
                                        </p:attrNameLst>
                                      </p:cBhvr>
                                      <p:tavLst>
                                        <p:tav tm="0">
                                          <p:val>
                                            <p:fltVal val="0"/>
                                          </p:val>
                                        </p:tav>
                                        <p:tav tm="100000">
                                          <p:val>
                                            <p:strVal val="#ppt_h"/>
                                          </p:val>
                                        </p:tav>
                                      </p:tavLst>
                                    </p:anim>
                                    <p:anim calcmode="lin" valueType="num">
                                      <p:cBhvr>
                                        <p:cTn id="37" dur="500" fill="hold"/>
                                        <p:tgtEl>
                                          <p:spTgt spid="30"/>
                                        </p:tgtEl>
                                        <p:attrNameLst>
                                          <p:attrName>style.rotation</p:attrName>
                                        </p:attrNameLst>
                                      </p:cBhvr>
                                      <p:tavLst>
                                        <p:tav tm="0">
                                          <p:val>
                                            <p:fltVal val="360"/>
                                          </p:val>
                                        </p:tav>
                                        <p:tav tm="100000">
                                          <p:val>
                                            <p:fltVal val="0"/>
                                          </p:val>
                                        </p:tav>
                                      </p:tavLst>
                                    </p:anim>
                                    <p:animEffect transition="in" filter="fade">
                                      <p:cBhvr>
                                        <p:cTn id="38" dur="500"/>
                                        <p:tgtEl>
                                          <p:spTgt spid="30"/>
                                        </p:tgtEl>
                                      </p:cBhvr>
                                    </p:animEffect>
                                  </p:childTnLst>
                                </p:cTn>
                              </p:par>
                            </p:childTnLst>
                          </p:cTn>
                        </p:par>
                        <p:par>
                          <p:cTn id="39" fill="hold">
                            <p:stCondLst>
                              <p:cond delay="1500"/>
                            </p:stCondLst>
                            <p:childTnLst>
                              <p:par>
                                <p:cTn id="40" presetID="49" presetClass="entr" presetSubtype="0" decel="100000" fill="hold" grpId="0" nodeType="after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p:cTn id="42" dur="500" fill="hold"/>
                                        <p:tgtEl>
                                          <p:spTgt spid="32"/>
                                        </p:tgtEl>
                                        <p:attrNameLst>
                                          <p:attrName>ppt_w</p:attrName>
                                        </p:attrNameLst>
                                      </p:cBhvr>
                                      <p:tavLst>
                                        <p:tav tm="0">
                                          <p:val>
                                            <p:fltVal val="0"/>
                                          </p:val>
                                        </p:tav>
                                        <p:tav tm="100000">
                                          <p:val>
                                            <p:strVal val="#ppt_w"/>
                                          </p:val>
                                        </p:tav>
                                      </p:tavLst>
                                    </p:anim>
                                    <p:anim calcmode="lin" valueType="num">
                                      <p:cBhvr>
                                        <p:cTn id="43" dur="500" fill="hold"/>
                                        <p:tgtEl>
                                          <p:spTgt spid="32"/>
                                        </p:tgtEl>
                                        <p:attrNameLst>
                                          <p:attrName>ppt_h</p:attrName>
                                        </p:attrNameLst>
                                      </p:cBhvr>
                                      <p:tavLst>
                                        <p:tav tm="0">
                                          <p:val>
                                            <p:fltVal val="0"/>
                                          </p:val>
                                        </p:tav>
                                        <p:tav tm="100000">
                                          <p:val>
                                            <p:strVal val="#ppt_h"/>
                                          </p:val>
                                        </p:tav>
                                      </p:tavLst>
                                    </p:anim>
                                    <p:anim calcmode="lin" valueType="num">
                                      <p:cBhvr>
                                        <p:cTn id="44" dur="500" fill="hold"/>
                                        <p:tgtEl>
                                          <p:spTgt spid="32"/>
                                        </p:tgtEl>
                                        <p:attrNameLst>
                                          <p:attrName>style.rotation</p:attrName>
                                        </p:attrNameLst>
                                      </p:cBhvr>
                                      <p:tavLst>
                                        <p:tav tm="0">
                                          <p:val>
                                            <p:fltVal val="360"/>
                                          </p:val>
                                        </p:tav>
                                        <p:tav tm="100000">
                                          <p:val>
                                            <p:fltVal val="0"/>
                                          </p:val>
                                        </p:tav>
                                      </p:tavLst>
                                    </p:anim>
                                    <p:animEffect transition="in" filter="fade">
                                      <p:cBhvr>
                                        <p:cTn id="45" dur="500"/>
                                        <p:tgtEl>
                                          <p:spTgt spid="32"/>
                                        </p:tgtEl>
                                      </p:cBhvr>
                                    </p:animEffect>
                                  </p:childTnLst>
                                </p:cTn>
                              </p:par>
                            </p:childTnLst>
                          </p:cTn>
                        </p:par>
                        <p:par>
                          <p:cTn id="46" fill="hold">
                            <p:stCondLst>
                              <p:cond delay="2000"/>
                            </p:stCondLst>
                            <p:childTnLst>
                              <p:par>
                                <p:cTn id="47" presetID="49" presetClass="entr" presetSubtype="0" decel="100000" fill="hold" grpId="0" nodeType="after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p:cTn id="49" dur="500" fill="hold"/>
                                        <p:tgtEl>
                                          <p:spTgt spid="33"/>
                                        </p:tgtEl>
                                        <p:attrNameLst>
                                          <p:attrName>ppt_w</p:attrName>
                                        </p:attrNameLst>
                                      </p:cBhvr>
                                      <p:tavLst>
                                        <p:tav tm="0">
                                          <p:val>
                                            <p:fltVal val="0"/>
                                          </p:val>
                                        </p:tav>
                                        <p:tav tm="100000">
                                          <p:val>
                                            <p:strVal val="#ppt_w"/>
                                          </p:val>
                                        </p:tav>
                                      </p:tavLst>
                                    </p:anim>
                                    <p:anim calcmode="lin" valueType="num">
                                      <p:cBhvr>
                                        <p:cTn id="50" dur="500" fill="hold"/>
                                        <p:tgtEl>
                                          <p:spTgt spid="33"/>
                                        </p:tgtEl>
                                        <p:attrNameLst>
                                          <p:attrName>ppt_h</p:attrName>
                                        </p:attrNameLst>
                                      </p:cBhvr>
                                      <p:tavLst>
                                        <p:tav tm="0">
                                          <p:val>
                                            <p:fltVal val="0"/>
                                          </p:val>
                                        </p:tav>
                                        <p:tav tm="100000">
                                          <p:val>
                                            <p:strVal val="#ppt_h"/>
                                          </p:val>
                                        </p:tav>
                                      </p:tavLst>
                                    </p:anim>
                                    <p:anim calcmode="lin" valueType="num">
                                      <p:cBhvr>
                                        <p:cTn id="51" dur="500" fill="hold"/>
                                        <p:tgtEl>
                                          <p:spTgt spid="33"/>
                                        </p:tgtEl>
                                        <p:attrNameLst>
                                          <p:attrName>style.rotation</p:attrName>
                                        </p:attrNameLst>
                                      </p:cBhvr>
                                      <p:tavLst>
                                        <p:tav tm="0">
                                          <p:val>
                                            <p:fltVal val="360"/>
                                          </p:val>
                                        </p:tav>
                                        <p:tav tm="100000">
                                          <p:val>
                                            <p:fltVal val="0"/>
                                          </p:val>
                                        </p:tav>
                                      </p:tavLst>
                                    </p:anim>
                                    <p:animEffect transition="in" filter="fade">
                                      <p:cBhvr>
                                        <p:cTn id="52" dur="500"/>
                                        <p:tgtEl>
                                          <p:spTgt spid="33"/>
                                        </p:tgtEl>
                                      </p:cBhvr>
                                    </p:animEffect>
                                  </p:childTnLst>
                                </p:cTn>
                              </p:par>
                            </p:childTnLst>
                          </p:cTn>
                        </p:par>
                        <p:par>
                          <p:cTn id="53" fill="hold">
                            <p:stCondLst>
                              <p:cond delay="2500"/>
                            </p:stCondLst>
                            <p:childTnLst>
                              <p:par>
                                <p:cTn id="54" presetID="49" presetClass="entr" presetSubtype="0" decel="100000" fill="hold" grpId="0" nodeType="afterEffect">
                                  <p:stCondLst>
                                    <p:cond delay="0"/>
                                  </p:stCondLst>
                                  <p:childTnLst>
                                    <p:set>
                                      <p:cBhvr>
                                        <p:cTn id="55" dur="1" fill="hold">
                                          <p:stCondLst>
                                            <p:cond delay="0"/>
                                          </p:stCondLst>
                                        </p:cTn>
                                        <p:tgtEl>
                                          <p:spTgt spid="34"/>
                                        </p:tgtEl>
                                        <p:attrNameLst>
                                          <p:attrName>style.visibility</p:attrName>
                                        </p:attrNameLst>
                                      </p:cBhvr>
                                      <p:to>
                                        <p:strVal val="visible"/>
                                      </p:to>
                                    </p:set>
                                    <p:anim calcmode="lin" valueType="num">
                                      <p:cBhvr>
                                        <p:cTn id="56" dur="500" fill="hold"/>
                                        <p:tgtEl>
                                          <p:spTgt spid="34"/>
                                        </p:tgtEl>
                                        <p:attrNameLst>
                                          <p:attrName>ppt_w</p:attrName>
                                        </p:attrNameLst>
                                      </p:cBhvr>
                                      <p:tavLst>
                                        <p:tav tm="0">
                                          <p:val>
                                            <p:fltVal val="0"/>
                                          </p:val>
                                        </p:tav>
                                        <p:tav tm="100000">
                                          <p:val>
                                            <p:strVal val="#ppt_w"/>
                                          </p:val>
                                        </p:tav>
                                      </p:tavLst>
                                    </p:anim>
                                    <p:anim calcmode="lin" valueType="num">
                                      <p:cBhvr>
                                        <p:cTn id="57" dur="500" fill="hold"/>
                                        <p:tgtEl>
                                          <p:spTgt spid="34"/>
                                        </p:tgtEl>
                                        <p:attrNameLst>
                                          <p:attrName>ppt_h</p:attrName>
                                        </p:attrNameLst>
                                      </p:cBhvr>
                                      <p:tavLst>
                                        <p:tav tm="0">
                                          <p:val>
                                            <p:fltVal val="0"/>
                                          </p:val>
                                        </p:tav>
                                        <p:tav tm="100000">
                                          <p:val>
                                            <p:strVal val="#ppt_h"/>
                                          </p:val>
                                        </p:tav>
                                      </p:tavLst>
                                    </p:anim>
                                    <p:anim calcmode="lin" valueType="num">
                                      <p:cBhvr>
                                        <p:cTn id="58" dur="500" fill="hold"/>
                                        <p:tgtEl>
                                          <p:spTgt spid="34"/>
                                        </p:tgtEl>
                                        <p:attrNameLst>
                                          <p:attrName>style.rotation</p:attrName>
                                        </p:attrNameLst>
                                      </p:cBhvr>
                                      <p:tavLst>
                                        <p:tav tm="0">
                                          <p:val>
                                            <p:fltVal val="360"/>
                                          </p:val>
                                        </p:tav>
                                        <p:tav tm="100000">
                                          <p:val>
                                            <p:fltVal val="0"/>
                                          </p:val>
                                        </p:tav>
                                      </p:tavLst>
                                    </p:anim>
                                    <p:animEffect transition="in" filter="fade">
                                      <p:cBhvr>
                                        <p:cTn id="59" dur="5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18" presetClass="emph" presetSubtype="0" fill="hold" grpId="0" nodeType="clickEffect">
                                  <p:stCondLst>
                                    <p:cond delay="0"/>
                                  </p:stCondLst>
                                  <p:iterate type="lt">
                                    <p:tmPct val="4000"/>
                                  </p:iterate>
                                  <p:childTnLst>
                                    <p:set>
                                      <p:cBhvr override="childStyle">
                                        <p:cTn id="63" dur="1000" fill="hold"/>
                                        <p:tgtEl>
                                          <p:spTgt spid="29"/>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9" grpId="0"/>
      <p:bldP spid="30" grpId="0" animBg="1"/>
      <p:bldP spid="32" grpId="0" animBg="1"/>
      <p:bldP spid="33" grpId="0" animBg="1"/>
      <p:bldP spid="34" grpId="0" animBg="1"/>
      <p:bldP spid="16" grpId="0"/>
      <p:bldP spid="18"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bf32b21c57e606988ab10ec694d2e32676a8b"/>
  <p:tag name="ISPRING_PRESENTATION_TITLE" val="PowerPoint 演示文稿"/>
</p:tagLst>
</file>

<file path=ppt/tags/tag2.xml><?xml version="1.0" encoding="utf-8"?>
<p:tagLst xmlns:a="http://schemas.openxmlformats.org/drawingml/2006/main" xmlns:r="http://schemas.openxmlformats.org/officeDocument/2006/relationships" xmlns:p="http://schemas.openxmlformats.org/presentationml/2006/main">
  <p:tag name="TIMING" val="|0|0.2|0.1|0.1|0.2|0.1|0.4"/>
</p:tagLst>
</file>

<file path=ppt/tags/tag3.xml><?xml version="1.0" encoding="utf-8"?>
<p:tagLst xmlns:a="http://schemas.openxmlformats.org/drawingml/2006/main" xmlns:r="http://schemas.openxmlformats.org/officeDocument/2006/relationships" xmlns:p="http://schemas.openxmlformats.org/presentationml/2006/main">
  <p:tag name="TIMING" val="|0.1|0.4|0.8|0.3|0.3"/>
</p:tagLst>
</file>

<file path=ppt/tags/tag4.xml><?xml version="1.0" encoding="utf-8"?>
<p:tagLst xmlns:a="http://schemas.openxmlformats.org/drawingml/2006/main" xmlns:r="http://schemas.openxmlformats.org/officeDocument/2006/relationships" xmlns:p="http://schemas.openxmlformats.org/presentationml/2006/main">
  <p:tag name="TIMING" val="|0.2|0.2|0.3|0.2"/>
</p:tagLst>
</file>

<file path=ppt/tags/tag5.xml><?xml version="1.0" encoding="utf-8"?>
<p:tagLst xmlns:a="http://schemas.openxmlformats.org/drawingml/2006/main" xmlns:r="http://schemas.openxmlformats.org/officeDocument/2006/relationships" xmlns:p="http://schemas.openxmlformats.org/presentationml/2006/main">
  <p:tag name="TIMING" val="|0.2|0.2|0.2|0.2|0.3|0.3|0.6"/>
</p:tagLst>
</file>

<file path=ppt/tags/tag6.xml><?xml version="1.0" encoding="utf-8"?>
<p:tagLst xmlns:a="http://schemas.openxmlformats.org/drawingml/2006/main" xmlns:r="http://schemas.openxmlformats.org/officeDocument/2006/relationships" xmlns:p="http://schemas.openxmlformats.org/presentationml/2006/main">
  <p:tag name="TIMING" val="|0.6|0.4|0.3|0.5"/>
</p:tagLst>
</file>

<file path=ppt/tags/tag7.xml><?xml version="1.0" encoding="utf-8"?>
<p:tagLst xmlns:a="http://schemas.openxmlformats.org/drawingml/2006/main" xmlns:r="http://schemas.openxmlformats.org/officeDocument/2006/relationships" xmlns:p="http://schemas.openxmlformats.org/presentationml/2006/main">
  <p:tag name="TIMING" val="|0.6|0.6|0.5|0.4"/>
</p:tagLst>
</file>

<file path=ppt/tags/tag8.xml><?xml version="1.0" encoding="utf-8"?>
<p:tagLst xmlns:a="http://schemas.openxmlformats.org/drawingml/2006/main" xmlns:r="http://schemas.openxmlformats.org/officeDocument/2006/relationships" xmlns:p="http://schemas.openxmlformats.org/presentationml/2006/main">
  <p:tag name="TIMING" val="|4.2|0.9|0.9|0.8|5.8|77.9"/>
</p:tagLst>
</file>

<file path=ppt/tags/tag9.xml><?xml version="1.0" encoding="utf-8"?>
<p:tagLst xmlns:a="http://schemas.openxmlformats.org/drawingml/2006/main" xmlns:r="http://schemas.openxmlformats.org/officeDocument/2006/relationships" xmlns:p="http://schemas.openxmlformats.org/presentationml/2006/main">
  <p:tag name="TIMING" val="|1.1|1.8|1|1"/>
</p:tagLst>
</file>

<file path=ppt/tags/tag10.xml><?xml version="1.0" encoding="utf-8"?>
<p:tagLst xmlns:a="http://schemas.openxmlformats.org/drawingml/2006/main" xmlns:r="http://schemas.openxmlformats.org/officeDocument/2006/relationships" xmlns:p="http://schemas.openxmlformats.org/presentationml/2006/main">
  <p:tag name="TIMING" val="|1|0.7|0.4|0.4|3.6"/>
</p:tagLst>
</file>

<file path=ppt/tags/tag11.xml><?xml version="1.0" encoding="utf-8"?>
<p:tagLst xmlns:a="http://schemas.openxmlformats.org/drawingml/2006/main" xmlns:r="http://schemas.openxmlformats.org/officeDocument/2006/relationships" xmlns:p="http://schemas.openxmlformats.org/presentationml/2006/main">
  <p:tag name="TIMING" val="|1|0.7|0.4|0.4|3.6"/>
</p:tagLst>
</file>

<file path=ppt/tags/tag12.xml><?xml version="1.0" encoding="utf-8"?>
<p:tagLst xmlns:a="http://schemas.openxmlformats.org/drawingml/2006/main" xmlns:r="http://schemas.openxmlformats.org/officeDocument/2006/relationships" xmlns:p="http://schemas.openxmlformats.org/presentationml/2006/main">
  <p:tag name="TIMING" val="|1.1|1.8|1|1"/>
</p:tagLst>
</file>

<file path=ppt/tags/tag13.xml><?xml version="1.0" encoding="utf-8"?>
<p:tagLst xmlns:a="http://schemas.openxmlformats.org/drawingml/2006/main" xmlns:r="http://schemas.openxmlformats.org/officeDocument/2006/relationships" xmlns:p="http://schemas.openxmlformats.org/presentationml/2006/main">
  <p:tag name="TIMING" val="|1|0.7|0.4|0.4|3.6"/>
</p:tagLst>
</file>

<file path=ppt/tags/tag14.xml><?xml version="1.0" encoding="utf-8"?>
<p:tagLst xmlns:a="http://schemas.openxmlformats.org/drawingml/2006/main" xmlns:r="http://schemas.openxmlformats.org/officeDocument/2006/relationships" xmlns:p="http://schemas.openxmlformats.org/presentationml/2006/main">
  <p:tag name="TIMING" val="|1.1|1.8|1|1"/>
</p:tagLst>
</file>

<file path=ppt/tags/tag15.xml><?xml version="1.0" encoding="utf-8"?>
<p:tagLst xmlns:a="http://schemas.openxmlformats.org/drawingml/2006/main" xmlns:r="http://schemas.openxmlformats.org/officeDocument/2006/relationships" xmlns:p="http://schemas.openxmlformats.org/presentationml/2006/main">
  <p:tag name="TIMING" val="|1|0.7|0.4|0.4|3.6"/>
</p:tagLst>
</file>

<file path=ppt/tags/tag16.xml><?xml version="1.0" encoding="utf-8"?>
<p:tagLst xmlns:a="http://schemas.openxmlformats.org/drawingml/2006/main" xmlns:r="http://schemas.openxmlformats.org/officeDocument/2006/relationships" xmlns:p="http://schemas.openxmlformats.org/presentationml/2006/main">
  <p:tag name="TIMING" val="|1.1|1.8|1|1"/>
</p:tagLst>
</file>

<file path=ppt/tags/tag17.xml><?xml version="1.0" encoding="utf-8"?>
<p:tagLst xmlns:a="http://schemas.openxmlformats.org/drawingml/2006/main" xmlns:r="http://schemas.openxmlformats.org/officeDocument/2006/relationships" xmlns:p="http://schemas.openxmlformats.org/presentationml/2006/main">
  <p:tag name="TIMING" val="|1|0.7|0.4|0.4|3.6"/>
</p:tagLst>
</file>

<file path=ppt/tags/tag18.xml><?xml version="1.0" encoding="utf-8"?>
<p:tagLst xmlns:a="http://schemas.openxmlformats.org/drawingml/2006/main" xmlns:r="http://schemas.openxmlformats.org/officeDocument/2006/relationships" xmlns:p="http://schemas.openxmlformats.org/presentationml/2006/main">
  <p:tag name="TIMING" val="|1|0.7|0.4|0.4|3.6"/>
</p:tagLst>
</file>

<file path=ppt/tags/tag19.xml><?xml version="1.0" encoding="utf-8"?>
<p:tagLst xmlns:a="http://schemas.openxmlformats.org/drawingml/2006/main" xmlns:r="http://schemas.openxmlformats.org/officeDocument/2006/relationships" xmlns:p="http://schemas.openxmlformats.org/presentationml/2006/main">
  <p:tag name="TIMING" val="|1|0.7|0.4|0.4|3.6"/>
</p:tagLst>
</file>

<file path=ppt/tags/tag20.xml><?xml version="1.0" encoding="utf-8"?>
<p:tagLst xmlns:a="http://schemas.openxmlformats.org/drawingml/2006/main" xmlns:r="http://schemas.openxmlformats.org/officeDocument/2006/relationships" xmlns:p="http://schemas.openxmlformats.org/presentationml/2006/main">
  <p:tag name="TIMING" val="|1.1|1.8|1|1"/>
</p:tagLst>
</file>

<file path=ppt/tags/tag21.xml><?xml version="1.0" encoding="utf-8"?>
<p:tagLst xmlns:a="http://schemas.openxmlformats.org/drawingml/2006/main" xmlns:r="http://schemas.openxmlformats.org/officeDocument/2006/relationships" xmlns:p="http://schemas.openxmlformats.org/presentationml/2006/main">
  <p:tag name="TIMING" val="|1|0.7|0.4|0.4|3.6"/>
</p:tagLst>
</file>

<file path=ppt/tags/tag22.xml><?xml version="1.0" encoding="utf-8"?>
<p:tagLst xmlns:a="http://schemas.openxmlformats.org/drawingml/2006/main" xmlns:r="http://schemas.openxmlformats.org/officeDocument/2006/relationships" xmlns:p="http://schemas.openxmlformats.org/presentationml/2006/main">
  <p:tag name="TIMING" val="|1.1|1.8|1|1"/>
</p:tagLst>
</file>

<file path=ppt/tags/tag23.xml><?xml version="1.0" encoding="utf-8"?>
<p:tagLst xmlns:a="http://schemas.openxmlformats.org/drawingml/2006/main" xmlns:r="http://schemas.openxmlformats.org/officeDocument/2006/relationships" xmlns:p="http://schemas.openxmlformats.org/presentationml/2006/main">
  <p:tag name="TIMING" val="|1|0.7|0.4|0.4|3.6"/>
</p:tagLst>
</file>

<file path=ppt/tags/tag24.xml><?xml version="1.0" encoding="utf-8"?>
<p:tagLst xmlns:a="http://schemas.openxmlformats.org/drawingml/2006/main" xmlns:r="http://schemas.openxmlformats.org/officeDocument/2006/relationships" xmlns:p="http://schemas.openxmlformats.org/presentationml/2006/main">
  <p:tag name="TIMING" val="|1.1|1.8|1|1"/>
</p:tagLst>
</file>

<file path=ppt/tags/tag25.xml><?xml version="1.0" encoding="utf-8"?>
<p:tagLst xmlns:a="http://schemas.openxmlformats.org/drawingml/2006/main" xmlns:r="http://schemas.openxmlformats.org/officeDocument/2006/relationships" xmlns:p="http://schemas.openxmlformats.org/presentationml/2006/main">
  <p:tag name="TIMING" val="|0.2|0.2|0.3|0.2"/>
</p:tagLst>
</file>

<file path=ppt/tags/tag26.xml><?xml version="1.0" encoding="utf-8"?>
<p:tagLst xmlns:a="http://schemas.openxmlformats.org/drawingml/2006/main" xmlns:r="http://schemas.openxmlformats.org/officeDocument/2006/relationships" xmlns:p="http://schemas.openxmlformats.org/presentationml/2006/main">
  <p:tag name="TIMING" val="|1.1|1.8|1|1"/>
</p:tagLst>
</file>

<file path=ppt/tags/tag27.xml><?xml version="1.0" encoding="utf-8"?>
<p:tagLst xmlns:a="http://schemas.openxmlformats.org/drawingml/2006/main" xmlns:r="http://schemas.openxmlformats.org/officeDocument/2006/relationships" xmlns:p="http://schemas.openxmlformats.org/presentationml/2006/main">
  <p:tag name="TIMING" val="|1|0.7|0.4|0.4|3.6"/>
</p:tagLst>
</file>

<file path=ppt/tags/tag28.xml><?xml version="1.0" encoding="utf-8"?>
<p:tagLst xmlns:a="http://schemas.openxmlformats.org/drawingml/2006/main" xmlns:r="http://schemas.openxmlformats.org/officeDocument/2006/relationships" xmlns:p="http://schemas.openxmlformats.org/presentationml/2006/main">
  <p:tag name="TIMING" val="|1.1|1.8|1|1"/>
</p:tagLst>
</file>

<file path=ppt/tags/tag29.xml><?xml version="1.0" encoding="utf-8"?>
<p:tagLst xmlns:a="http://schemas.openxmlformats.org/drawingml/2006/main" xmlns:r="http://schemas.openxmlformats.org/officeDocument/2006/relationships" xmlns:p="http://schemas.openxmlformats.org/presentationml/2006/main">
  <p:tag name="TIMING" val="|1|0.7|0.4|0.4|3.6"/>
</p:tagLst>
</file>

<file path=ppt/tags/tag30.xml><?xml version="1.0" encoding="utf-8"?>
<p:tagLst xmlns:a="http://schemas.openxmlformats.org/drawingml/2006/main" xmlns:r="http://schemas.openxmlformats.org/officeDocument/2006/relationships" xmlns:p="http://schemas.openxmlformats.org/presentationml/2006/main">
  <p:tag name="TIMING" val="|1.1|1.8|1|1"/>
</p:tagLst>
</file>

<file path=ppt/tags/tag31.xml><?xml version="1.0" encoding="utf-8"?>
<p:tagLst xmlns:a="http://schemas.openxmlformats.org/drawingml/2006/main" xmlns:r="http://schemas.openxmlformats.org/officeDocument/2006/relationships" xmlns:p="http://schemas.openxmlformats.org/presentationml/2006/main">
  <p:tag name="TIMING" val="|1|0.7|0.4|0.4|3.6"/>
</p:tagLst>
</file>

<file path=ppt/tags/tag32.xml><?xml version="1.0" encoding="utf-8"?>
<p:tagLst xmlns:a="http://schemas.openxmlformats.org/drawingml/2006/main" xmlns:r="http://schemas.openxmlformats.org/officeDocument/2006/relationships" xmlns:p="http://schemas.openxmlformats.org/presentationml/2006/main">
  <p:tag name="TIMING" val="|1.1|1.8|1|1"/>
</p:tagLst>
</file>

<file path=ppt/tags/tag33.xml><?xml version="1.0" encoding="utf-8"?>
<p:tagLst xmlns:a="http://schemas.openxmlformats.org/drawingml/2006/main" xmlns:r="http://schemas.openxmlformats.org/officeDocument/2006/relationships" xmlns:p="http://schemas.openxmlformats.org/presentationml/2006/main">
  <p:tag name="TIMING" val="|0|0.2|0.1|0.1|0.2|0.1|0.4"/>
</p:tagLst>
</file>

<file path=ppt/theme/_rels/theme1.xml.rels><?xml version="1.0" encoding="UTF-8" standalone="yes"?>
<Relationships xmlns="http://schemas.openxmlformats.org/package/2006/relationships"><Relationship Id="rId1" Type="http://schemas.openxmlformats.org/officeDocument/2006/relationships/image" Target="../media/image1.jpg"/></Relationships>
</file>

<file path=ppt/theme/theme1.xml><?xml version="1.0" encoding="utf-8"?>
<a:theme xmlns:a="http://schemas.openxmlformats.org/drawingml/2006/main" name="Cube Blue 3D Slides，Freepptbackgrounds.net">
  <a:themeElements>
    <a:clrScheme name="自定义 2">
      <a:dk1>
        <a:srgbClr val="000000"/>
      </a:dk1>
      <a:lt1>
        <a:srgbClr val="FFFFFF"/>
      </a:lt1>
      <a:dk2>
        <a:srgbClr val="FFFFFF"/>
      </a:dk2>
      <a:lt2>
        <a:srgbClr val="FFFFFF"/>
      </a:lt2>
      <a:accent1>
        <a:srgbClr val="1368AA"/>
      </a:accent1>
      <a:accent2>
        <a:srgbClr val="00ACCB"/>
      </a:accent2>
      <a:accent3>
        <a:srgbClr val="1368AA"/>
      </a:accent3>
      <a:accent4>
        <a:srgbClr val="00ACCB"/>
      </a:accent4>
      <a:accent5>
        <a:srgbClr val="1368AA"/>
      </a:accent5>
      <a:accent6>
        <a:srgbClr val="00ACCB"/>
      </a:accent6>
      <a:hlink>
        <a:srgbClr val="326E84"/>
      </a:hlink>
      <a:folHlink>
        <a:srgbClr val="5B9DBB"/>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a:blip xmlns:r="http://schemas.openxmlformats.org/officeDocument/2006/relationships" r:embed="rId1"/>
          <a:stretch>
            <a:fillRect/>
          </a:stretch>
        </a:blipFill>
        <a:ln>
          <a:noFill/>
        </a:ln>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defRPr sz="1600" b="1" dirty="0" smtClean="0">
            <a:solidFill>
              <a:schemeClr val="accent6"/>
            </a:solidFill>
            <a:latin typeface="微软雅黑" pitchFamily="34" charset="-122"/>
            <a:ea typeface="微软雅黑" pitchFamily="34" charset="-122"/>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自定义 2">
    <a:dk1>
      <a:srgbClr val="000000"/>
    </a:dk1>
    <a:lt1>
      <a:srgbClr val="FFFFFF"/>
    </a:lt1>
    <a:dk2>
      <a:srgbClr val="FFFFFF"/>
    </a:dk2>
    <a:lt2>
      <a:srgbClr val="FFFFFF"/>
    </a:lt2>
    <a:accent1>
      <a:srgbClr val="1368AA"/>
    </a:accent1>
    <a:accent2>
      <a:srgbClr val="00ACCB"/>
    </a:accent2>
    <a:accent3>
      <a:srgbClr val="1368AA"/>
    </a:accent3>
    <a:accent4>
      <a:srgbClr val="00ACCB"/>
    </a:accent4>
    <a:accent5>
      <a:srgbClr val="1368AA"/>
    </a:accent5>
    <a:accent6>
      <a:srgbClr val="00ACCB"/>
    </a:accent6>
    <a:hlink>
      <a:srgbClr val="326E84"/>
    </a:hlink>
    <a:folHlink>
      <a:srgbClr val="5B9DBB"/>
    </a:folHlink>
  </a:clrScheme>
</a:themeOverride>
</file>

<file path=ppt/theme/themeOverride2.xml><?xml version="1.0" encoding="utf-8"?>
<a:themeOverride xmlns:a="http://schemas.openxmlformats.org/drawingml/2006/main">
  <a:clrScheme name="自定义 2">
    <a:dk1>
      <a:srgbClr val="000000"/>
    </a:dk1>
    <a:lt1>
      <a:srgbClr val="FFFFFF"/>
    </a:lt1>
    <a:dk2>
      <a:srgbClr val="FFFFFF"/>
    </a:dk2>
    <a:lt2>
      <a:srgbClr val="FFFFFF"/>
    </a:lt2>
    <a:accent1>
      <a:srgbClr val="1368AA"/>
    </a:accent1>
    <a:accent2>
      <a:srgbClr val="00ACCB"/>
    </a:accent2>
    <a:accent3>
      <a:srgbClr val="1368AA"/>
    </a:accent3>
    <a:accent4>
      <a:srgbClr val="00ACCB"/>
    </a:accent4>
    <a:accent5>
      <a:srgbClr val="1368AA"/>
    </a:accent5>
    <a:accent6>
      <a:srgbClr val="00ACCB"/>
    </a:accent6>
    <a:hlink>
      <a:srgbClr val="326E84"/>
    </a:hlink>
    <a:folHlink>
      <a:srgbClr val="5B9DBB"/>
    </a:folHlink>
  </a:clrScheme>
</a:themeOverride>
</file>

<file path=docProps/app.xml><?xml version="1.0" encoding="utf-8"?>
<Properties xmlns="http://schemas.openxmlformats.org/officeDocument/2006/extended-properties" xmlns:vt="http://schemas.openxmlformats.org/officeDocument/2006/docPropsVTypes">
  <TotalTime>23191</TotalTime>
  <Words>2188</Words>
  <Application>Microsoft Office PowerPoint</Application>
  <PresentationFormat>On-screen Show (16:9)</PresentationFormat>
  <Paragraphs>343</Paragraphs>
  <Slides>32</Slides>
  <Notes>32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Agency FB</vt:lpstr>
      <vt:lpstr>Aptos</vt:lpstr>
      <vt:lpstr>Arial</vt:lpstr>
      <vt:lpstr>Calibri</vt:lpstr>
      <vt:lpstr>Century Gothic</vt:lpstr>
      <vt:lpstr>Courier New</vt:lpstr>
      <vt:lpstr>Wingdings</vt:lpstr>
      <vt:lpstr>Cube Blue 3D Slides，Freepptbackgrounds.net</vt:lpstr>
      <vt:lpstr>PowerPoint Presentation</vt:lpstr>
      <vt:lpstr>01. About Software Industry and Software Testing Overview of the software industry and the critical role of testing in ensuring quality. 02. Technical Training and On-Job Training Hands-on training in software testing tools and real-world scenarios. 03. Interview Training Comprehensive preparation for interviews to boost confidence and communication. 04. Personalized Resume Designing Resume designing process  05. Interview Calls Access to job opportunities with guidance for successful interviews. 06. Job Roles and Selection Process  Support in choosing the right job aligned with your career goals. 07. Eligibility Criteria For Course  Clear requirements to ensure the program is a good fit for you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Freepptbackgrounds.net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Cube Blue 3D Slides</dc:title>
  <dc:subject>Powerpoint Template</dc:subject>
  <dc:creator>Freepptbackgrounds.net</dc:creator>
  <cp:keywords>Cube Blue 3D Slides</cp:keywords>
  <dc:description>Cube Blue 3D Slides_x000d_
www.freepptbackgrounds.net</dc:description>
  <cp:lastModifiedBy>Tushar Kathalkar</cp:lastModifiedBy>
  <cp:revision>1077</cp:revision>
  <dcterms:created xsi:type="dcterms:W3CDTF">2015-04-24T01:01:13Z</dcterms:created>
  <dcterms:modified xsi:type="dcterms:W3CDTF">2025-10-12T04:40:10Z</dcterms:modified>
</cp:coreProperties>
</file>