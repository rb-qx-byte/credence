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heme/themeOverride1.xml" ContentType="application/vnd.openxmlformats-officedocument.themeOverride+xml"/>
  <Override PartName="/ppt/tags/tag3.xml" ContentType="application/vnd.openxmlformats-officedocument.presentationml.tags+xml"/>
  <Override PartName="/ppt/notesSlides/notesSlide2.xml" ContentType="application/vnd.openxmlformats-officedocument.presentationml.notesSlide+xml"/>
  <Override PartName="/ppt/theme/themeOverride2.xml" ContentType="application/vnd.openxmlformats-officedocument.themeOverr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handoutMasterIdLst>
    <p:handoutMasterId r:id="rId20"/>
  </p:handoutMasterIdLst>
  <p:sldIdLst>
    <p:sldId id="487" r:id="rId2"/>
    <p:sldId id="428" r:id="rId3"/>
    <p:sldId id="395" r:id="rId4"/>
    <p:sldId id="474" r:id="rId5"/>
    <p:sldId id="485" r:id="rId6"/>
    <p:sldId id="477" r:id="rId7"/>
    <p:sldId id="467" r:id="rId8"/>
    <p:sldId id="478" r:id="rId9"/>
    <p:sldId id="488" r:id="rId10"/>
    <p:sldId id="489" r:id="rId11"/>
    <p:sldId id="479" r:id="rId12"/>
    <p:sldId id="480" r:id="rId13"/>
    <p:sldId id="481" r:id="rId14"/>
    <p:sldId id="483" r:id="rId15"/>
    <p:sldId id="484" r:id="rId16"/>
    <p:sldId id="482" r:id="rId17"/>
    <p:sldId id="486" r:id="rId18"/>
  </p:sldIdLst>
  <p:sldSz cx="9144000" cy="5143500" type="screen16x9"/>
  <p:notesSz cx="6858000" cy="9144000"/>
  <p:custDataLst>
    <p:tags r:id="rId21"/>
  </p:custDataLst>
  <p:defaultTex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p:defaultTextStyle>
  <p:extLst>
    <p:ext uri="{521415D9-36F7-43E2-AB2F-B90AF26B5E84}">
      <p14:sectionLst xmlns:p14="http://schemas.microsoft.com/office/powerpoint/2010/main">
        <p14:section name="Default Section" id="{6C002E4D-0E16-4792-8300-D1260C09FBBA}">
          <p14:sldIdLst>
            <p14:sldId id="487"/>
            <p14:sldId id="428"/>
            <p14:sldId id="395"/>
            <p14:sldId id="474"/>
            <p14:sldId id="485"/>
            <p14:sldId id="477"/>
            <p14:sldId id="467"/>
            <p14:sldId id="478"/>
            <p14:sldId id="488"/>
            <p14:sldId id="489"/>
            <p14:sldId id="479"/>
            <p14:sldId id="480"/>
            <p14:sldId id="481"/>
            <p14:sldId id="483"/>
            <p14:sldId id="484"/>
            <p14:sldId id="482"/>
          </p14:sldIdLst>
        </p14:section>
        <p14:section name="Untitled Section" id="{2184FB47-F10D-4C79-9326-4C5B8FB3727E}">
          <p14:sldIdLst>
            <p14:sldId id="486"/>
          </p14:sldIdLst>
        </p14:section>
      </p14:sectionLst>
    </p:ext>
    <p:ext uri="{EFAFB233-063F-42B5-8137-9DF3F51BA10A}">
      <p15:sldGuideLst xmlns:p15="http://schemas.microsoft.com/office/powerpoint/2012/main">
        <p15:guide id="1" orient="horz" pos="441"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7532"/>
    <a:srgbClr val="1474AC"/>
    <a:srgbClr val="F29000"/>
    <a:srgbClr val="2574B1"/>
    <a:srgbClr val="C47500"/>
    <a:srgbClr val="227AB4"/>
    <a:srgbClr val="00ACCB"/>
    <a:srgbClr val="48469F"/>
    <a:srgbClr val="00ACC4"/>
    <a:srgbClr val="1368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557" autoAdjust="0"/>
  </p:normalViewPr>
  <p:slideViewPr>
    <p:cSldViewPr>
      <p:cViewPr varScale="1">
        <p:scale>
          <a:sx n="80" d="100"/>
          <a:sy n="80" d="100"/>
        </p:scale>
        <p:origin x="904" y="64"/>
      </p:cViewPr>
      <p:guideLst>
        <p:guide orient="horz" pos="441"/>
        <p:guide pos="2880"/>
      </p:guideLst>
    </p:cSldViewPr>
  </p:slideViewPr>
  <p:outlineViewPr>
    <p:cViewPr>
      <p:scale>
        <a:sx n="33" d="100"/>
        <a:sy n="33" d="100"/>
      </p:scale>
      <p:origin x="0" y="0"/>
    </p:cViewPr>
    <p:sldLst>
      <p:sld r:id="rId1" collapse="1"/>
    </p:sldLst>
  </p:outlineViewPr>
  <p:notesTextViewPr>
    <p:cViewPr>
      <p:scale>
        <a:sx n="125" d="100"/>
        <a:sy n="125" d="100"/>
      </p:scale>
      <p:origin x="0" y="0"/>
    </p:cViewPr>
  </p:notesTextViewPr>
  <p:sorterViewPr>
    <p:cViewPr>
      <p:scale>
        <a:sx n="186" d="100"/>
        <a:sy n="18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_rels/viewProps.xml.rels><?xml version="1.0" encoding="UTF-8" standalone="yes"?>
<Relationships xmlns="http://schemas.openxmlformats.org/package/2006/relationships"><Relationship Id="rId1"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9AA6D5-BB3B-4123-B670-6ED9788D0960}" type="doc">
      <dgm:prSet loTypeId="urn:microsoft.com/office/officeart/2005/8/layout/hierarchy4" loCatId="hierarchy" qsTypeId="urn:microsoft.com/office/officeart/2005/8/quickstyle/simple3" qsCatId="simple" csTypeId="urn:microsoft.com/office/officeart/2005/8/colors/accent1_2" csCatId="accent1" phldr="1"/>
      <dgm:spPr/>
      <dgm:t>
        <a:bodyPr/>
        <a:lstStyle/>
        <a:p>
          <a:endParaRPr lang="en-US"/>
        </a:p>
      </dgm:t>
    </dgm:pt>
    <dgm:pt modelId="{414C57DB-018D-44FF-8867-91C6B8EC9EC2}">
      <dgm:prSet phldrT="[Text]" custT="1"/>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en-US" sz="900" b="1" dirty="0"/>
            <a:t>CEO</a:t>
          </a:r>
        </a:p>
      </dgm:t>
    </dgm:pt>
    <dgm:pt modelId="{A63F73FD-E056-4DCA-9B38-07823144A40B}" type="parTrans" cxnId="{775F4F7F-011F-4DBC-B266-8F2FD335B6D8}">
      <dgm:prSet/>
      <dgm:spPr/>
      <dgm:t>
        <a:bodyPr/>
        <a:lstStyle/>
        <a:p>
          <a:endParaRPr lang="en-US"/>
        </a:p>
      </dgm:t>
    </dgm:pt>
    <dgm:pt modelId="{2B6D5997-91A3-455C-884A-FD9131B134EC}" type="sibTrans" cxnId="{775F4F7F-011F-4DBC-B266-8F2FD335B6D8}">
      <dgm:prSet/>
      <dgm:spPr/>
      <dgm:t>
        <a:bodyPr/>
        <a:lstStyle/>
        <a:p>
          <a:endParaRPr lang="en-US"/>
        </a:p>
      </dgm:t>
    </dgm:pt>
    <dgm:pt modelId="{703D6A2F-EC02-47F0-B6E6-68B0E9A29A3D}">
      <dgm:prSet phldrT="[Text]" custT="1"/>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en-US" sz="900" b="1" dirty="0"/>
            <a:t>Delivery Manager</a:t>
          </a:r>
        </a:p>
      </dgm:t>
    </dgm:pt>
    <dgm:pt modelId="{E3B70685-A1F7-496D-943D-375F5BEDA729}" type="sibTrans" cxnId="{B7FC3ACF-7DD8-4780-B8FC-5C20CF771584}">
      <dgm:prSet/>
      <dgm:spPr/>
      <dgm:t>
        <a:bodyPr/>
        <a:lstStyle/>
        <a:p>
          <a:endParaRPr lang="en-US"/>
        </a:p>
      </dgm:t>
    </dgm:pt>
    <dgm:pt modelId="{DB9EF09A-388B-4A82-9BD5-4BF1885C6E7E}" type="parTrans" cxnId="{B7FC3ACF-7DD8-4780-B8FC-5C20CF771584}">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US" sz="2800" b="1"/>
        </a:p>
      </dgm:t>
    </dgm:pt>
    <dgm:pt modelId="{A1F023C9-637D-43F4-ADF9-F99BED10107F}">
      <dgm:prSet phldrT="[Text]" custT="1"/>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en-US" sz="900" b="1" dirty="0"/>
            <a:t>Account Manager</a:t>
          </a:r>
        </a:p>
      </dgm:t>
    </dgm:pt>
    <dgm:pt modelId="{37102E30-B4AB-4F98-B165-688AE5E17699}" type="parTrans" cxnId="{11366D91-9EC2-4159-8F90-B0F4F738796B}">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US" sz="2800" b="1"/>
        </a:p>
      </dgm:t>
    </dgm:pt>
    <dgm:pt modelId="{97D33CD9-D590-4DA2-89BD-C7256AB78FB7}" type="sibTrans" cxnId="{11366D91-9EC2-4159-8F90-B0F4F738796B}">
      <dgm:prSet/>
      <dgm:spPr/>
      <dgm:t>
        <a:bodyPr/>
        <a:lstStyle/>
        <a:p>
          <a:endParaRPr lang="en-US"/>
        </a:p>
      </dgm:t>
    </dgm:pt>
    <dgm:pt modelId="{F2D7A830-64E6-4907-9D54-F98F1BA1CC23}">
      <dgm:prSet phldrT="[Text]" custT="1"/>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en-US" sz="900" b="1" dirty="0"/>
            <a:t>Sr. Project Manager</a:t>
          </a:r>
        </a:p>
      </dgm:t>
    </dgm:pt>
    <dgm:pt modelId="{F141932F-A79A-4A5B-81A1-704E7D35B2E1}" type="parTrans" cxnId="{8FCEDE53-74A8-4B0A-AE56-3229B004C19F}">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US" sz="2800" b="1"/>
        </a:p>
      </dgm:t>
    </dgm:pt>
    <dgm:pt modelId="{F6EB475C-A035-4519-B2D2-46E3446615CF}" type="sibTrans" cxnId="{8FCEDE53-74A8-4B0A-AE56-3229B004C19F}">
      <dgm:prSet/>
      <dgm:spPr/>
      <dgm:t>
        <a:bodyPr/>
        <a:lstStyle/>
        <a:p>
          <a:endParaRPr lang="en-US"/>
        </a:p>
      </dgm:t>
    </dgm:pt>
    <dgm:pt modelId="{283E15DE-0E6D-48F4-9C87-27CF1ADBFAAF}">
      <dgm:prSet phldrT="[Text]" custT="1"/>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en-US" sz="900" b="1" dirty="0"/>
            <a:t>Project Manager</a:t>
          </a:r>
        </a:p>
      </dgm:t>
    </dgm:pt>
    <dgm:pt modelId="{94BFB376-8EF7-483D-A5A3-68A5CDC4C9CA}" type="parTrans" cxnId="{FD0E4BE9-89D5-40AF-9807-B8B212888EF8}">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US" sz="2800" b="1"/>
        </a:p>
      </dgm:t>
    </dgm:pt>
    <dgm:pt modelId="{B960FBD8-46CB-4AF5-9B37-04FA121A8A93}" type="sibTrans" cxnId="{FD0E4BE9-89D5-40AF-9807-B8B212888EF8}">
      <dgm:prSet/>
      <dgm:spPr/>
      <dgm:t>
        <a:bodyPr/>
        <a:lstStyle/>
        <a:p>
          <a:endParaRPr lang="en-US"/>
        </a:p>
      </dgm:t>
    </dgm:pt>
    <dgm:pt modelId="{D3A251BC-8D5E-43A0-915D-EAA963D52ACB}">
      <dgm:prSet phldrT="[Text]" custT="1"/>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en-US" sz="900" b="1" dirty="0">
              <a:solidFill>
                <a:srgbClr val="1474AC"/>
              </a:solidFill>
            </a:rPr>
            <a:t>Dev</a:t>
          </a:r>
          <a:r>
            <a:rPr lang="en-AG" sz="900" b="1" dirty="0" err="1">
              <a:solidFill>
                <a:srgbClr val="1474AC"/>
              </a:solidFill>
            </a:rPr>
            <a:t>elopment</a:t>
          </a:r>
          <a:r>
            <a:rPr lang="en-US" sz="900" b="1" dirty="0">
              <a:solidFill>
                <a:srgbClr val="1474AC"/>
              </a:solidFill>
            </a:rPr>
            <a:t> Team Lead</a:t>
          </a:r>
        </a:p>
      </dgm:t>
    </dgm:pt>
    <dgm:pt modelId="{3CD24F35-9DC8-4236-A1C6-B022E4583B58}" type="parTrans" cxnId="{BA2D59F7-85E0-43BD-8C38-0E0B429FF797}">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US" sz="2800" b="1"/>
        </a:p>
      </dgm:t>
    </dgm:pt>
    <dgm:pt modelId="{D7FA2005-BEEE-41AE-8566-61D942BE11E6}" type="sibTrans" cxnId="{BA2D59F7-85E0-43BD-8C38-0E0B429FF797}">
      <dgm:prSet/>
      <dgm:spPr/>
      <dgm:t>
        <a:bodyPr/>
        <a:lstStyle/>
        <a:p>
          <a:endParaRPr lang="en-US"/>
        </a:p>
      </dgm:t>
    </dgm:pt>
    <dgm:pt modelId="{C91FC430-A1E5-4F31-8963-3573D71D1F58}">
      <dgm:prSet phldrT="[Text]" custT="1"/>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en-US" sz="900" b="1" dirty="0">
              <a:solidFill>
                <a:srgbClr val="CE7532"/>
              </a:solidFill>
            </a:rPr>
            <a:t>Test Team Lead</a:t>
          </a:r>
        </a:p>
      </dgm:t>
    </dgm:pt>
    <dgm:pt modelId="{9251C1E1-7C90-4DAD-B994-C0CBAC3E6615}" type="parTrans" cxnId="{028BA2BB-6A13-4C02-8733-CC8247AFFC3E}">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US" sz="2800" b="1"/>
        </a:p>
      </dgm:t>
    </dgm:pt>
    <dgm:pt modelId="{E0120980-06C2-4258-B265-2289505DE704}" type="sibTrans" cxnId="{028BA2BB-6A13-4C02-8733-CC8247AFFC3E}">
      <dgm:prSet/>
      <dgm:spPr/>
      <dgm:t>
        <a:bodyPr/>
        <a:lstStyle/>
        <a:p>
          <a:endParaRPr lang="en-US"/>
        </a:p>
      </dgm:t>
    </dgm:pt>
    <dgm:pt modelId="{25EC3882-E621-4F2D-995C-6CDBABA3C039}">
      <dgm:prSet phldrT="[Text]" custT="1"/>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en-US" sz="900" b="1" dirty="0">
              <a:solidFill>
                <a:srgbClr val="1474AC"/>
              </a:solidFill>
            </a:rPr>
            <a:t>Sr. Software Engineers </a:t>
          </a:r>
        </a:p>
      </dgm:t>
    </dgm:pt>
    <dgm:pt modelId="{B6A7C952-F94A-4F55-B2EA-9DDF02F77578}" type="parTrans" cxnId="{7DF04963-1D86-44D4-9FEC-456637CA0174}">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US" sz="2800" b="1"/>
        </a:p>
      </dgm:t>
    </dgm:pt>
    <dgm:pt modelId="{049C11ED-F117-4BB6-ADC1-3982BE36F8AA}" type="sibTrans" cxnId="{7DF04963-1D86-44D4-9FEC-456637CA0174}">
      <dgm:prSet/>
      <dgm:spPr/>
      <dgm:t>
        <a:bodyPr/>
        <a:lstStyle/>
        <a:p>
          <a:endParaRPr lang="en-US"/>
        </a:p>
      </dgm:t>
    </dgm:pt>
    <dgm:pt modelId="{145C1677-8BE8-4980-B608-72131C3A2BF1}">
      <dgm:prSet phldrT="[Text]" custT="1"/>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en-US" sz="900" b="1" dirty="0">
              <a:solidFill>
                <a:srgbClr val="1474AC"/>
              </a:solidFill>
            </a:rPr>
            <a:t>Software  Engineers  </a:t>
          </a:r>
        </a:p>
      </dgm:t>
    </dgm:pt>
    <dgm:pt modelId="{3EB11055-43E6-49F3-A6D7-38696E3A4764}" type="parTrans" cxnId="{04595E97-FC68-4B9C-B323-FC57510056E9}">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US" sz="2800" b="1"/>
        </a:p>
      </dgm:t>
    </dgm:pt>
    <dgm:pt modelId="{3DE47CD6-04A7-43D6-84B7-D5AD5B8A7887}" type="sibTrans" cxnId="{04595E97-FC68-4B9C-B323-FC57510056E9}">
      <dgm:prSet/>
      <dgm:spPr/>
      <dgm:t>
        <a:bodyPr/>
        <a:lstStyle/>
        <a:p>
          <a:endParaRPr lang="en-US"/>
        </a:p>
      </dgm:t>
    </dgm:pt>
    <dgm:pt modelId="{2A70D3B0-5A68-4774-A392-26A229C27986}">
      <dgm:prSet phldrT="[Text]" custT="1"/>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en-US" sz="900" b="1" dirty="0">
              <a:solidFill>
                <a:srgbClr val="1474AC"/>
              </a:solidFill>
            </a:rPr>
            <a:t>Jr.  Software Engineers </a:t>
          </a:r>
        </a:p>
      </dgm:t>
    </dgm:pt>
    <dgm:pt modelId="{21CF3DC1-CF3C-443C-852E-BEB518F64EB5}" type="parTrans" cxnId="{172372F5-3157-44DE-B08D-1B72E9D85AEF}">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US" sz="2800" b="1"/>
        </a:p>
      </dgm:t>
    </dgm:pt>
    <dgm:pt modelId="{B3C61612-B891-4271-B141-C030D9F4B553}" type="sibTrans" cxnId="{172372F5-3157-44DE-B08D-1B72E9D85AEF}">
      <dgm:prSet/>
      <dgm:spPr/>
      <dgm:t>
        <a:bodyPr/>
        <a:lstStyle/>
        <a:p>
          <a:endParaRPr lang="en-US"/>
        </a:p>
      </dgm:t>
    </dgm:pt>
    <dgm:pt modelId="{39146EA8-9456-445F-BF1E-54B0FA3A62C7}">
      <dgm:prSet phldrT="[Text]" custT="1"/>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en-US" sz="900" b="1" dirty="0">
              <a:solidFill>
                <a:srgbClr val="CE7532"/>
              </a:solidFill>
            </a:rPr>
            <a:t>Sr.  Software Test Engineers  </a:t>
          </a:r>
        </a:p>
      </dgm:t>
    </dgm:pt>
    <dgm:pt modelId="{E9A8B2C0-FFD8-4D1E-BAD0-C48A4F6128DB}" type="parTrans" cxnId="{825A2E48-97D3-4171-A741-D85BD21A6F6B}">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US" sz="2800" b="1"/>
        </a:p>
      </dgm:t>
    </dgm:pt>
    <dgm:pt modelId="{160B3847-85AD-45DA-BEC9-CB75BA2606F6}" type="sibTrans" cxnId="{825A2E48-97D3-4171-A741-D85BD21A6F6B}">
      <dgm:prSet/>
      <dgm:spPr/>
      <dgm:t>
        <a:bodyPr/>
        <a:lstStyle/>
        <a:p>
          <a:endParaRPr lang="en-US"/>
        </a:p>
      </dgm:t>
    </dgm:pt>
    <dgm:pt modelId="{061CD2C3-B07F-441B-BBFD-ECDABE486641}">
      <dgm:prSet phldrT="[Text]" custT="1"/>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en-US" sz="900" b="1" dirty="0">
              <a:solidFill>
                <a:srgbClr val="CE7532"/>
              </a:solidFill>
            </a:rPr>
            <a:t>Software Test  Engineers </a:t>
          </a:r>
        </a:p>
      </dgm:t>
    </dgm:pt>
    <dgm:pt modelId="{735DB2E1-9701-403B-825A-9F0377CF1D88}" type="parTrans" cxnId="{DBD7049C-B77C-4D93-B397-AF09BEDECC28}">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US" sz="2800" b="1"/>
        </a:p>
      </dgm:t>
    </dgm:pt>
    <dgm:pt modelId="{A7CE9585-5DF0-46F0-A7C4-51F3C7728AE4}" type="sibTrans" cxnId="{DBD7049C-B77C-4D93-B397-AF09BEDECC28}">
      <dgm:prSet/>
      <dgm:spPr/>
      <dgm:t>
        <a:bodyPr/>
        <a:lstStyle/>
        <a:p>
          <a:endParaRPr lang="en-US"/>
        </a:p>
      </dgm:t>
    </dgm:pt>
    <dgm:pt modelId="{FBC06A8A-B993-44A8-B450-CCF8714517ED}">
      <dgm:prSet phldrT="[Text]" custT="1"/>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en-US" sz="900" b="1" dirty="0">
              <a:solidFill>
                <a:srgbClr val="CE7532"/>
              </a:solidFill>
            </a:rPr>
            <a:t>Jr.  Software Test Engineers </a:t>
          </a:r>
        </a:p>
      </dgm:t>
    </dgm:pt>
    <dgm:pt modelId="{9953B05B-D005-4653-BA64-4DB22E2A0D89}" type="parTrans" cxnId="{36394832-26DD-4F7C-9006-141304A0246D}">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US" sz="2800" b="1"/>
        </a:p>
      </dgm:t>
    </dgm:pt>
    <dgm:pt modelId="{1259B4B9-B1E8-4821-AC17-FE959A1A4CF5}" type="sibTrans" cxnId="{36394832-26DD-4F7C-9006-141304A0246D}">
      <dgm:prSet/>
      <dgm:spPr/>
      <dgm:t>
        <a:bodyPr/>
        <a:lstStyle/>
        <a:p>
          <a:endParaRPr lang="en-US"/>
        </a:p>
      </dgm:t>
    </dgm:pt>
    <dgm:pt modelId="{090A9308-5B43-4CCF-9310-A00663A2C3CE}">
      <dgm:prSet phldrT="[Text]" custT="1"/>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en-US" sz="900" b="1" dirty="0">
              <a:solidFill>
                <a:srgbClr val="CE7532"/>
              </a:solidFill>
            </a:rPr>
            <a:t>Architect</a:t>
          </a:r>
        </a:p>
      </dgm:t>
    </dgm:pt>
    <dgm:pt modelId="{22083608-B7D8-4EFA-929A-7839A1248602}" type="parTrans" cxnId="{E89107AC-B50B-4832-9909-39D364AFF341}">
      <dgm:prSet/>
      <dgm:spPr/>
      <dgm:t>
        <a:bodyPr/>
        <a:lstStyle/>
        <a:p>
          <a:endParaRPr lang="en-US"/>
        </a:p>
      </dgm:t>
    </dgm:pt>
    <dgm:pt modelId="{551BC62D-7420-4247-8D14-3B21576EA26B}" type="sibTrans" cxnId="{E89107AC-B50B-4832-9909-39D364AFF341}">
      <dgm:prSet/>
      <dgm:spPr/>
      <dgm:t>
        <a:bodyPr/>
        <a:lstStyle/>
        <a:p>
          <a:endParaRPr lang="en-US"/>
        </a:p>
      </dgm:t>
    </dgm:pt>
    <dgm:pt modelId="{16AE5B67-2CE0-4731-BA18-7F38DEFD5C90}">
      <dgm:prSet phldrT="[Text]" custT="1"/>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en-US" sz="900" b="1" dirty="0">
              <a:solidFill>
                <a:srgbClr val="CE7532"/>
              </a:solidFill>
            </a:rPr>
            <a:t>Business Analyst</a:t>
          </a:r>
        </a:p>
      </dgm:t>
    </dgm:pt>
    <dgm:pt modelId="{85DA8DC8-BB51-48BA-AD08-CBF62681C479}" type="parTrans" cxnId="{5F11E520-BB68-4B79-A9E0-4949DD62B468}">
      <dgm:prSet/>
      <dgm:spPr/>
      <dgm:t>
        <a:bodyPr/>
        <a:lstStyle/>
        <a:p>
          <a:endParaRPr lang="en-US"/>
        </a:p>
      </dgm:t>
    </dgm:pt>
    <dgm:pt modelId="{F226E95E-5226-4B02-ACC4-5CAB9F883DDE}" type="sibTrans" cxnId="{5F11E520-BB68-4B79-A9E0-4949DD62B468}">
      <dgm:prSet/>
      <dgm:spPr/>
      <dgm:t>
        <a:bodyPr/>
        <a:lstStyle/>
        <a:p>
          <a:endParaRPr lang="en-US"/>
        </a:p>
      </dgm:t>
    </dgm:pt>
    <dgm:pt modelId="{D7F1B3AE-4CB5-4308-92E4-169C3BE689EC}" type="pres">
      <dgm:prSet presAssocID="{549AA6D5-BB3B-4123-B670-6ED9788D0960}" presName="Name0" presStyleCnt="0">
        <dgm:presLayoutVars>
          <dgm:chPref val="1"/>
          <dgm:dir/>
          <dgm:animOne val="branch"/>
          <dgm:animLvl val="lvl"/>
          <dgm:resizeHandles/>
        </dgm:presLayoutVars>
      </dgm:prSet>
      <dgm:spPr/>
    </dgm:pt>
    <dgm:pt modelId="{04F7568E-460D-4479-B25C-D6FCE391AD0C}" type="pres">
      <dgm:prSet presAssocID="{414C57DB-018D-44FF-8867-91C6B8EC9EC2}" presName="vertOne" presStyleCnt="0"/>
      <dgm:spPr/>
    </dgm:pt>
    <dgm:pt modelId="{3BEA2717-6028-4F83-83B7-3271AF49E954}" type="pres">
      <dgm:prSet presAssocID="{414C57DB-018D-44FF-8867-91C6B8EC9EC2}" presName="txOne" presStyleLbl="node0" presStyleIdx="0" presStyleCnt="1" custLinFactNeighborX="515" custLinFactNeighborY="-7611">
        <dgm:presLayoutVars>
          <dgm:chPref val="3"/>
        </dgm:presLayoutVars>
      </dgm:prSet>
      <dgm:spPr/>
    </dgm:pt>
    <dgm:pt modelId="{B9FF83A1-F057-431D-9E65-857A2EB3D88A}" type="pres">
      <dgm:prSet presAssocID="{414C57DB-018D-44FF-8867-91C6B8EC9EC2}" presName="parTransOne" presStyleCnt="0"/>
      <dgm:spPr/>
    </dgm:pt>
    <dgm:pt modelId="{01FF7DA1-19D8-4868-B025-6BA37BAD598F}" type="pres">
      <dgm:prSet presAssocID="{414C57DB-018D-44FF-8867-91C6B8EC9EC2}" presName="horzOne" presStyleCnt="0"/>
      <dgm:spPr/>
    </dgm:pt>
    <dgm:pt modelId="{8955A729-4F40-472E-A452-54CF2A5DBE5C}" type="pres">
      <dgm:prSet presAssocID="{A1F023C9-637D-43F4-ADF9-F99BED10107F}" presName="vertTwo" presStyleCnt="0"/>
      <dgm:spPr/>
    </dgm:pt>
    <dgm:pt modelId="{B040FC43-4D53-4BFF-9374-EE720012751C}" type="pres">
      <dgm:prSet presAssocID="{A1F023C9-637D-43F4-ADF9-F99BED10107F}" presName="txTwo" presStyleLbl="node2" presStyleIdx="0" presStyleCnt="1">
        <dgm:presLayoutVars>
          <dgm:chPref val="3"/>
        </dgm:presLayoutVars>
      </dgm:prSet>
      <dgm:spPr/>
    </dgm:pt>
    <dgm:pt modelId="{F1FEEBB0-762E-41E2-A3AE-A5058CDB27F7}" type="pres">
      <dgm:prSet presAssocID="{A1F023C9-637D-43F4-ADF9-F99BED10107F}" presName="parTransTwo" presStyleCnt="0"/>
      <dgm:spPr/>
    </dgm:pt>
    <dgm:pt modelId="{F89A8FBE-2B88-4172-89B4-BB0A8E91BD37}" type="pres">
      <dgm:prSet presAssocID="{A1F023C9-637D-43F4-ADF9-F99BED10107F}" presName="horzTwo" presStyleCnt="0"/>
      <dgm:spPr/>
    </dgm:pt>
    <dgm:pt modelId="{AA7CFBCE-0F6A-4215-BF36-2D620191F8A7}" type="pres">
      <dgm:prSet presAssocID="{703D6A2F-EC02-47F0-B6E6-68B0E9A29A3D}" presName="vertThree" presStyleCnt="0"/>
      <dgm:spPr/>
    </dgm:pt>
    <dgm:pt modelId="{8B4368F3-E9F2-4E12-9B74-C7BAB175F274}" type="pres">
      <dgm:prSet presAssocID="{703D6A2F-EC02-47F0-B6E6-68B0E9A29A3D}" presName="txThree" presStyleLbl="node3" presStyleIdx="0" presStyleCnt="1">
        <dgm:presLayoutVars>
          <dgm:chPref val="3"/>
        </dgm:presLayoutVars>
      </dgm:prSet>
      <dgm:spPr/>
    </dgm:pt>
    <dgm:pt modelId="{C9743389-9187-4633-B93E-9215DF5DBD70}" type="pres">
      <dgm:prSet presAssocID="{703D6A2F-EC02-47F0-B6E6-68B0E9A29A3D}" presName="parTransThree" presStyleCnt="0"/>
      <dgm:spPr/>
    </dgm:pt>
    <dgm:pt modelId="{3E61CBFC-FCFF-4C0D-A216-AEA2A9B3FF05}" type="pres">
      <dgm:prSet presAssocID="{703D6A2F-EC02-47F0-B6E6-68B0E9A29A3D}" presName="horzThree" presStyleCnt="0"/>
      <dgm:spPr/>
    </dgm:pt>
    <dgm:pt modelId="{0D48041A-A1A7-4096-A53D-78BD3B8D7D0C}" type="pres">
      <dgm:prSet presAssocID="{F2D7A830-64E6-4907-9D54-F98F1BA1CC23}" presName="vertFour" presStyleCnt="0">
        <dgm:presLayoutVars>
          <dgm:chPref val="3"/>
        </dgm:presLayoutVars>
      </dgm:prSet>
      <dgm:spPr/>
    </dgm:pt>
    <dgm:pt modelId="{C0A3EBA3-728D-4CB6-9F9A-91277D67B421}" type="pres">
      <dgm:prSet presAssocID="{F2D7A830-64E6-4907-9D54-F98F1BA1CC23}" presName="txFour" presStyleLbl="node4" presStyleIdx="0" presStyleCnt="12">
        <dgm:presLayoutVars>
          <dgm:chPref val="3"/>
        </dgm:presLayoutVars>
      </dgm:prSet>
      <dgm:spPr/>
    </dgm:pt>
    <dgm:pt modelId="{1D32C612-A58B-4376-A8A5-A58F640A6BCC}" type="pres">
      <dgm:prSet presAssocID="{F2D7A830-64E6-4907-9D54-F98F1BA1CC23}" presName="parTransFour" presStyleCnt="0"/>
      <dgm:spPr/>
    </dgm:pt>
    <dgm:pt modelId="{89940425-2026-4185-920B-6171F9D303B2}" type="pres">
      <dgm:prSet presAssocID="{F2D7A830-64E6-4907-9D54-F98F1BA1CC23}" presName="horzFour" presStyleCnt="0"/>
      <dgm:spPr/>
    </dgm:pt>
    <dgm:pt modelId="{708C0BB5-69C6-4C12-884B-F6928653BFD0}" type="pres">
      <dgm:prSet presAssocID="{283E15DE-0E6D-48F4-9C87-27CF1ADBFAAF}" presName="vertFour" presStyleCnt="0">
        <dgm:presLayoutVars>
          <dgm:chPref val="3"/>
        </dgm:presLayoutVars>
      </dgm:prSet>
      <dgm:spPr/>
    </dgm:pt>
    <dgm:pt modelId="{E1C5E814-CABB-4796-AEA5-8B79548FD1A7}" type="pres">
      <dgm:prSet presAssocID="{283E15DE-0E6D-48F4-9C87-27CF1ADBFAAF}" presName="txFour" presStyleLbl="node4" presStyleIdx="1" presStyleCnt="12">
        <dgm:presLayoutVars>
          <dgm:chPref val="3"/>
        </dgm:presLayoutVars>
      </dgm:prSet>
      <dgm:spPr/>
    </dgm:pt>
    <dgm:pt modelId="{F40B1AC2-532B-44E2-9BC0-724FCBDB528F}" type="pres">
      <dgm:prSet presAssocID="{283E15DE-0E6D-48F4-9C87-27CF1ADBFAAF}" presName="parTransFour" presStyleCnt="0"/>
      <dgm:spPr/>
    </dgm:pt>
    <dgm:pt modelId="{D052FFC8-F019-4FD8-AA98-919930529E51}" type="pres">
      <dgm:prSet presAssocID="{283E15DE-0E6D-48F4-9C87-27CF1ADBFAAF}" presName="horzFour" presStyleCnt="0"/>
      <dgm:spPr/>
    </dgm:pt>
    <dgm:pt modelId="{10DCA1F7-0062-4076-959E-7DC8B8523818}" type="pres">
      <dgm:prSet presAssocID="{D3A251BC-8D5E-43A0-915D-EAA963D52ACB}" presName="vertFour" presStyleCnt="0">
        <dgm:presLayoutVars>
          <dgm:chPref val="3"/>
        </dgm:presLayoutVars>
      </dgm:prSet>
      <dgm:spPr/>
    </dgm:pt>
    <dgm:pt modelId="{246BE845-91D2-41CF-AFEC-203367E042E3}" type="pres">
      <dgm:prSet presAssocID="{D3A251BC-8D5E-43A0-915D-EAA963D52ACB}" presName="txFour" presStyleLbl="node4" presStyleIdx="2" presStyleCnt="12">
        <dgm:presLayoutVars>
          <dgm:chPref val="3"/>
        </dgm:presLayoutVars>
      </dgm:prSet>
      <dgm:spPr/>
    </dgm:pt>
    <dgm:pt modelId="{FA354CDB-89E7-4690-9CF8-E7261A94C813}" type="pres">
      <dgm:prSet presAssocID="{D3A251BC-8D5E-43A0-915D-EAA963D52ACB}" presName="parTransFour" presStyleCnt="0"/>
      <dgm:spPr/>
    </dgm:pt>
    <dgm:pt modelId="{6F601F2B-39D1-4180-9E98-18265D1A8DF5}" type="pres">
      <dgm:prSet presAssocID="{D3A251BC-8D5E-43A0-915D-EAA963D52ACB}" presName="horzFour" presStyleCnt="0"/>
      <dgm:spPr/>
    </dgm:pt>
    <dgm:pt modelId="{1E83DECB-D278-4DAD-B723-6315FA57DFEC}" type="pres">
      <dgm:prSet presAssocID="{25EC3882-E621-4F2D-995C-6CDBABA3C039}" presName="vertFour" presStyleCnt="0">
        <dgm:presLayoutVars>
          <dgm:chPref val="3"/>
        </dgm:presLayoutVars>
      </dgm:prSet>
      <dgm:spPr/>
    </dgm:pt>
    <dgm:pt modelId="{0059465A-6512-43DF-8DC7-9B34B3D1C2EA}" type="pres">
      <dgm:prSet presAssocID="{25EC3882-E621-4F2D-995C-6CDBABA3C039}" presName="txFour" presStyleLbl="node4" presStyleIdx="3" presStyleCnt="12">
        <dgm:presLayoutVars>
          <dgm:chPref val="3"/>
        </dgm:presLayoutVars>
      </dgm:prSet>
      <dgm:spPr/>
    </dgm:pt>
    <dgm:pt modelId="{5E5E522D-3988-470B-B85F-9F6099E67D31}" type="pres">
      <dgm:prSet presAssocID="{25EC3882-E621-4F2D-995C-6CDBABA3C039}" presName="horzFour" presStyleCnt="0"/>
      <dgm:spPr/>
    </dgm:pt>
    <dgm:pt modelId="{201A8ECB-1B35-4156-98B7-6928B407F712}" type="pres">
      <dgm:prSet presAssocID="{049C11ED-F117-4BB6-ADC1-3982BE36F8AA}" presName="sibSpaceFour" presStyleCnt="0"/>
      <dgm:spPr/>
    </dgm:pt>
    <dgm:pt modelId="{FBBBDDA8-CCBF-4DE6-A229-704C6784020E}" type="pres">
      <dgm:prSet presAssocID="{145C1677-8BE8-4980-B608-72131C3A2BF1}" presName="vertFour" presStyleCnt="0">
        <dgm:presLayoutVars>
          <dgm:chPref val="3"/>
        </dgm:presLayoutVars>
      </dgm:prSet>
      <dgm:spPr/>
    </dgm:pt>
    <dgm:pt modelId="{CCEB291E-5986-492C-85D0-26FF87829187}" type="pres">
      <dgm:prSet presAssocID="{145C1677-8BE8-4980-B608-72131C3A2BF1}" presName="txFour" presStyleLbl="node4" presStyleIdx="4" presStyleCnt="12">
        <dgm:presLayoutVars>
          <dgm:chPref val="3"/>
        </dgm:presLayoutVars>
      </dgm:prSet>
      <dgm:spPr/>
    </dgm:pt>
    <dgm:pt modelId="{A0A63C16-9D8D-4F17-AC5A-37CD9F637E82}" type="pres">
      <dgm:prSet presAssocID="{145C1677-8BE8-4980-B608-72131C3A2BF1}" presName="horzFour" presStyleCnt="0"/>
      <dgm:spPr/>
    </dgm:pt>
    <dgm:pt modelId="{BED9519B-33DC-4E93-B1D7-9969488A705B}" type="pres">
      <dgm:prSet presAssocID="{3DE47CD6-04A7-43D6-84B7-D5AD5B8A7887}" presName="sibSpaceFour" presStyleCnt="0"/>
      <dgm:spPr/>
    </dgm:pt>
    <dgm:pt modelId="{DC27B695-58C8-464E-AD88-354A3E4C226C}" type="pres">
      <dgm:prSet presAssocID="{2A70D3B0-5A68-4774-A392-26A229C27986}" presName="vertFour" presStyleCnt="0">
        <dgm:presLayoutVars>
          <dgm:chPref val="3"/>
        </dgm:presLayoutVars>
      </dgm:prSet>
      <dgm:spPr/>
    </dgm:pt>
    <dgm:pt modelId="{F7EAA936-B491-4A91-A40E-D53A5281C8B9}" type="pres">
      <dgm:prSet presAssocID="{2A70D3B0-5A68-4774-A392-26A229C27986}" presName="txFour" presStyleLbl="node4" presStyleIdx="5" presStyleCnt="12">
        <dgm:presLayoutVars>
          <dgm:chPref val="3"/>
        </dgm:presLayoutVars>
      </dgm:prSet>
      <dgm:spPr/>
    </dgm:pt>
    <dgm:pt modelId="{75DC6E81-9928-44A8-A14B-76A7C7A4C638}" type="pres">
      <dgm:prSet presAssocID="{2A70D3B0-5A68-4774-A392-26A229C27986}" presName="horzFour" presStyleCnt="0"/>
      <dgm:spPr/>
    </dgm:pt>
    <dgm:pt modelId="{1E48D2BF-AED3-4B1B-BBBE-67273CE68900}" type="pres">
      <dgm:prSet presAssocID="{D7FA2005-BEEE-41AE-8566-61D942BE11E6}" presName="sibSpaceFour" presStyleCnt="0"/>
      <dgm:spPr/>
    </dgm:pt>
    <dgm:pt modelId="{D18C9E7D-1C6C-4D7D-911E-553492FFD1C9}" type="pres">
      <dgm:prSet presAssocID="{C91FC430-A1E5-4F31-8963-3573D71D1F58}" presName="vertFour" presStyleCnt="0">
        <dgm:presLayoutVars>
          <dgm:chPref val="3"/>
        </dgm:presLayoutVars>
      </dgm:prSet>
      <dgm:spPr/>
    </dgm:pt>
    <dgm:pt modelId="{5228C179-531A-4BE1-8896-4636BF9CFBFD}" type="pres">
      <dgm:prSet presAssocID="{C91FC430-A1E5-4F31-8963-3573D71D1F58}" presName="txFour" presStyleLbl="node4" presStyleIdx="6" presStyleCnt="12">
        <dgm:presLayoutVars>
          <dgm:chPref val="3"/>
        </dgm:presLayoutVars>
      </dgm:prSet>
      <dgm:spPr/>
    </dgm:pt>
    <dgm:pt modelId="{0757A31A-BACA-4A9B-94C6-8543357B5284}" type="pres">
      <dgm:prSet presAssocID="{C91FC430-A1E5-4F31-8963-3573D71D1F58}" presName="parTransFour" presStyleCnt="0"/>
      <dgm:spPr/>
    </dgm:pt>
    <dgm:pt modelId="{C876BAB3-705C-42C6-AC3F-EE83AA62CFBA}" type="pres">
      <dgm:prSet presAssocID="{C91FC430-A1E5-4F31-8963-3573D71D1F58}" presName="horzFour" presStyleCnt="0"/>
      <dgm:spPr/>
    </dgm:pt>
    <dgm:pt modelId="{DF9325B6-B393-4D22-92C9-E7B8115207E4}" type="pres">
      <dgm:prSet presAssocID="{39146EA8-9456-445F-BF1E-54B0FA3A62C7}" presName="vertFour" presStyleCnt="0">
        <dgm:presLayoutVars>
          <dgm:chPref val="3"/>
        </dgm:presLayoutVars>
      </dgm:prSet>
      <dgm:spPr/>
    </dgm:pt>
    <dgm:pt modelId="{DE2F68F1-13E0-48C5-85FE-945B2A20E2D6}" type="pres">
      <dgm:prSet presAssocID="{39146EA8-9456-445F-BF1E-54B0FA3A62C7}" presName="txFour" presStyleLbl="node4" presStyleIdx="7" presStyleCnt="12">
        <dgm:presLayoutVars>
          <dgm:chPref val="3"/>
        </dgm:presLayoutVars>
      </dgm:prSet>
      <dgm:spPr/>
    </dgm:pt>
    <dgm:pt modelId="{FF49B69B-BF2C-4D10-8FB2-E52E7C478B9C}" type="pres">
      <dgm:prSet presAssocID="{39146EA8-9456-445F-BF1E-54B0FA3A62C7}" presName="horzFour" presStyleCnt="0"/>
      <dgm:spPr/>
    </dgm:pt>
    <dgm:pt modelId="{1FD76DA3-61F1-4377-8975-C64C239B72A8}" type="pres">
      <dgm:prSet presAssocID="{160B3847-85AD-45DA-BEC9-CB75BA2606F6}" presName="sibSpaceFour" presStyleCnt="0"/>
      <dgm:spPr/>
    </dgm:pt>
    <dgm:pt modelId="{71CD7D6C-275A-48B6-8E1E-ECD4A414D9A2}" type="pres">
      <dgm:prSet presAssocID="{061CD2C3-B07F-441B-BBFD-ECDABE486641}" presName="vertFour" presStyleCnt="0">
        <dgm:presLayoutVars>
          <dgm:chPref val="3"/>
        </dgm:presLayoutVars>
      </dgm:prSet>
      <dgm:spPr/>
    </dgm:pt>
    <dgm:pt modelId="{19F6D222-D15B-4520-9A51-AAE2853EBB88}" type="pres">
      <dgm:prSet presAssocID="{061CD2C3-B07F-441B-BBFD-ECDABE486641}" presName="txFour" presStyleLbl="node4" presStyleIdx="8" presStyleCnt="12">
        <dgm:presLayoutVars>
          <dgm:chPref val="3"/>
        </dgm:presLayoutVars>
      </dgm:prSet>
      <dgm:spPr/>
    </dgm:pt>
    <dgm:pt modelId="{398B2DFC-6E30-4A4E-AB52-A867F57FE907}" type="pres">
      <dgm:prSet presAssocID="{061CD2C3-B07F-441B-BBFD-ECDABE486641}" presName="horzFour" presStyleCnt="0"/>
      <dgm:spPr/>
    </dgm:pt>
    <dgm:pt modelId="{E63F7253-3171-435D-BC1B-BB60ED5BEA70}" type="pres">
      <dgm:prSet presAssocID="{A7CE9585-5DF0-46F0-A7C4-51F3C7728AE4}" presName="sibSpaceFour" presStyleCnt="0"/>
      <dgm:spPr/>
    </dgm:pt>
    <dgm:pt modelId="{BBDCC205-091E-4AFA-94B8-551575B67830}" type="pres">
      <dgm:prSet presAssocID="{FBC06A8A-B993-44A8-B450-CCF8714517ED}" presName="vertFour" presStyleCnt="0">
        <dgm:presLayoutVars>
          <dgm:chPref val="3"/>
        </dgm:presLayoutVars>
      </dgm:prSet>
      <dgm:spPr/>
    </dgm:pt>
    <dgm:pt modelId="{1D41CF9B-4D96-4206-9B3F-B479E132C39B}" type="pres">
      <dgm:prSet presAssocID="{FBC06A8A-B993-44A8-B450-CCF8714517ED}" presName="txFour" presStyleLbl="node4" presStyleIdx="9" presStyleCnt="12">
        <dgm:presLayoutVars>
          <dgm:chPref val="3"/>
        </dgm:presLayoutVars>
      </dgm:prSet>
      <dgm:spPr/>
    </dgm:pt>
    <dgm:pt modelId="{7CA1E963-FE03-4631-85F5-2BF9A8AF95F6}" type="pres">
      <dgm:prSet presAssocID="{FBC06A8A-B993-44A8-B450-CCF8714517ED}" presName="horzFour" presStyleCnt="0"/>
      <dgm:spPr/>
    </dgm:pt>
    <dgm:pt modelId="{2F551A7E-5A9A-4103-9FF7-A8D498F65B2A}" type="pres">
      <dgm:prSet presAssocID="{E0120980-06C2-4258-B265-2289505DE704}" presName="sibSpaceFour" presStyleCnt="0"/>
      <dgm:spPr/>
    </dgm:pt>
    <dgm:pt modelId="{CE907954-ACCD-42C3-8C93-39E3920ACCA9}" type="pres">
      <dgm:prSet presAssocID="{090A9308-5B43-4CCF-9310-A00663A2C3CE}" presName="vertFour" presStyleCnt="0">
        <dgm:presLayoutVars>
          <dgm:chPref val="3"/>
        </dgm:presLayoutVars>
      </dgm:prSet>
      <dgm:spPr/>
    </dgm:pt>
    <dgm:pt modelId="{BBEE7C4C-A88A-4038-A905-677256196195}" type="pres">
      <dgm:prSet presAssocID="{090A9308-5B43-4CCF-9310-A00663A2C3CE}" presName="txFour" presStyleLbl="node4" presStyleIdx="10" presStyleCnt="12">
        <dgm:presLayoutVars>
          <dgm:chPref val="3"/>
        </dgm:presLayoutVars>
      </dgm:prSet>
      <dgm:spPr/>
    </dgm:pt>
    <dgm:pt modelId="{F2D228AE-CC29-4DB6-AF78-C3150ED914CF}" type="pres">
      <dgm:prSet presAssocID="{090A9308-5B43-4CCF-9310-A00663A2C3CE}" presName="horzFour" presStyleCnt="0"/>
      <dgm:spPr/>
    </dgm:pt>
    <dgm:pt modelId="{373FC57A-752A-4B15-91BF-F5DF1480EBED}" type="pres">
      <dgm:prSet presAssocID="{551BC62D-7420-4247-8D14-3B21576EA26B}" presName="sibSpaceFour" presStyleCnt="0"/>
      <dgm:spPr/>
    </dgm:pt>
    <dgm:pt modelId="{1B4B8C3B-CD90-4385-B89E-93994ED5FD65}" type="pres">
      <dgm:prSet presAssocID="{16AE5B67-2CE0-4731-BA18-7F38DEFD5C90}" presName="vertFour" presStyleCnt="0">
        <dgm:presLayoutVars>
          <dgm:chPref val="3"/>
        </dgm:presLayoutVars>
      </dgm:prSet>
      <dgm:spPr/>
    </dgm:pt>
    <dgm:pt modelId="{DDDD48AC-A023-403C-9107-4F841029A8B4}" type="pres">
      <dgm:prSet presAssocID="{16AE5B67-2CE0-4731-BA18-7F38DEFD5C90}" presName="txFour" presStyleLbl="node4" presStyleIdx="11" presStyleCnt="12">
        <dgm:presLayoutVars>
          <dgm:chPref val="3"/>
        </dgm:presLayoutVars>
      </dgm:prSet>
      <dgm:spPr/>
    </dgm:pt>
    <dgm:pt modelId="{6A1881CB-01C3-4845-950D-BC28C76CFB1B}" type="pres">
      <dgm:prSet presAssocID="{16AE5B67-2CE0-4731-BA18-7F38DEFD5C90}" presName="horzFour" presStyleCnt="0"/>
      <dgm:spPr/>
    </dgm:pt>
  </dgm:ptLst>
  <dgm:cxnLst>
    <dgm:cxn modelId="{66A95005-6B6F-4DE0-8693-CE6E848FF242}" type="presOf" srcId="{A1F023C9-637D-43F4-ADF9-F99BED10107F}" destId="{B040FC43-4D53-4BFF-9374-EE720012751C}" srcOrd="0" destOrd="0" presId="urn:microsoft.com/office/officeart/2005/8/layout/hierarchy4"/>
    <dgm:cxn modelId="{7652340D-D8C5-4E59-9A44-5433B1FD089E}" type="presOf" srcId="{D3A251BC-8D5E-43A0-915D-EAA963D52ACB}" destId="{246BE845-91D2-41CF-AFEC-203367E042E3}" srcOrd="0" destOrd="0" presId="urn:microsoft.com/office/officeart/2005/8/layout/hierarchy4"/>
    <dgm:cxn modelId="{DA227B11-E3F8-4A4C-A3B6-A51A74F5B136}" type="presOf" srcId="{25EC3882-E621-4F2D-995C-6CDBABA3C039}" destId="{0059465A-6512-43DF-8DC7-9B34B3D1C2EA}" srcOrd="0" destOrd="0" presId="urn:microsoft.com/office/officeart/2005/8/layout/hierarchy4"/>
    <dgm:cxn modelId="{5F11E520-BB68-4B79-A9E0-4949DD62B468}" srcId="{283E15DE-0E6D-48F4-9C87-27CF1ADBFAAF}" destId="{16AE5B67-2CE0-4731-BA18-7F38DEFD5C90}" srcOrd="3" destOrd="0" parTransId="{85DA8DC8-BB51-48BA-AD08-CBF62681C479}" sibTransId="{F226E95E-5226-4B02-ACC4-5CAB9F883DDE}"/>
    <dgm:cxn modelId="{AE343232-3949-420E-B098-16EA283C91FB}" type="presOf" srcId="{39146EA8-9456-445F-BF1E-54B0FA3A62C7}" destId="{DE2F68F1-13E0-48C5-85FE-945B2A20E2D6}" srcOrd="0" destOrd="0" presId="urn:microsoft.com/office/officeart/2005/8/layout/hierarchy4"/>
    <dgm:cxn modelId="{36394832-26DD-4F7C-9006-141304A0246D}" srcId="{C91FC430-A1E5-4F31-8963-3573D71D1F58}" destId="{FBC06A8A-B993-44A8-B450-CCF8714517ED}" srcOrd="2" destOrd="0" parTransId="{9953B05B-D005-4653-BA64-4DB22E2A0D89}" sibTransId="{1259B4B9-B1E8-4821-AC17-FE959A1A4CF5}"/>
    <dgm:cxn modelId="{9A163737-E60C-4F24-AC64-34A99F81A9BB}" type="presOf" srcId="{145C1677-8BE8-4980-B608-72131C3A2BF1}" destId="{CCEB291E-5986-492C-85D0-26FF87829187}" srcOrd="0" destOrd="0" presId="urn:microsoft.com/office/officeart/2005/8/layout/hierarchy4"/>
    <dgm:cxn modelId="{4117733F-B713-4C9A-8B3B-9645E38E1709}" type="presOf" srcId="{061CD2C3-B07F-441B-BBFD-ECDABE486641}" destId="{19F6D222-D15B-4520-9A51-AAE2853EBB88}" srcOrd="0" destOrd="0" presId="urn:microsoft.com/office/officeart/2005/8/layout/hierarchy4"/>
    <dgm:cxn modelId="{C3CBE640-8846-4242-BA14-234F81095505}" type="presOf" srcId="{549AA6D5-BB3B-4123-B670-6ED9788D0960}" destId="{D7F1B3AE-4CB5-4308-92E4-169C3BE689EC}" srcOrd="0" destOrd="0" presId="urn:microsoft.com/office/officeart/2005/8/layout/hierarchy4"/>
    <dgm:cxn modelId="{4AE9B361-717E-4288-B65D-CEA16478B9D0}" type="presOf" srcId="{703D6A2F-EC02-47F0-B6E6-68B0E9A29A3D}" destId="{8B4368F3-E9F2-4E12-9B74-C7BAB175F274}" srcOrd="0" destOrd="0" presId="urn:microsoft.com/office/officeart/2005/8/layout/hierarchy4"/>
    <dgm:cxn modelId="{7DF04963-1D86-44D4-9FEC-456637CA0174}" srcId="{D3A251BC-8D5E-43A0-915D-EAA963D52ACB}" destId="{25EC3882-E621-4F2D-995C-6CDBABA3C039}" srcOrd="0" destOrd="0" parTransId="{B6A7C952-F94A-4F55-B2EA-9DDF02F77578}" sibTransId="{049C11ED-F117-4BB6-ADC1-3982BE36F8AA}"/>
    <dgm:cxn modelId="{825A2E48-97D3-4171-A741-D85BD21A6F6B}" srcId="{C91FC430-A1E5-4F31-8963-3573D71D1F58}" destId="{39146EA8-9456-445F-BF1E-54B0FA3A62C7}" srcOrd="0" destOrd="0" parTransId="{E9A8B2C0-FFD8-4D1E-BAD0-C48A4F6128DB}" sibTransId="{160B3847-85AD-45DA-BEC9-CB75BA2606F6}"/>
    <dgm:cxn modelId="{8FCEDE53-74A8-4B0A-AE56-3229B004C19F}" srcId="{703D6A2F-EC02-47F0-B6E6-68B0E9A29A3D}" destId="{F2D7A830-64E6-4907-9D54-F98F1BA1CC23}" srcOrd="0" destOrd="0" parTransId="{F141932F-A79A-4A5B-81A1-704E7D35B2E1}" sibTransId="{F6EB475C-A035-4519-B2D2-46E3446615CF}"/>
    <dgm:cxn modelId="{775F4F7F-011F-4DBC-B266-8F2FD335B6D8}" srcId="{549AA6D5-BB3B-4123-B670-6ED9788D0960}" destId="{414C57DB-018D-44FF-8867-91C6B8EC9EC2}" srcOrd="0" destOrd="0" parTransId="{A63F73FD-E056-4DCA-9B38-07823144A40B}" sibTransId="{2B6D5997-91A3-455C-884A-FD9131B134EC}"/>
    <dgm:cxn modelId="{D34B0E8E-8CF6-47CB-A426-7BFB3CC22747}" type="presOf" srcId="{FBC06A8A-B993-44A8-B450-CCF8714517ED}" destId="{1D41CF9B-4D96-4206-9B3F-B479E132C39B}" srcOrd="0" destOrd="0" presId="urn:microsoft.com/office/officeart/2005/8/layout/hierarchy4"/>
    <dgm:cxn modelId="{11366D91-9EC2-4159-8F90-B0F4F738796B}" srcId="{414C57DB-018D-44FF-8867-91C6B8EC9EC2}" destId="{A1F023C9-637D-43F4-ADF9-F99BED10107F}" srcOrd="0" destOrd="0" parTransId="{37102E30-B4AB-4F98-B165-688AE5E17699}" sibTransId="{97D33CD9-D590-4DA2-89BD-C7256AB78FB7}"/>
    <dgm:cxn modelId="{04595E97-FC68-4B9C-B323-FC57510056E9}" srcId="{D3A251BC-8D5E-43A0-915D-EAA963D52ACB}" destId="{145C1677-8BE8-4980-B608-72131C3A2BF1}" srcOrd="1" destOrd="0" parTransId="{3EB11055-43E6-49F3-A6D7-38696E3A4764}" sibTransId="{3DE47CD6-04A7-43D6-84B7-D5AD5B8A7887}"/>
    <dgm:cxn modelId="{D237C998-F41D-4E6F-B561-4C616851A871}" type="presOf" srcId="{16AE5B67-2CE0-4731-BA18-7F38DEFD5C90}" destId="{DDDD48AC-A023-403C-9107-4F841029A8B4}" srcOrd="0" destOrd="0" presId="urn:microsoft.com/office/officeart/2005/8/layout/hierarchy4"/>
    <dgm:cxn modelId="{DBD7049C-B77C-4D93-B397-AF09BEDECC28}" srcId="{C91FC430-A1E5-4F31-8963-3573D71D1F58}" destId="{061CD2C3-B07F-441B-BBFD-ECDABE486641}" srcOrd="1" destOrd="0" parTransId="{735DB2E1-9701-403B-825A-9F0377CF1D88}" sibTransId="{A7CE9585-5DF0-46F0-A7C4-51F3C7728AE4}"/>
    <dgm:cxn modelId="{003515A6-4498-4D19-8431-1A615D5EFAE6}" type="presOf" srcId="{414C57DB-018D-44FF-8867-91C6B8EC9EC2}" destId="{3BEA2717-6028-4F83-83B7-3271AF49E954}" srcOrd="0" destOrd="0" presId="urn:microsoft.com/office/officeart/2005/8/layout/hierarchy4"/>
    <dgm:cxn modelId="{EB259FA6-22E9-43EC-88DD-7B506268E6BE}" type="presOf" srcId="{090A9308-5B43-4CCF-9310-A00663A2C3CE}" destId="{BBEE7C4C-A88A-4038-A905-677256196195}" srcOrd="0" destOrd="0" presId="urn:microsoft.com/office/officeart/2005/8/layout/hierarchy4"/>
    <dgm:cxn modelId="{E89107AC-B50B-4832-9909-39D364AFF341}" srcId="{283E15DE-0E6D-48F4-9C87-27CF1ADBFAAF}" destId="{090A9308-5B43-4CCF-9310-A00663A2C3CE}" srcOrd="2" destOrd="0" parTransId="{22083608-B7D8-4EFA-929A-7839A1248602}" sibTransId="{551BC62D-7420-4247-8D14-3B21576EA26B}"/>
    <dgm:cxn modelId="{028BA2BB-6A13-4C02-8733-CC8247AFFC3E}" srcId="{283E15DE-0E6D-48F4-9C87-27CF1ADBFAAF}" destId="{C91FC430-A1E5-4F31-8963-3573D71D1F58}" srcOrd="1" destOrd="0" parTransId="{9251C1E1-7C90-4DAD-B994-C0CBAC3E6615}" sibTransId="{E0120980-06C2-4258-B265-2289505DE704}"/>
    <dgm:cxn modelId="{B7FC3ACF-7DD8-4780-B8FC-5C20CF771584}" srcId="{A1F023C9-637D-43F4-ADF9-F99BED10107F}" destId="{703D6A2F-EC02-47F0-B6E6-68B0E9A29A3D}" srcOrd="0" destOrd="0" parTransId="{DB9EF09A-388B-4A82-9BD5-4BF1885C6E7E}" sibTransId="{E3B70685-A1F7-496D-943D-375F5BEDA729}"/>
    <dgm:cxn modelId="{5C00BFE3-BAE6-46A0-A4B5-BD66A197FBBF}" type="presOf" srcId="{283E15DE-0E6D-48F4-9C87-27CF1ADBFAAF}" destId="{E1C5E814-CABB-4796-AEA5-8B79548FD1A7}" srcOrd="0" destOrd="0" presId="urn:microsoft.com/office/officeart/2005/8/layout/hierarchy4"/>
    <dgm:cxn modelId="{F848F3E4-9A64-492B-A5E9-1B419F22D40E}" type="presOf" srcId="{2A70D3B0-5A68-4774-A392-26A229C27986}" destId="{F7EAA936-B491-4A91-A40E-D53A5281C8B9}" srcOrd="0" destOrd="0" presId="urn:microsoft.com/office/officeart/2005/8/layout/hierarchy4"/>
    <dgm:cxn modelId="{FD0E4BE9-89D5-40AF-9807-B8B212888EF8}" srcId="{F2D7A830-64E6-4907-9D54-F98F1BA1CC23}" destId="{283E15DE-0E6D-48F4-9C87-27CF1ADBFAAF}" srcOrd="0" destOrd="0" parTransId="{94BFB376-8EF7-483D-A5A3-68A5CDC4C9CA}" sibTransId="{B960FBD8-46CB-4AF5-9B37-04FA121A8A93}"/>
    <dgm:cxn modelId="{172372F5-3157-44DE-B08D-1B72E9D85AEF}" srcId="{D3A251BC-8D5E-43A0-915D-EAA963D52ACB}" destId="{2A70D3B0-5A68-4774-A392-26A229C27986}" srcOrd="2" destOrd="0" parTransId="{21CF3DC1-CF3C-443C-852E-BEB518F64EB5}" sibTransId="{B3C61612-B891-4271-B141-C030D9F4B553}"/>
    <dgm:cxn modelId="{B2DFADF5-8DDA-4625-B258-9AE60DB77FF9}" type="presOf" srcId="{F2D7A830-64E6-4907-9D54-F98F1BA1CC23}" destId="{C0A3EBA3-728D-4CB6-9F9A-91277D67B421}" srcOrd="0" destOrd="0" presId="urn:microsoft.com/office/officeart/2005/8/layout/hierarchy4"/>
    <dgm:cxn modelId="{BA2D59F7-85E0-43BD-8C38-0E0B429FF797}" srcId="{283E15DE-0E6D-48F4-9C87-27CF1ADBFAAF}" destId="{D3A251BC-8D5E-43A0-915D-EAA963D52ACB}" srcOrd="0" destOrd="0" parTransId="{3CD24F35-9DC8-4236-A1C6-B022E4583B58}" sibTransId="{D7FA2005-BEEE-41AE-8566-61D942BE11E6}"/>
    <dgm:cxn modelId="{951F3DFA-6B8D-4F8C-ACAA-C13B4AB49AA8}" type="presOf" srcId="{C91FC430-A1E5-4F31-8963-3573D71D1F58}" destId="{5228C179-531A-4BE1-8896-4636BF9CFBFD}" srcOrd="0" destOrd="0" presId="urn:microsoft.com/office/officeart/2005/8/layout/hierarchy4"/>
    <dgm:cxn modelId="{203B5A4D-C53D-4DE5-A1B2-4F96CE3E84ED}" type="presParOf" srcId="{D7F1B3AE-4CB5-4308-92E4-169C3BE689EC}" destId="{04F7568E-460D-4479-B25C-D6FCE391AD0C}" srcOrd="0" destOrd="0" presId="urn:microsoft.com/office/officeart/2005/8/layout/hierarchy4"/>
    <dgm:cxn modelId="{40E2A221-2415-4284-B476-ABAF55E0ED60}" type="presParOf" srcId="{04F7568E-460D-4479-B25C-D6FCE391AD0C}" destId="{3BEA2717-6028-4F83-83B7-3271AF49E954}" srcOrd="0" destOrd="0" presId="urn:microsoft.com/office/officeart/2005/8/layout/hierarchy4"/>
    <dgm:cxn modelId="{88BAEB03-FE92-4A4D-807D-A47D87AF7727}" type="presParOf" srcId="{04F7568E-460D-4479-B25C-D6FCE391AD0C}" destId="{B9FF83A1-F057-431D-9E65-857A2EB3D88A}" srcOrd="1" destOrd="0" presId="urn:microsoft.com/office/officeart/2005/8/layout/hierarchy4"/>
    <dgm:cxn modelId="{59D9F6F6-CCD3-4E19-AABC-62723C1ECBA1}" type="presParOf" srcId="{04F7568E-460D-4479-B25C-D6FCE391AD0C}" destId="{01FF7DA1-19D8-4868-B025-6BA37BAD598F}" srcOrd="2" destOrd="0" presId="urn:microsoft.com/office/officeart/2005/8/layout/hierarchy4"/>
    <dgm:cxn modelId="{D72F215F-BB42-4987-81AC-803578CCCE5D}" type="presParOf" srcId="{01FF7DA1-19D8-4868-B025-6BA37BAD598F}" destId="{8955A729-4F40-472E-A452-54CF2A5DBE5C}" srcOrd="0" destOrd="0" presId="urn:microsoft.com/office/officeart/2005/8/layout/hierarchy4"/>
    <dgm:cxn modelId="{3256CBC8-986B-436C-B4C8-0E529F88E47F}" type="presParOf" srcId="{8955A729-4F40-472E-A452-54CF2A5DBE5C}" destId="{B040FC43-4D53-4BFF-9374-EE720012751C}" srcOrd="0" destOrd="0" presId="urn:microsoft.com/office/officeart/2005/8/layout/hierarchy4"/>
    <dgm:cxn modelId="{2C0C0B8B-B834-4642-89BE-DED783491E87}" type="presParOf" srcId="{8955A729-4F40-472E-A452-54CF2A5DBE5C}" destId="{F1FEEBB0-762E-41E2-A3AE-A5058CDB27F7}" srcOrd="1" destOrd="0" presId="urn:microsoft.com/office/officeart/2005/8/layout/hierarchy4"/>
    <dgm:cxn modelId="{CC381712-9DB8-4374-835E-C2D65A33C538}" type="presParOf" srcId="{8955A729-4F40-472E-A452-54CF2A5DBE5C}" destId="{F89A8FBE-2B88-4172-89B4-BB0A8E91BD37}" srcOrd="2" destOrd="0" presId="urn:microsoft.com/office/officeart/2005/8/layout/hierarchy4"/>
    <dgm:cxn modelId="{EB66B05B-7E15-4ACB-9C68-508265D85399}" type="presParOf" srcId="{F89A8FBE-2B88-4172-89B4-BB0A8E91BD37}" destId="{AA7CFBCE-0F6A-4215-BF36-2D620191F8A7}" srcOrd="0" destOrd="0" presId="urn:microsoft.com/office/officeart/2005/8/layout/hierarchy4"/>
    <dgm:cxn modelId="{63C62F7A-0AED-40E7-9129-500E37211B24}" type="presParOf" srcId="{AA7CFBCE-0F6A-4215-BF36-2D620191F8A7}" destId="{8B4368F3-E9F2-4E12-9B74-C7BAB175F274}" srcOrd="0" destOrd="0" presId="urn:microsoft.com/office/officeart/2005/8/layout/hierarchy4"/>
    <dgm:cxn modelId="{88C34A71-F7FB-46C2-92DF-659FCF2C0C0E}" type="presParOf" srcId="{AA7CFBCE-0F6A-4215-BF36-2D620191F8A7}" destId="{C9743389-9187-4633-B93E-9215DF5DBD70}" srcOrd="1" destOrd="0" presId="urn:microsoft.com/office/officeart/2005/8/layout/hierarchy4"/>
    <dgm:cxn modelId="{DF4F8529-2969-46A6-A74A-F90F99C4C41F}" type="presParOf" srcId="{AA7CFBCE-0F6A-4215-BF36-2D620191F8A7}" destId="{3E61CBFC-FCFF-4C0D-A216-AEA2A9B3FF05}" srcOrd="2" destOrd="0" presId="urn:microsoft.com/office/officeart/2005/8/layout/hierarchy4"/>
    <dgm:cxn modelId="{442452B9-2D18-4DFA-AD6A-FC65305885F6}" type="presParOf" srcId="{3E61CBFC-FCFF-4C0D-A216-AEA2A9B3FF05}" destId="{0D48041A-A1A7-4096-A53D-78BD3B8D7D0C}" srcOrd="0" destOrd="0" presId="urn:microsoft.com/office/officeart/2005/8/layout/hierarchy4"/>
    <dgm:cxn modelId="{B348D5BB-6F13-458C-B32B-996D0CB11BCE}" type="presParOf" srcId="{0D48041A-A1A7-4096-A53D-78BD3B8D7D0C}" destId="{C0A3EBA3-728D-4CB6-9F9A-91277D67B421}" srcOrd="0" destOrd="0" presId="urn:microsoft.com/office/officeart/2005/8/layout/hierarchy4"/>
    <dgm:cxn modelId="{2CB6FA65-01D2-4423-BF56-DC243654A160}" type="presParOf" srcId="{0D48041A-A1A7-4096-A53D-78BD3B8D7D0C}" destId="{1D32C612-A58B-4376-A8A5-A58F640A6BCC}" srcOrd="1" destOrd="0" presId="urn:microsoft.com/office/officeart/2005/8/layout/hierarchy4"/>
    <dgm:cxn modelId="{6FD8550D-819D-455D-A444-26C3DFCB427A}" type="presParOf" srcId="{0D48041A-A1A7-4096-A53D-78BD3B8D7D0C}" destId="{89940425-2026-4185-920B-6171F9D303B2}" srcOrd="2" destOrd="0" presId="urn:microsoft.com/office/officeart/2005/8/layout/hierarchy4"/>
    <dgm:cxn modelId="{E0FE1D5C-723C-485D-ADD9-61EE83CEE124}" type="presParOf" srcId="{89940425-2026-4185-920B-6171F9D303B2}" destId="{708C0BB5-69C6-4C12-884B-F6928653BFD0}" srcOrd="0" destOrd="0" presId="urn:microsoft.com/office/officeart/2005/8/layout/hierarchy4"/>
    <dgm:cxn modelId="{3AF7BC17-9C3D-4C70-A29A-1C6F2560EB63}" type="presParOf" srcId="{708C0BB5-69C6-4C12-884B-F6928653BFD0}" destId="{E1C5E814-CABB-4796-AEA5-8B79548FD1A7}" srcOrd="0" destOrd="0" presId="urn:microsoft.com/office/officeart/2005/8/layout/hierarchy4"/>
    <dgm:cxn modelId="{AA87D754-286C-45FE-B698-6CCA0726C135}" type="presParOf" srcId="{708C0BB5-69C6-4C12-884B-F6928653BFD0}" destId="{F40B1AC2-532B-44E2-9BC0-724FCBDB528F}" srcOrd="1" destOrd="0" presId="urn:microsoft.com/office/officeart/2005/8/layout/hierarchy4"/>
    <dgm:cxn modelId="{E0A930B4-9FE5-4574-B5E5-033B65D83FB6}" type="presParOf" srcId="{708C0BB5-69C6-4C12-884B-F6928653BFD0}" destId="{D052FFC8-F019-4FD8-AA98-919930529E51}" srcOrd="2" destOrd="0" presId="urn:microsoft.com/office/officeart/2005/8/layout/hierarchy4"/>
    <dgm:cxn modelId="{15FFAEC9-E40D-43F5-AB3B-719D3D8B4F70}" type="presParOf" srcId="{D052FFC8-F019-4FD8-AA98-919930529E51}" destId="{10DCA1F7-0062-4076-959E-7DC8B8523818}" srcOrd="0" destOrd="0" presId="urn:microsoft.com/office/officeart/2005/8/layout/hierarchy4"/>
    <dgm:cxn modelId="{48CBF6B3-6FAD-4E08-AC89-5DB7A4726A4C}" type="presParOf" srcId="{10DCA1F7-0062-4076-959E-7DC8B8523818}" destId="{246BE845-91D2-41CF-AFEC-203367E042E3}" srcOrd="0" destOrd="0" presId="urn:microsoft.com/office/officeart/2005/8/layout/hierarchy4"/>
    <dgm:cxn modelId="{6F033066-EF69-474E-8008-4ACCE6F75258}" type="presParOf" srcId="{10DCA1F7-0062-4076-959E-7DC8B8523818}" destId="{FA354CDB-89E7-4690-9CF8-E7261A94C813}" srcOrd="1" destOrd="0" presId="urn:microsoft.com/office/officeart/2005/8/layout/hierarchy4"/>
    <dgm:cxn modelId="{9218D01A-C27E-43CB-BF3F-5F768CA1B4DE}" type="presParOf" srcId="{10DCA1F7-0062-4076-959E-7DC8B8523818}" destId="{6F601F2B-39D1-4180-9E98-18265D1A8DF5}" srcOrd="2" destOrd="0" presId="urn:microsoft.com/office/officeart/2005/8/layout/hierarchy4"/>
    <dgm:cxn modelId="{FD50F609-686D-4721-8A87-D652CB234339}" type="presParOf" srcId="{6F601F2B-39D1-4180-9E98-18265D1A8DF5}" destId="{1E83DECB-D278-4DAD-B723-6315FA57DFEC}" srcOrd="0" destOrd="0" presId="urn:microsoft.com/office/officeart/2005/8/layout/hierarchy4"/>
    <dgm:cxn modelId="{8453E420-A618-46F7-BA57-1C5BFB6C6260}" type="presParOf" srcId="{1E83DECB-D278-4DAD-B723-6315FA57DFEC}" destId="{0059465A-6512-43DF-8DC7-9B34B3D1C2EA}" srcOrd="0" destOrd="0" presId="urn:microsoft.com/office/officeart/2005/8/layout/hierarchy4"/>
    <dgm:cxn modelId="{945BDD34-E978-4ACD-87BD-BDB73C51DA9D}" type="presParOf" srcId="{1E83DECB-D278-4DAD-B723-6315FA57DFEC}" destId="{5E5E522D-3988-470B-B85F-9F6099E67D31}" srcOrd="1" destOrd="0" presId="urn:microsoft.com/office/officeart/2005/8/layout/hierarchy4"/>
    <dgm:cxn modelId="{B1B73322-2250-48BF-96A9-0C0A208F7920}" type="presParOf" srcId="{6F601F2B-39D1-4180-9E98-18265D1A8DF5}" destId="{201A8ECB-1B35-4156-98B7-6928B407F712}" srcOrd="1" destOrd="0" presId="urn:microsoft.com/office/officeart/2005/8/layout/hierarchy4"/>
    <dgm:cxn modelId="{4ABE0896-F527-4EB4-9282-CE19E82C91CD}" type="presParOf" srcId="{6F601F2B-39D1-4180-9E98-18265D1A8DF5}" destId="{FBBBDDA8-CCBF-4DE6-A229-704C6784020E}" srcOrd="2" destOrd="0" presId="urn:microsoft.com/office/officeart/2005/8/layout/hierarchy4"/>
    <dgm:cxn modelId="{04ECAE19-C1AA-4B9F-8C3A-88D1B2544B17}" type="presParOf" srcId="{FBBBDDA8-CCBF-4DE6-A229-704C6784020E}" destId="{CCEB291E-5986-492C-85D0-26FF87829187}" srcOrd="0" destOrd="0" presId="urn:microsoft.com/office/officeart/2005/8/layout/hierarchy4"/>
    <dgm:cxn modelId="{CB831746-9E80-4CA6-B44B-9D3927A6DF48}" type="presParOf" srcId="{FBBBDDA8-CCBF-4DE6-A229-704C6784020E}" destId="{A0A63C16-9D8D-4F17-AC5A-37CD9F637E82}" srcOrd="1" destOrd="0" presId="urn:microsoft.com/office/officeart/2005/8/layout/hierarchy4"/>
    <dgm:cxn modelId="{2648F9DB-2E25-430C-BF45-24238915EFDF}" type="presParOf" srcId="{6F601F2B-39D1-4180-9E98-18265D1A8DF5}" destId="{BED9519B-33DC-4E93-B1D7-9969488A705B}" srcOrd="3" destOrd="0" presId="urn:microsoft.com/office/officeart/2005/8/layout/hierarchy4"/>
    <dgm:cxn modelId="{5478E7EE-808B-4B42-AC67-7C4472A17862}" type="presParOf" srcId="{6F601F2B-39D1-4180-9E98-18265D1A8DF5}" destId="{DC27B695-58C8-464E-AD88-354A3E4C226C}" srcOrd="4" destOrd="0" presId="urn:microsoft.com/office/officeart/2005/8/layout/hierarchy4"/>
    <dgm:cxn modelId="{6604279F-71C8-4E64-AFC0-268DD2C6ADE9}" type="presParOf" srcId="{DC27B695-58C8-464E-AD88-354A3E4C226C}" destId="{F7EAA936-B491-4A91-A40E-D53A5281C8B9}" srcOrd="0" destOrd="0" presId="urn:microsoft.com/office/officeart/2005/8/layout/hierarchy4"/>
    <dgm:cxn modelId="{F09BE718-8806-40A1-831B-270B8A2A89F0}" type="presParOf" srcId="{DC27B695-58C8-464E-AD88-354A3E4C226C}" destId="{75DC6E81-9928-44A8-A14B-76A7C7A4C638}" srcOrd="1" destOrd="0" presId="urn:microsoft.com/office/officeart/2005/8/layout/hierarchy4"/>
    <dgm:cxn modelId="{AD2BB62D-57A9-4801-BA1E-1243C47F065C}" type="presParOf" srcId="{D052FFC8-F019-4FD8-AA98-919930529E51}" destId="{1E48D2BF-AED3-4B1B-BBBE-67273CE68900}" srcOrd="1" destOrd="0" presId="urn:microsoft.com/office/officeart/2005/8/layout/hierarchy4"/>
    <dgm:cxn modelId="{18B9EB77-254F-4A8B-8934-2DB04A5542DD}" type="presParOf" srcId="{D052FFC8-F019-4FD8-AA98-919930529E51}" destId="{D18C9E7D-1C6C-4D7D-911E-553492FFD1C9}" srcOrd="2" destOrd="0" presId="urn:microsoft.com/office/officeart/2005/8/layout/hierarchy4"/>
    <dgm:cxn modelId="{D0AF9A0D-9DF4-4EE8-A473-308D7E1EDEDC}" type="presParOf" srcId="{D18C9E7D-1C6C-4D7D-911E-553492FFD1C9}" destId="{5228C179-531A-4BE1-8896-4636BF9CFBFD}" srcOrd="0" destOrd="0" presId="urn:microsoft.com/office/officeart/2005/8/layout/hierarchy4"/>
    <dgm:cxn modelId="{DEB0CB88-B6F5-4E6C-AA21-3954AC7007F7}" type="presParOf" srcId="{D18C9E7D-1C6C-4D7D-911E-553492FFD1C9}" destId="{0757A31A-BACA-4A9B-94C6-8543357B5284}" srcOrd="1" destOrd="0" presId="urn:microsoft.com/office/officeart/2005/8/layout/hierarchy4"/>
    <dgm:cxn modelId="{DA683A35-98B7-4018-8CA0-271931D94CE0}" type="presParOf" srcId="{D18C9E7D-1C6C-4D7D-911E-553492FFD1C9}" destId="{C876BAB3-705C-42C6-AC3F-EE83AA62CFBA}" srcOrd="2" destOrd="0" presId="urn:microsoft.com/office/officeart/2005/8/layout/hierarchy4"/>
    <dgm:cxn modelId="{97FE4393-D5D3-4E48-9D51-14899AEF2CDF}" type="presParOf" srcId="{C876BAB3-705C-42C6-AC3F-EE83AA62CFBA}" destId="{DF9325B6-B393-4D22-92C9-E7B8115207E4}" srcOrd="0" destOrd="0" presId="urn:microsoft.com/office/officeart/2005/8/layout/hierarchy4"/>
    <dgm:cxn modelId="{466FF86F-0D1F-4ED2-8517-34D39AD6A71C}" type="presParOf" srcId="{DF9325B6-B393-4D22-92C9-E7B8115207E4}" destId="{DE2F68F1-13E0-48C5-85FE-945B2A20E2D6}" srcOrd="0" destOrd="0" presId="urn:microsoft.com/office/officeart/2005/8/layout/hierarchy4"/>
    <dgm:cxn modelId="{A395A04A-F03D-474E-8D08-FAFA8E5C5DB8}" type="presParOf" srcId="{DF9325B6-B393-4D22-92C9-E7B8115207E4}" destId="{FF49B69B-BF2C-4D10-8FB2-E52E7C478B9C}" srcOrd="1" destOrd="0" presId="urn:microsoft.com/office/officeart/2005/8/layout/hierarchy4"/>
    <dgm:cxn modelId="{0BE00284-86DF-4AD1-91BE-71C20BBEDCAA}" type="presParOf" srcId="{C876BAB3-705C-42C6-AC3F-EE83AA62CFBA}" destId="{1FD76DA3-61F1-4377-8975-C64C239B72A8}" srcOrd="1" destOrd="0" presId="urn:microsoft.com/office/officeart/2005/8/layout/hierarchy4"/>
    <dgm:cxn modelId="{89DCE144-B746-4B1F-8750-3A8500D1288A}" type="presParOf" srcId="{C876BAB3-705C-42C6-AC3F-EE83AA62CFBA}" destId="{71CD7D6C-275A-48B6-8E1E-ECD4A414D9A2}" srcOrd="2" destOrd="0" presId="urn:microsoft.com/office/officeart/2005/8/layout/hierarchy4"/>
    <dgm:cxn modelId="{D7BA9CC4-BE94-4F44-A5D4-A4CF86E5000D}" type="presParOf" srcId="{71CD7D6C-275A-48B6-8E1E-ECD4A414D9A2}" destId="{19F6D222-D15B-4520-9A51-AAE2853EBB88}" srcOrd="0" destOrd="0" presId="urn:microsoft.com/office/officeart/2005/8/layout/hierarchy4"/>
    <dgm:cxn modelId="{46D02AC1-7555-44C8-B042-783B1BC1269F}" type="presParOf" srcId="{71CD7D6C-275A-48B6-8E1E-ECD4A414D9A2}" destId="{398B2DFC-6E30-4A4E-AB52-A867F57FE907}" srcOrd="1" destOrd="0" presId="urn:microsoft.com/office/officeart/2005/8/layout/hierarchy4"/>
    <dgm:cxn modelId="{F99E400A-6F24-4048-81A0-CC71CFC5BC68}" type="presParOf" srcId="{C876BAB3-705C-42C6-AC3F-EE83AA62CFBA}" destId="{E63F7253-3171-435D-BC1B-BB60ED5BEA70}" srcOrd="3" destOrd="0" presId="urn:microsoft.com/office/officeart/2005/8/layout/hierarchy4"/>
    <dgm:cxn modelId="{145B2A45-CEC7-449C-80EF-C42C3E6B9FD0}" type="presParOf" srcId="{C876BAB3-705C-42C6-AC3F-EE83AA62CFBA}" destId="{BBDCC205-091E-4AFA-94B8-551575B67830}" srcOrd="4" destOrd="0" presId="urn:microsoft.com/office/officeart/2005/8/layout/hierarchy4"/>
    <dgm:cxn modelId="{4EEB6C9D-06B0-4E29-8068-F84815627C61}" type="presParOf" srcId="{BBDCC205-091E-4AFA-94B8-551575B67830}" destId="{1D41CF9B-4D96-4206-9B3F-B479E132C39B}" srcOrd="0" destOrd="0" presId="urn:microsoft.com/office/officeart/2005/8/layout/hierarchy4"/>
    <dgm:cxn modelId="{017E9CAD-0AC4-4CAC-A4C8-5DACF5AB9B9B}" type="presParOf" srcId="{BBDCC205-091E-4AFA-94B8-551575B67830}" destId="{7CA1E963-FE03-4631-85F5-2BF9A8AF95F6}" srcOrd="1" destOrd="0" presId="urn:microsoft.com/office/officeart/2005/8/layout/hierarchy4"/>
    <dgm:cxn modelId="{FCE47C03-05F2-402A-B8BF-A02B5584C69C}" type="presParOf" srcId="{D052FFC8-F019-4FD8-AA98-919930529E51}" destId="{2F551A7E-5A9A-4103-9FF7-A8D498F65B2A}" srcOrd="3" destOrd="0" presId="urn:microsoft.com/office/officeart/2005/8/layout/hierarchy4"/>
    <dgm:cxn modelId="{82E75E8F-1E8C-41A3-B87A-20CE22FBB8BD}" type="presParOf" srcId="{D052FFC8-F019-4FD8-AA98-919930529E51}" destId="{CE907954-ACCD-42C3-8C93-39E3920ACCA9}" srcOrd="4" destOrd="0" presId="urn:microsoft.com/office/officeart/2005/8/layout/hierarchy4"/>
    <dgm:cxn modelId="{FEE6C374-3BE1-4744-8E2B-BF8EADCE2F1E}" type="presParOf" srcId="{CE907954-ACCD-42C3-8C93-39E3920ACCA9}" destId="{BBEE7C4C-A88A-4038-A905-677256196195}" srcOrd="0" destOrd="0" presId="urn:microsoft.com/office/officeart/2005/8/layout/hierarchy4"/>
    <dgm:cxn modelId="{0A94482D-8B5F-49F1-9FC9-1109FA55173F}" type="presParOf" srcId="{CE907954-ACCD-42C3-8C93-39E3920ACCA9}" destId="{F2D228AE-CC29-4DB6-AF78-C3150ED914CF}" srcOrd="1" destOrd="0" presId="urn:microsoft.com/office/officeart/2005/8/layout/hierarchy4"/>
    <dgm:cxn modelId="{77EBEE34-FDBD-4ABE-AD98-FB22083CE452}" type="presParOf" srcId="{D052FFC8-F019-4FD8-AA98-919930529E51}" destId="{373FC57A-752A-4B15-91BF-F5DF1480EBED}" srcOrd="5" destOrd="0" presId="urn:microsoft.com/office/officeart/2005/8/layout/hierarchy4"/>
    <dgm:cxn modelId="{35D546E2-FD04-4058-9E8C-2F71F16185F9}" type="presParOf" srcId="{D052FFC8-F019-4FD8-AA98-919930529E51}" destId="{1B4B8C3B-CD90-4385-B89E-93994ED5FD65}" srcOrd="6" destOrd="0" presId="urn:microsoft.com/office/officeart/2005/8/layout/hierarchy4"/>
    <dgm:cxn modelId="{1AC7BBDA-1173-4C81-8648-D6351E306A2F}" type="presParOf" srcId="{1B4B8C3B-CD90-4385-B89E-93994ED5FD65}" destId="{DDDD48AC-A023-403C-9107-4F841029A8B4}" srcOrd="0" destOrd="0" presId="urn:microsoft.com/office/officeart/2005/8/layout/hierarchy4"/>
    <dgm:cxn modelId="{FBE181A5-9824-479A-A7E2-9F74AD0A01B5}" type="presParOf" srcId="{1B4B8C3B-CD90-4385-B89E-93994ED5FD65}" destId="{6A1881CB-01C3-4845-950D-BC28C76CFB1B}" srcOrd="1" destOrd="0" presId="urn:microsoft.com/office/officeart/2005/8/layout/hierarchy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EA2717-6028-4F83-83B7-3271AF49E954}">
      <dsp:nvSpPr>
        <dsp:cNvPr id="0" name=""/>
        <dsp:cNvSpPr/>
      </dsp:nvSpPr>
      <dsp:spPr>
        <a:xfrm>
          <a:off x="3054" y="0"/>
          <a:ext cx="5863826" cy="480020"/>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t>CEO</a:t>
          </a:r>
        </a:p>
      </dsp:txBody>
      <dsp:txXfrm>
        <a:off x="17113" y="14059"/>
        <a:ext cx="5835708" cy="451902"/>
      </dsp:txXfrm>
    </dsp:sp>
    <dsp:sp modelId="{B040FC43-4D53-4BFF-9374-EE720012751C}">
      <dsp:nvSpPr>
        <dsp:cNvPr id="0" name=""/>
        <dsp:cNvSpPr/>
      </dsp:nvSpPr>
      <dsp:spPr>
        <a:xfrm>
          <a:off x="1527" y="526804"/>
          <a:ext cx="5863826" cy="480020"/>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t>Account Manager</a:t>
          </a:r>
        </a:p>
      </dsp:txBody>
      <dsp:txXfrm>
        <a:off x="15586" y="540863"/>
        <a:ext cx="5835708" cy="451902"/>
      </dsp:txXfrm>
    </dsp:sp>
    <dsp:sp modelId="{8B4368F3-E9F2-4E12-9B74-C7BAB175F274}">
      <dsp:nvSpPr>
        <dsp:cNvPr id="0" name=""/>
        <dsp:cNvSpPr/>
      </dsp:nvSpPr>
      <dsp:spPr>
        <a:xfrm>
          <a:off x="1527" y="1050298"/>
          <a:ext cx="5863826" cy="480020"/>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t>Delivery Manager</a:t>
          </a:r>
        </a:p>
      </dsp:txBody>
      <dsp:txXfrm>
        <a:off x="15586" y="1064357"/>
        <a:ext cx="5835708" cy="451902"/>
      </dsp:txXfrm>
    </dsp:sp>
    <dsp:sp modelId="{C0A3EBA3-728D-4CB6-9F9A-91277D67B421}">
      <dsp:nvSpPr>
        <dsp:cNvPr id="0" name=""/>
        <dsp:cNvSpPr/>
      </dsp:nvSpPr>
      <dsp:spPr>
        <a:xfrm>
          <a:off x="1527" y="1573793"/>
          <a:ext cx="5863826" cy="480020"/>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t>Sr. Project Manager</a:t>
          </a:r>
        </a:p>
      </dsp:txBody>
      <dsp:txXfrm>
        <a:off x="15586" y="1587852"/>
        <a:ext cx="5835708" cy="451902"/>
      </dsp:txXfrm>
    </dsp:sp>
    <dsp:sp modelId="{E1C5E814-CABB-4796-AEA5-8B79548FD1A7}">
      <dsp:nvSpPr>
        <dsp:cNvPr id="0" name=""/>
        <dsp:cNvSpPr/>
      </dsp:nvSpPr>
      <dsp:spPr>
        <a:xfrm>
          <a:off x="1527" y="2097288"/>
          <a:ext cx="5863826" cy="480020"/>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t>Project Manager</a:t>
          </a:r>
        </a:p>
      </dsp:txBody>
      <dsp:txXfrm>
        <a:off x="15586" y="2111347"/>
        <a:ext cx="5835708" cy="451902"/>
      </dsp:txXfrm>
    </dsp:sp>
    <dsp:sp modelId="{246BE845-91D2-41CF-AFEC-203367E042E3}">
      <dsp:nvSpPr>
        <dsp:cNvPr id="0" name=""/>
        <dsp:cNvSpPr/>
      </dsp:nvSpPr>
      <dsp:spPr>
        <a:xfrm>
          <a:off x="1527" y="2620783"/>
          <a:ext cx="2189488" cy="480020"/>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rgbClr val="1474AC"/>
              </a:solidFill>
            </a:rPr>
            <a:t>Dev</a:t>
          </a:r>
          <a:r>
            <a:rPr lang="en-AG" sz="900" b="1" kern="1200" dirty="0" err="1">
              <a:solidFill>
                <a:srgbClr val="1474AC"/>
              </a:solidFill>
            </a:rPr>
            <a:t>elopment</a:t>
          </a:r>
          <a:r>
            <a:rPr lang="en-US" sz="900" b="1" kern="1200" dirty="0">
              <a:solidFill>
                <a:srgbClr val="1474AC"/>
              </a:solidFill>
            </a:rPr>
            <a:t> Team Lead</a:t>
          </a:r>
        </a:p>
      </dsp:txBody>
      <dsp:txXfrm>
        <a:off x="15586" y="2634842"/>
        <a:ext cx="2161370" cy="451902"/>
      </dsp:txXfrm>
    </dsp:sp>
    <dsp:sp modelId="{0059465A-6512-43DF-8DC7-9B34B3D1C2EA}">
      <dsp:nvSpPr>
        <dsp:cNvPr id="0" name=""/>
        <dsp:cNvSpPr/>
      </dsp:nvSpPr>
      <dsp:spPr>
        <a:xfrm>
          <a:off x="1527" y="3144278"/>
          <a:ext cx="719752" cy="480020"/>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rgbClr val="1474AC"/>
              </a:solidFill>
            </a:rPr>
            <a:t>Sr. Software Engineers </a:t>
          </a:r>
        </a:p>
      </dsp:txBody>
      <dsp:txXfrm>
        <a:off x="15586" y="3158337"/>
        <a:ext cx="691634" cy="451902"/>
      </dsp:txXfrm>
    </dsp:sp>
    <dsp:sp modelId="{CCEB291E-5986-492C-85D0-26FF87829187}">
      <dsp:nvSpPr>
        <dsp:cNvPr id="0" name=""/>
        <dsp:cNvSpPr/>
      </dsp:nvSpPr>
      <dsp:spPr>
        <a:xfrm>
          <a:off x="736394" y="3144278"/>
          <a:ext cx="719752" cy="480020"/>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rgbClr val="1474AC"/>
              </a:solidFill>
            </a:rPr>
            <a:t>Software  Engineers  </a:t>
          </a:r>
        </a:p>
      </dsp:txBody>
      <dsp:txXfrm>
        <a:off x="750453" y="3158337"/>
        <a:ext cx="691634" cy="451902"/>
      </dsp:txXfrm>
    </dsp:sp>
    <dsp:sp modelId="{F7EAA936-B491-4A91-A40E-D53A5281C8B9}">
      <dsp:nvSpPr>
        <dsp:cNvPr id="0" name=""/>
        <dsp:cNvSpPr/>
      </dsp:nvSpPr>
      <dsp:spPr>
        <a:xfrm>
          <a:off x="1471262" y="3144278"/>
          <a:ext cx="719752" cy="480020"/>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rgbClr val="1474AC"/>
              </a:solidFill>
            </a:rPr>
            <a:t>Jr.  Software Engineers </a:t>
          </a:r>
        </a:p>
      </dsp:txBody>
      <dsp:txXfrm>
        <a:off x="1485321" y="3158337"/>
        <a:ext cx="691634" cy="451902"/>
      </dsp:txXfrm>
    </dsp:sp>
    <dsp:sp modelId="{5228C179-531A-4BE1-8896-4636BF9CFBFD}">
      <dsp:nvSpPr>
        <dsp:cNvPr id="0" name=""/>
        <dsp:cNvSpPr/>
      </dsp:nvSpPr>
      <dsp:spPr>
        <a:xfrm>
          <a:off x="2206130" y="2620783"/>
          <a:ext cx="2189488" cy="480020"/>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rgbClr val="CE7532"/>
              </a:solidFill>
            </a:rPr>
            <a:t>Test Team Lead</a:t>
          </a:r>
        </a:p>
      </dsp:txBody>
      <dsp:txXfrm>
        <a:off x="2220189" y="2634842"/>
        <a:ext cx="2161370" cy="451902"/>
      </dsp:txXfrm>
    </dsp:sp>
    <dsp:sp modelId="{DE2F68F1-13E0-48C5-85FE-945B2A20E2D6}">
      <dsp:nvSpPr>
        <dsp:cNvPr id="0" name=""/>
        <dsp:cNvSpPr/>
      </dsp:nvSpPr>
      <dsp:spPr>
        <a:xfrm>
          <a:off x="2206130" y="3144278"/>
          <a:ext cx="719752" cy="480020"/>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rgbClr val="CE7532"/>
              </a:solidFill>
            </a:rPr>
            <a:t>Sr.  Software Test Engineers  </a:t>
          </a:r>
        </a:p>
      </dsp:txBody>
      <dsp:txXfrm>
        <a:off x="2220189" y="3158337"/>
        <a:ext cx="691634" cy="451902"/>
      </dsp:txXfrm>
    </dsp:sp>
    <dsp:sp modelId="{19F6D222-D15B-4520-9A51-AAE2853EBB88}">
      <dsp:nvSpPr>
        <dsp:cNvPr id="0" name=""/>
        <dsp:cNvSpPr/>
      </dsp:nvSpPr>
      <dsp:spPr>
        <a:xfrm>
          <a:off x="2940997" y="3144278"/>
          <a:ext cx="719752" cy="480020"/>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rgbClr val="CE7532"/>
              </a:solidFill>
            </a:rPr>
            <a:t>Software Test  Engineers </a:t>
          </a:r>
        </a:p>
      </dsp:txBody>
      <dsp:txXfrm>
        <a:off x="2955056" y="3158337"/>
        <a:ext cx="691634" cy="451902"/>
      </dsp:txXfrm>
    </dsp:sp>
    <dsp:sp modelId="{1D41CF9B-4D96-4206-9B3F-B479E132C39B}">
      <dsp:nvSpPr>
        <dsp:cNvPr id="0" name=""/>
        <dsp:cNvSpPr/>
      </dsp:nvSpPr>
      <dsp:spPr>
        <a:xfrm>
          <a:off x="3675865" y="3144278"/>
          <a:ext cx="719752" cy="480020"/>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rgbClr val="CE7532"/>
              </a:solidFill>
            </a:rPr>
            <a:t>Jr.  Software Test Engineers </a:t>
          </a:r>
        </a:p>
      </dsp:txBody>
      <dsp:txXfrm>
        <a:off x="3689924" y="3158337"/>
        <a:ext cx="691634" cy="451902"/>
      </dsp:txXfrm>
    </dsp:sp>
    <dsp:sp modelId="{BBEE7C4C-A88A-4038-A905-677256196195}">
      <dsp:nvSpPr>
        <dsp:cNvPr id="0" name=""/>
        <dsp:cNvSpPr/>
      </dsp:nvSpPr>
      <dsp:spPr>
        <a:xfrm>
          <a:off x="4410733" y="2620783"/>
          <a:ext cx="719752" cy="480020"/>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rgbClr val="CE7532"/>
              </a:solidFill>
            </a:rPr>
            <a:t>Architect</a:t>
          </a:r>
        </a:p>
      </dsp:txBody>
      <dsp:txXfrm>
        <a:off x="4424792" y="2634842"/>
        <a:ext cx="691634" cy="451902"/>
      </dsp:txXfrm>
    </dsp:sp>
    <dsp:sp modelId="{DDDD48AC-A023-403C-9107-4F841029A8B4}">
      <dsp:nvSpPr>
        <dsp:cNvPr id="0" name=""/>
        <dsp:cNvSpPr/>
      </dsp:nvSpPr>
      <dsp:spPr>
        <a:xfrm>
          <a:off x="5145600" y="2620783"/>
          <a:ext cx="719752" cy="480020"/>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rgbClr val="CE7532"/>
              </a:solidFill>
            </a:rPr>
            <a:t>Business Analyst</a:t>
          </a:r>
        </a:p>
      </dsp:txBody>
      <dsp:txXfrm>
        <a:off x="5159659" y="2634842"/>
        <a:ext cx="691634" cy="45190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7FB072-4C03-477F-8091-EBFC1DF39015}" type="datetimeFigureOut">
              <a:rPr lang="en-US" smtClean="0"/>
              <a:t>3/25/2025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DF38132-40C5-4575-94A1-FDF85414E989}" type="slidenum">
              <a:rPr lang="en-US" smtClean="0"/>
              <a:t>‹#›</a:t>
            </a:fld>
            <a:endParaRPr lang="en-US"/>
          </a:p>
        </p:txBody>
      </p:sp>
    </p:spTree>
    <p:extLst>
      <p:ext uri="{BB962C8B-B14F-4D97-AF65-F5344CB8AC3E}">
        <p14:creationId xmlns:p14="http://schemas.microsoft.com/office/powerpoint/2010/main" val="160410558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微软雅黑" pitchFamily="34" charset="-122"/>
              </a:defRPr>
            </a:lvl1pPr>
          </a:lstStyle>
          <a:p>
            <a:endParaRPr lang="zh-CN" altLang="en-US" dirty="0"/>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微软雅黑" pitchFamily="34" charset="-122"/>
              </a:defRPr>
            </a:lvl1pPr>
          </a:lstStyle>
          <a:p>
            <a:fld id="{673B58EF-4ABD-40F4-ACA4-FE81D742E6DD}" type="datetimeFigureOut">
              <a:rPr lang="zh-CN" altLang="en-US" smtClean="0"/>
              <a:pPr/>
              <a:t>2025/3/25</a:t>
            </a:fld>
            <a:endParaRPr lang="zh-CN" altLang="en-US" dirty="0"/>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微软雅黑"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ea typeface="微软雅黑" pitchFamily="34" charset="-122"/>
              </a:defRPr>
            </a:lvl1pPr>
          </a:lstStyle>
          <a:p>
            <a:fld id="{A11FC198-2D83-4DFC-8CDD-7D23AF44D411}" type="slidenum">
              <a:rPr lang="zh-CN" altLang="en-US" smtClean="0"/>
              <a:pPr/>
              <a:t>‹#›</a:t>
            </a:fld>
            <a:endParaRPr lang="zh-CN" altLang="en-US" dirty="0"/>
          </a:p>
        </p:txBody>
      </p:sp>
    </p:spTree>
    <p:extLst>
      <p:ext uri="{BB962C8B-B14F-4D97-AF65-F5344CB8AC3E}">
        <p14:creationId xmlns:p14="http://schemas.microsoft.com/office/powerpoint/2010/main" val="229411111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微软雅黑" pitchFamily="34" charset="-122"/>
        <a:cs typeface="+mn-cs"/>
      </a:defRPr>
    </a:lvl1pPr>
    <a:lvl2pPr marL="457200" algn="l" defTabSz="914400" rtl="0" eaLnBrk="1" latinLnBrk="0" hangingPunct="1">
      <a:defRPr sz="1200" kern="1200">
        <a:solidFill>
          <a:schemeClr val="tx1"/>
        </a:solidFill>
        <a:latin typeface="+mn-lt"/>
        <a:ea typeface="微软雅黑" pitchFamily="34" charset="-122"/>
        <a:cs typeface="+mn-cs"/>
      </a:defRPr>
    </a:lvl2pPr>
    <a:lvl3pPr marL="914400" algn="l" defTabSz="914400" rtl="0" eaLnBrk="1" latinLnBrk="0" hangingPunct="1">
      <a:defRPr sz="1200" kern="1200">
        <a:solidFill>
          <a:schemeClr val="tx1"/>
        </a:solidFill>
        <a:latin typeface="+mn-lt"/>
        <a:ea typeface="微软雅黑" pitchFamily="34" charset="-122"/>
        <a:cs typeface="+mn-cs"/>
      </a:defRPr>
    </a:lvl3pPr>
    <a:lvl4pPr marL="1371600" algn="l" defTabSz="914400" rtl="0" eaLnBrk="1" latinLnBrk="0" hangingPunct="1">
      <a:defRPr sz="1200" kern="1200">
        <a:solidFill>
          <a:schemeClr val="tx1"/>
        </a:solidFill>
        <a:latin typeface="+mn-lt"/>
        <a:ea typeface="微软雅黑" pitchFamily="34" charset="-122"/>
        <a:cs typeface="+mn-cs"/>
      </a:defRPr>
    </a:lvl4pPr>
    <a:lvl5pPr marL="1828800" algn="l" defTabSz="914400" rtl="0" eaLnBrk="1" latinLnBrk="0" hangingPunct="1">
      <a:defRPr sz="1200" kern="1200">
        <a:solidFill>
          <a:schemeClr val="tx1"/>
        </a:solidFill>
        <a:latin typeface="+mn-lt"/>
        <a:ea typeface="微软雅黑"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a:t>
            </a:fld>
            <a:endParaRPr lang="zh-CN" altLang="en-US" dirty="0"/>
          </a:p>
        </p:txBody>
      </p:sp>
    </p:spTree>
    <p:extLst>
      <p:ext uri="{BB962C8B-B14F-4D97-AF65-F5344CB8AC3E}">
        <p14:creationId xmlns:p14="http://schemas.microsoft.com/office/powerpoint/2010/main" val="2437525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a:t>
            </a:fld>
            <a:endParaRPr lang="zh-CN" altLang="en-US" dirty="0"/>
          </a:p>
        </p:txBody>
      </p:sp>
    </p:spTree>
    <p:extLst>
      <p:ext uri="{BB962C8B-B14F-4D97-AF65-F5344CB8AC3E}">
        <p14:creationId xmlns:p14="http://schemas.microsoft.com/office/powerpoint/2010/main" val="14303403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3</a:t>
            </a:fld>
            <a:endParaRPr lang="zh-CN" altLang="en-US" dirty="0"/>
          </a:p>
        </p:txBody>
      </p:sp>
    </p:spTree>
    <p:extLst>
      <p:ext uri="{BB962C8B-B14F-4D97-AF65-F5344CB8AC3E}">
        <p14:creationId xmlns:p14="http://schemas.microsoft.com/office/powerpoint/2010/main" val="1831125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4</a:t>
            </a:fld>
            <a:endParaRPr lang="zh-CN" altLang="en-US" dirty="0"/>
          </a:p>
        </p:txBody>
      </p:sp>
    </p:spTree>
    <p:extLst>
      <p:ext uri="{BB962C8B-B14F-4D97-AF65-F5344CB8AC3E}">
        <p14:creationId xmlns:p14="http://schemas.microsoft.com/office/powerpoint/2010/main" val="2967867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5</a:t>
            </a:fld>
            <a:endParaRPr lang="zh-CN" altLang="en-US" dirty="0"/>
          </a:p>
        </p:txBody>
      </p:sp>
    </p:spTree>
    <p:extLst>
      <p:ext uri="{BB962C8B-B14F-4D97-AF65-F5344CB8AC3E}">
        <p14:creationId xmlns:p14="http://schemas.microsoft.com/office/powerpoint/2010/main" val="3272579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6</a:t>
            </a:fld>
            <a:endParaRPr lang="zh-CN" altLang="en-US" dirty="0"/>
          </a:p>
        </p:txBody>
      </p:sp>
    </p:spTree>
    <p:extLst>
      <p:ext uri="{BB962C8B-B14F-4D97-AF65-F5344CB8AC3E}">
        <p14:creationId xmlns:p14="http://schemas.microsoft.com/office/powerpoint/2010/main" val="36523855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7</a:t>
            </a:fld>
            <a:endParaRPr lang="zh-CN" altLang="en-US" dirty="0"/>
          </a:p>
        </p:txBody>
      </p:sp>
    </p:spTree>
    <p:extLst>
      <p:ext uri="{BB962C8B-B14F-4D97-AF65-F5344CB8AC3E}">
        <p14:creationId xmlns:p14="http://schemas.microsoft.com/office/powerpoint/2010/main" val="10905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8</a:t>
            </a:fld>
            <a:endParaRPr lang="zh-CN" altLang="en-US" dirty="0"/>
          </a:p>
        </p:txBody>
      </p:sp>
    </p:spTree>
    <p:extLst>
      <p:ext uri="{BB962C8B-B14F-4D97-AF65-F5344CB8AC3E}">
        <p14:creationId xmlns:p14="http://schemas.microsoft.com/office/powerpoint/2010/main" val="39502535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9</a:t>
            </a:fld>
            <a:endParaRPr lang="zh-CN" altLang="en-US" dirty="0"/>
          </a:p>
        </p:txBody>
      </p:sp>
    </p:spTree>
    <p:extLst>
      <p:ext uri="{BB962C8B-B14F-4D97-AF65-F5344CB8AC3E}">
        <p14:creationId xmlns:p14="http://schemas.microsoft.com/office/powerpoint/2010/main" val="2266031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10</a:t>
            </a:fld>
            <a:endParaRPr lang="zh-CN" altLang="en-US" dirty="0"/>
          </a:p>
        </p:txBody>
      </p:sp>
    </p:spTree>
    <p:extLst>
      <p:ext uri="{BB962C8B-B14F-4D97-AF65-F5344CB8AC3E}">
        <p14:creationId xmlns:p14="http://schemas.microsoft.com/office/powerpoint/2010/main" val="17198603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11</a:t>
            </a:fld>
            <a:endParaRPr lang="zh-CN" altLang="en-US" dirty="0"/>
          </a:p>
        </p:txBody>
      </p:sp>
    </p:spTree>
    <p:extLst>
      <p:ext uri="{BB962C8B-B14F-4D97-AF65-F5344CB8AC3E}">
        <p14:creationId xmlns:p14="http://schemas.microsoft.com/office/powerpoint/2010/main" val="26987872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12</a:t>
            </a:fld>
            <a:endParaRPr lang="zh-CN" altLang="en-US" dirty="0"/>
          </a:p>
        </p:txBody>
      </p:sp>
    </p:spTree>
    <p:extLst>
      <p:ext uri="{BB962C8B-B14F-4D97-AF65-F5344CB8AC3E}">
        <p14:creationId xmlns:p14="http://schemas.microsoft.com/office/powerpoint/2010/main" val="24284179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13</a:t>
            </a:fld>
            <a:endParaRPr lang="zh-CN" altLang="en-US" dirty="0"/>
          </a:p>
        </p:txBody>
      </p:sp>
    </p:spTree>
    <p:extLst>
      <p:ext uri="{BB962C8B-B14F-4D97-AF65-F5344CB8AC3E}">
        <p14:creationId xmlns:p14="http://schemas.microsoft.com/office/powerpoint/2010/main" val="20940875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14</a:t>
            </a:fld>
            <a:endParaRPr lang="zh-CN" altLang="en-US" dirty="0"/>
          </a:p>
        </p:txBody>
      </p:sp>
    </p:spTree>
    <p:extLst>
      <p:ext uri="{BB962C8B-B14F-4D97-AF65-F5344CB8AC3E}">
        <p14:creationId xmlns:p14="http://schemas.microsoft.com/office/powerpoint/2010/main" val="16916452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15</a:t>
            </a:fld>
            <a:endParaRPr lang="zh-CN" altLang="en-US" dirty="0"/>
          </a:p>
        </p:txBody>
      </p:sp>
    </p:spTree>
    <p:extLst>
      <p:ext uri="{BB962C8B-B14F-4D97-AF65-F5344CB8AC3E}">
        <p14:creationId xmlns:p14="http://schemas.microsoft.com/office/powerpoint/2010/main" val="40348271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16</a:t>
            </a:fld>
            <a:endParaRPr lang="zh-CN" altLang="en-US" dirty="0"/>
          </a:p>
        </p:txBody>
      </p:sp>
    </p:spTree>
    <p:extLst>
      <p:ext uri="{BB962C8B-B14F-4D97-AF65-F5344CB8AC3E}">
        <p14:creationId xmlns:p14="http://schemas.microsoft.com/office/powerpoint/2010/main" val="2757125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17</a:t>
            </a:fld>
            <a:endParaRPr lang="zh-CN" altLang="en-US" dirty="0"/>
          </a:p>
        </p:txBody>
      </p:sp>
    </p:spTree>
    <p:extLst>
      <p:ext uri="{BB962C8B-B14F-4D97-AF65-F5344CB8AC3E}">
        <p14:creationId xmlns:p14="http://schemas.microsoft.com/office/powerpoint/2010/main" val="42226653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1">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70212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 2">
    <p:bg>
      <p:bgPr>
        <a:gradFill flip="none" rotWithShape="1">
          <a:gsLst>
            <a:gs pos="26000">
              <a:srgbClr val="EBECF0"/>
            </a:gs>
            <a:gs pos="0">
              <a:srgbClr val="D7D9E1"/>
            </a:gs>
            <a:gs pos="100000">
              <a:schemeClr val="bg1"/>
            </a:gs>
          </a:gsLst>
          <a:lin ang="5400000" scaled="1"/>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92101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Slide 3">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03001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extLst>
    <p:ext uri="{DCECCB84-F9BA-43D5-87BE-67443E8EF086}">
      <p15:sldGuideLst xmlns:p15="http://schemas.microsoft.com/office/powerpoint/2012/main">
        <p15:guide id="1" orient="horz" pos="1620">
          <p15:clr>
            <a:srgbClr val="FBAE40"/>
          </p15:clr>
        </p15:guide>
        <p15:guide id="2" pos="4967">
          <p15:clr>
            <a:srgbClr val="FBAE40"/>
          </p15:clr>
        </p15:guide>
        <p15:guide id="3" orient="horz" pos="2160">
          <p15:clr>
            <a:srgbClr val="FBAE40"/>
          </p15:clr>
        </p15:guide>
        <p15:guide id="4" pos="662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 4">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rot="8746489" flipH="1">
            <a:off x="120189" y="163910"/>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pic>
        <p:nvPicPr>
          <p:cNvPr id="4" name="图片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96830" y="1332273"/>
            <a:ext cx="4133428" cy="4051981"/>
          </a:xfrm>
          <a:prstGeom prst="rect">
            <a:avLst/>
          </a:prstGeom>
        </p:spPr>
      </p:pic>
      <p:sp>
        <p:nvSpPr>
          <p:cNvPr id="5" name="íṡľíḍè-TextBox 81">
            <a:extLst>
              <a:ext uri="{FF2B5EF4-FFF2-40B4-BE49-F238E27FC236}">
                <a16:creationId xmlns:a16="http://schemas.microsoft.com/office/drawing/2014/main" id="{93815FB5-5D27-45C3-94DD-F6E3642DA7EC}"/>
              </a:ext>
            </a:extLst>
          </p:cNvPr>
          <p:cNvSpPr txBox="1"/>
          <p:nvPr userDrawn="1"/>
        </p:nvSpPr>
        <p:spPr>
          <a:xfrm>
            <a:off x="1043608" y="267494"/>
            <a:ext cx="1584464" cy="398977"/>
          </a:xfrm>
          <a:prstGeom prst="rect">
            <a:avLst/>
          </a:prstGeom>
          <a:noFill/>
        </p:spPr>
        <p:txBody>
          <a:bodyPr wrap="none" lIns="0" tIns="0" rIns="0" bIns="0" anchor="ctr" anchorCtr="1">
            <a:normAutofit/>
          </a:bodyPr>
          <a:lstStyle/>
          <a:p>
            <a:pPr algn="ctr"/>
            <a:r>
              <a:rPr lang="tr-TR" altLang="zh-CN" sz="2400" b="1" dirty="0" err="1">
                <a:solidFill>
                  <a:schemeClr val="tx1">
                    <a:lumMod val="65000"/>
                    <a:lumOff val="35000"/>
                  </a:schemeClr>
                </a:solidFill>
                <a:effectLst>
                  <a:outerShdw blurRad="38100" dist="38100" dir="2700000" algn="tl">
                    <a:srgbClr val="000000">
                      <a:alpha val="43137"/>
                    </a:srgbClr>
                  </a:outerShdw>
                </a:effectLst>
                <a:latin typeface="+mn-lt"/>
                <a:ea typeface="+mn-ea"/>
                <a:cs typeface="+mn-ea"/>
                <a:sym typeface="+mn-lt"/>
              </a:rPr>
              <a:t>Cube</a:t>
            </a:r>
            <a:r>
              <a:rPr lang="tr-TR" altLang="zh-CN" sz="2400" b="1" dirty="0">
                <a:solidFill>
                  <a:schemeClr val="tx1">
                    <a:lumMod val="65000"/>
                    <a:lumOff val="35000"/>
                  </a:schemeClr>
                </a:solidFill>
                <a:effectLst>
                  <a:outerShdw blurRad="38100" dist="38100" dir="2700000" algn="tl">
                    <a:srgbClr val="000000">
                      <a:alpha val="43137"/>
                    </a:srgbClr>
                  </a:outerShdw>
                </a:effectLst>
                <a:latin typeface="+mn-lt"/>
                <a:ea typeface="+mn-ea"/>
                <a:cs typeface="+mn-ea"/>
                <a:sym typeface="+mn-lt"/>
              </a:rPr>
              <a:t> Blue</a:t>
            </a:r>
            <a:r>
              <a:rPr lang="tr-TR" altLang="zh-CN" sz="2400" b="1" baseline="0" dirty="0">
                <a:solidFill>
                  <a:schemeClr val="tx1">
                    <a:lumMod val="65000"/>
                    <a:lumOff val="35000"/>
                  </a:schemeClr>
                </a:solidFill>
                <a:effectLst>
                  <a:outerShdw blurRad="38100" dist="38100" dir="2700000" algn="tl">
                    <a:srgbClr val="000000">
                      <a:alpha val="43137"/>
                    </a:srgbClr>
                  </a:outerShdw>
                </a:effectLst>
                <a:latin typeface="+mn-lt"/>
                <a:ea typeface="+mn-ea"/>
                <a:cs typeface="+mn-ea"/>
                <a:sym typeface="+mn-lt"/>
              </a:rPr>
              <a:t> 3D</a:t>
            </a:r>
            <a:endParaRPr lang="zh-CN" altLang="en-US" sz="2400" b="1" dirty="0">
              <a:solidFill>
                <a:schemeClr val="tx1">
                  <a:lumMod val="65000"/>
                  <a:lumOff val="35000"/>
                </a:schemeClr>
              </a:solidFill>
              <a:effectLst>
                <a:outerShdw blurRad="38100" dist="38100" dir="2700000" algn="tl">
                  <a:srgbClr val="000000">
                    <a:alpha val="43137"/>
                  </a:srgbClr>
                </a:outerShdw>
              </a:effectLst>
              <a:latin typeface="+mn-lt"/>
              <a:ea typeface="+mn-ea"/>
              <a:cs typeface="+mn-ea"/>
              <a:sym typeface="+mn-lt"/>
            </a:endParaRPr>
          </a:p>
        </p:txBody>
      </p:sp>
    </p:spTree>
    <p:extLst>
      <p:ext uri="{BB962C8B-B14F-4D97-AF65-F5344CB8AC3E}">
        <p14:creationId xmlns:p14="http://schemas.microsoft.com/office/powerpoint/2010/main" val="20335214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 calcmode="lin" valueType="num">
                                      <p:cBhvr>
                                        <p:cTn id="9" dur="500" fill="hold"/>
                                        <p:tgtEl>
                                          <p:spTgt spid="3"/>
                                        </p:tgtEl>
                                        <p:attrNameLst>
                                          <p:attrName>style.rotation</p:attrName>
                                        </p:attrNameLst>
                                      </p:cBhvr>
                                      <p:tavLst>
                                        <p:tav tm="0">
                                          <p:val>
                                            <p:fltVal val="360"/>
                                          </p:val>
                                        </p:tav>
                                        <p:tav tm="100000">
                                          <p:val>
                                            <p:fltVal val="0"/>
                                          </p:val>
                                        </p:tav>
                                      </p:tavLst>
                                    </p:anim>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anim calcmode="lin" valueType="num">
                                      <p:cBhvr>
                                        <p:cTn id="16" dur="1000" fill="hold"/>
                                        <p:tgtEl>
                                          <p:spTgt spid="4"/>
                                        </p:tgtEl>
                                        <p:attrNameLst>
                                          <p:attrName>ppt_x</p:attrName>
                                        </p:attrNameLst>
                                      </p:cBhvr>
                                      <p:tavLst>
                                        <p:tav tm="0">
                                          <p:val>
                                            <p:strVal val="#ppt_x"/>
                                          </p:val>
                                        </p:tav>
                                        <p:tav tm="100000">
                                          <p:val>
                                            <p:strVal val="#ppt_x"/>
                                          </p:val>
                                        </p:tav>
                                      </p:tavLst>
                                    </p:anim>
                                    <p:anim calcmode="lin" valueType="num">
                                      <p:cBhvr>
                                        <p:cTn id="1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5">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57200" y="206375"/>
            <a:ext cx="8229600" cy="857250"/>
          </a:xfrm>
          <a:prstGeom prst="rect">
            <a:avLst/>
          </a:prstGeom>
        </p:spPr>
        <p:txBody>
          <a:bodyPr/>
          <a:lstStyle/>
          <a:p>
            <a:r>
              <a:rPr lang="tr-TR" altLang="zh-CN" dirty="0"/>
              <a:t>Freepptbackgrounds.net</a:t>
            </a:r>
            <a:endParaRPr lang="zh-CN" altLang="en-US" dirty="0"/>
          </a:p>
        </p:txBody>
      </p:sp>
    </p:spTree>
    <p:extLst>
      <p:ext uri="{BB962C8B-B14F-4D97-AF65-F5344CB8AC3E}">
        <p14:creationId xmlns:p14="http://schemas.microsoft.com/office/powerpoint/2010/main" val="36442926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6">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57200" y="206375"/>
            <a:ext cx="8229600" cy="857250"/>
          </a:xfrm>
          <a:prstGeom prst="rect">
            <a:avLst/>
          </a:prstGeom>
        </p:spPr>
        <p:txBody>
          <a:bodyPr/>
          <a:lstStyle/>
          <a:p>
            <a:r>
              <a:rPr lang="tr-TR" altLang="zh-CN" dirty="0"/>
              <a:t>Freepptbackgrounds.net</a:t>
            </a:r>
            <a:endParaRPr lang="zh-CN" altLang="en-US" dirty="0"/>
          </a:p>
        </p:txBody>
      </p:sp>
    </p:spTree>
    <p:extLst>
      <p:ext uri="{BB962C8B-B14F-4D97-AF65-F5344CB8AC3E}">
        <p14:creationId xmlns:p14="http://schemas.microsoft.com/office/powerpoint/2010/main" val="20527706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 7">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57200" y="206375"/>
            <a:ext cx="8229600" cy="857250"/>
          </a:xfrm>
          <a:prstGeom prst="rect">
            <a:avLst/>
          </a:prstGeom>
        </p:spPr>
        <p:txBody>
          <a:bodyPr/>
          <a:lstStyle/>
          <a:p>
            <a:r>
              <a:rPr lang="tr-TR" altLang="zh-CN" dirty="0"/>
              <a:t>Freepptbackgrounds.net</a:t>
            </a:r>
            <a:endParaRPr lang="zh-CN" altLang="en-US" dirty="0"/>
          </a:p>
        </p:txBody>
      </p:sp>
      <p:sp>
        <p:nvSpPr>
          <p:cNvPr id="4" name="矩形 3"/>
          <p:cNvSpPr/>
          <p:nvPr userDrawn="1"/>
        </p:nvSpPr>
        <p:spPr>
          <a:xfrm>
            <a:off x="7164288" y="4909375"/>
            <a:ext cx="775136" cy="230832"/>
          </a:xfrm>
          <a:prstGeom prst="rect">
            <a:avLst/>
          </a:prstGeom>
        </p:spPr>
        <p:txBody>
          <a:bodyPr wrap="square">
            <a:spAutoFit/>
          </a:bodyPr>
          <a:lstStyle/>
          <a:p>
            <a:pPr fontAlgn="auto">
              <a:spcBef>
                <a:spcPts val="0"/>
              </a:spcBef>
              <a:spcAft>
                <a:spcPts val="0"/>
              </a:spcAft>
            </a:pPr>
            <a:r>
              <a:rPr lang="en-US" altLang="zh-CN" sz="100" dirty="0">
                <a:solidFill>
                  <a:prstClr val="white"/>
                </a:solidFill>
                <a:latin typeface="Calibri"/>
                <a:ea typeface="宋体"/>
              </a:rPr>
              <a:t>PPT</a:t>
            </a:r>
            <a:r>
              <a:rPr lang="zh-CN" altLang="en-US" sz="100" dirty="0">
                <a:solidFill>
                  <a:prstClr val="white"/>
                </a:solidFill>
                <a:latin typeface="Calibri"/>
                <a:ea typeface="宋体"/>
              </a:rPr>
              <a:t>模板下载：</a:t>
            </a:r>
            <a:r>
              <a:rPr lang="en-US" altLang="zh-CN" sz="100" dirty="0">
                <a:solidFill>
                  <a:prstClr val="white"/>
                </a:solidFill>
                <a:latin typeface="Calibri"/>
                <a:ea typeface="宋体"/>
              </a:rPr>
              <a:t>www.1ppt.com/moban/  </a:t>
            </a:r>
            <a:r>
              <a:rPr lang="zh-CN" altLang="en-US" sz="100" dirty="0">
                <a:solidFill>
                  <a:prstClr val="white"/>
                </a:solidFill>
                <a:latin typeface="Calibri"/>
                <a:ea typeface="宋体"/>
              </a:rPr>
              <a:t>行业</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www.1ppt.com/hangye/ </a:t>
            </a:r>
          </a:p>
          <a:p>
            <a:pPr fontAlgn="auto">
              <a:spcBef>
                <a:spcPts val="0"/>
              </a:spcBef>
              <a:spcAft>
                <a:spcPts val="0"/>
              </a:spcAft>
            </a:pPr>
            <a:r>
              <a:rPr lang="zh-CN" altLang="en-US" sz="100" dirty="0">
                <a:solidFill>
                  <a:prstClr val="white"/>
                </a:solidFill>
                <a:latin typeface="Calibri"/>
                <a:ea typeface="宋体"/>
              </a:rPr>
              <a:t>节日</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www.1ppt.com/jieri/  PPT</a:t>
            </a:r>
            <a:r>
              <a:rPr lang="zh-CN" altLang="en-US" sz="100" dirty="0">
                <a:solidFill>
                  <a:prstClr val="white"/>
                </a:solidFill>
                <a:latin typeface="Calibri"/>
                <a:ea typeface="宋体"/>
              </a:rPr>
              <a:t>素材：</a:t>
            </a:r>
            <a:r>
              <a:rPr lang="en-US" altLang="zh-CN" sz="100" dirty="0">
                <a:solidFill>
                  <a:prstClr val="white"/>
                </a:solidFill>
                <a:latin typeface="Calibri"/>
                <a:ea typeface="宋体"/>
              </a:rPr>
              <a:t>www.1ppt.com/sucai/</a:t>
            </a:r>
          </a:p>
          <a:p>
            <a:pPr fontAlgn="auto">
              <a:spcBef>
                <a:spcPts val="0"/>
              </a:spcBef>
              <a:spcAft>
                <a:spcPts val="0"/>
              </a:spcAft>
            </a:pPr>
            <a:r>
              <a:rPr lang="en-US" altLang="zh-CN" sz="100" dirty="0">
                <a:solidFill>
                  <a:prstClr val="white"/>
                </a:solidFill>
                <a:latin typeface="Calibri"/>
                <a:ea typeface="宋体"/>
              </a:rPr>
              <a:t>PPT</a:t>
            </a:r>
            <a:r>
              <a:rPr lang="zh-CN" altLang="en-US" sz="100" dirty="0">
                <a:solidFill>
                  <a:prstClr val="white"/>
                </a:solidFill>
                <a:latin typeface="Calibri"/>
                <a:ea typeface="宋体"/>
              </a:rPr>
              <a:t>背景图片：</a:t>
            </a:r>
            <a:r>
              <a:rPr lang="en-US" altLang="zh-CN" sz="100" dirty="0">
                <a:solidFill>
                  <a:prstClr val="white"/>
                </a:solidFill>
                <a:latin typeface="Calibri"/>
                <a:ea typeface="宋体"/>
              </a:rPr>
              <a:t>www.1ppt.com/beijing/PPT</a:t>
            </a:r>
            <a:r>
              <a:rPr lang="zh-CN" altLang="en-US" sz="100" dirty="0">
                <a:solidFill>
                  <a:prstClr val="white"/>
                </a:solidFill>
                <a:latin typeface="Calibri"/>
                <a:ea typeface="宋体"/>
              </a:rPr>
              <a:t>图表：</a:t>
            </a:r>
            <a:r>
              <a:rPr lang="en-US" altLang="zh-CN" sz="100" dirty="0">
                <a:solidFill>
                  <a:prstClr val="white"/>
                </a:solidFill>
                <a:latin typeface="Calibri"/>
                <a:ea typeface="宋体"/>
              </a:rPr>
              <a:t>www.1ppt.com/tubiao/  </a:t>
            </a:r>
          </a:p>
          <a:p>
            <a:pPr fontAlgn="auto">
              <a:spcBef>
                <a:spcPts val="0"/>
              </a:spcBef>
              <a:spcAft>
                <a:spcPts val="0"/>
              </a:spcAft>
            </a:pPr>
            <a:r>
              <a:rPr lang="zh-CN" altLang="en-US" sz="100" dirty="0">
                <a:solidFill>
                  <a:prstClr val="white"/>
                </a:solidFill>
                <a:latin typeface="Calibri"/>
                <a:ea typeface="宋体"/>
              </a:rPr>
              <a:t>精美</a:t>
            </a:r>
            <a:r>
              <a:rPr lang="en-US" altLang="zh-CN" sz="100" dirty="0">
                <a:solidFill>
                  <a:prstClr val="white"/>
                </a:solidFill>
                <a:latin typeface="Calibri"/>
                <a:ea typeface="宋体"/>
              </a:rPr>
              <a:t>PPT</a:t>
            </a:r>
            <a:r>
              <a:rPr lang="zh-CN" altLang="en-US" sz="100" dirty="0">
                <a:solidFill>
                  <a:prstClr val="white"/>
                </a:solidFill>
                <a:latin typeface="Calibri"/>
                <a:ea typeface="宋体"/>
              </a:rPr>
              <a:t>下载：</a:t>
            </a:r>
            <a:r>
              <a:rPr lang="en-US" altLang="zh-CN" sz="100" dirty="0">
                <a:solidFill>
                  <a:prstClr val="white"/>
                </a:solidFill>
                <a:latin typeface="Calibri"/>
                <a:ea typeface="宋体"/>
              </a:rPr>
              <a:t>www.1ppt.com/xiazai/ PPT</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www.1ppt.com/powerpoint/  </a:t>
            </a:r>
          </a:p>
          <a:p>
            <a:pPr fontAlgn="auto">
              <a:spcBef>
                <a:spcPts val="0"/>
              </a:spcBef>
              <a:spcAft>
                <a:spcPts val="0"/>
              </a:spcAft>
            </a:pPr>
            <a:r>
              <a:rPr lang="en-US" altLang="zh-CN" sz="100" dirty="0">
                <a:solidFill>
                  <a:prstClr val="white"/>
                </a:solidFill>
                <a:latin typeface="Calibri"/>
                <a:ea typeface="宋体"/>
              </a:rPr>
              <a:t>PPT</a:t>
            </a:r>
            <a:r>
              <a:rPr lang="zh-CN" altLang="en-US" sz="100" dirty="0">
                <a:solidFill>
                  <a:prstClr val="white"/>
                </a:solidFill>
                <a:latin typeface="Calibri"/>
                <a:ea typeface="宋体"/>
              </a:rPr>
              <a:t>课件：</a:t>
            </a:r>
            <a:r>
              <a:rPr lang="en-US" altLang="zh-CN" sz="100" dirty="0">
                <a:solidFill>
                  <a:prstClr val="white"/>
                </a:solidFill>
                <a:latin typeface="Calibri"/>
                <a:ea typeface="宋体"/>
              </a:rPr>
              <a:t>www.1ppt.com/kejian/ </a:t>
            </a:r>
            <a:r>
              <a:rPr lang="zh-CN" altLang="en-US" sz="100" dirty="0">
                <a:solidFill>
                  <a:prstClr val="white"/>
                </a:solidFill>
                <a:latin typeface="Calibri"/>
                <a:ea typeface="宋体"/>
              </a:rPr>
              <a:t>字体下载：</a:t>
            </a:r>
            <a:r>
              <a:rPr lang="en-US" altLang="zh-CN" sz="100" dirty="0">
                <a:solidFill>
                  <a:prstClr val="white"/>
                </a:solidFill>
                <a:latin typeface="Calibri"/>
                <a:ea typeface="宋体"/>
              </a:rPr>
              <a:t>www.1ppt.com/ziti/</a:t>
            </a:r>
          </a:p>
          <a:p>
            <a:pPr fontAlgn="auto">
              <a:spcBef>
                <a:spcPts val="0"/>
              </a:spcBef>
              <a:spcAft>
                <a:spcPts val="0"/>
              </a:spcAft>
            </a:pPr>
            <a:r>
              <a:rPr lang="zh-CN" altLang="en-US" sz="100" dirty="0">
                <a:solidFill>
                  <a:prstClr val="white"/>
                </a:solidFill>
                <a:latin typeface="Calibri"/>
                <a:ea typeface="宋体"/>
              </a:rPr>
              <a:t>工作总结</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www.1ppt.com/xiazai/zongjie/ </a:t>
            </a:r>
            <a:r>
              <a:rPr lang="zh-CN" altLang="en-US" sz="100" dirty="0">
                <a:solidFill>
                  <a:prstClr val="white"/>
                </a:solidFill>
                <a:latin typeface="Calibri"/>
                <a:ea typeface="宋体"/>
              </a:rPr>
              <a:t>工作计划：</a:t>
            </a:r>
            <a:r>
              <a:rPr lang="en-US" altLang="zh-CN" sz="100" dirty="0">
                <a:solidFill>
                  <a:prstClr val="white"/>
                </a:solidFill>
                <a:latin typeface="Calibri"/>
                <a:ea typeface="宋体"/>
              </a:rPr>
              <a:t>www.1ppt.com/xiazai/jihua/</a:t>
            </a:r>
          </a:p>
          <a:p>
            <a:pPr fontAlgn="auto">
              <a:spcBef>
                <a:spcPts val="0"/>
              </a:spcBef>
              <a:spcAft>
                <a:spcPts val="0"/>
              </a:spcAft>
            </a:pPr>
            <a:r>
              <a:rPr lang="zh-CN" altLang="en-US" sz="100" dirty="0">
                <a:solidFill>
                  <a:prstClr val="white"/>
                </a:solidFill>
                <a:latin typeface="Calibri"/>
                <a:ea typeface="宋体"/>
              </a:rPr>
              <a:t>商务</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www.1ppt.com/moban/shangwu/  </a:t>
            </a:r>
            <a:r>
              <a:rPr lang="zh-CN" altLang="en-US" sz="100" dirty="0">
                <a:solidFill>
                  <a:prstClr val="white"/>
                </a:solidFill>
                <a:latin typeface="Calibri"/>
                <a:ea typeface="宋体"/>
              </a:rPr>
              <a:t>个人简历</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www.1ppt.com/xiazai/jianli/  </a:t>
            </a:r>
          </a:p>
          <a:p>
            <a:pPr fontAlgn="auto">
              <a:spcBef>
                <a:spcPts val="0"/>
              </a:spcBef>
              <a:spcAft>
                <a:spcPts val="0"/>
              </a:spcAft>
            </a:pPr>
            <a:r>
              <a:rPr lang="zh-CN" altLang="en-US" sz="100" dirty="0">
                <a:solidFill>
                  <a:prstClr val="white"/>
                </a:solidFill>
                <a:latin typeface="Calibri"/>
                <a:ea typeface="宋体"/>
              </a:rPr>
              <a:t>毕业答辩</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www.1ppt.com/xiazai/dabian/  </a:t>
            </a:r>
            <a:r>
              <a:rPr lang="zh-CN" altLang="en-US" sz="100" dirty="0">
                <a:solidFill>
                  <a:prstClr val="white"/>
                </a:solidFill>
                <a:latin typeface="Calibri"/>
                <a:ea typeface="宋体"/>
              </a:rPr>
              <a:t>工作汇报</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www.1ppt.com/xiazai/huibao/</a:t>
            </a:r>
          </a:p>
          <a:p>
            <a:pPr fontAlgn="auto">
              <a:spcBef>
                <a:spcPts val="0"/>
              </a:spcBef>
              <a:spcAft>
                <a:spcPts val="0"/>
              </a:spcAft>
            </a:pPr>
            <a:r>
              <a:rPr lang="en-US" altLang="zh-CN" sz="100" dirty="0">
                <a:solidFill>
                  <a:prstClr val="white"/>
                </a:solidFill>
                <a:latin typeface="Calibri"/>
                <a:ea typeface="宋体"/>
              </a:rPr>
              <a:t> </a:t>
            </a:r>
          </a:p>
        </p:txBody>
      </p:sp>
    </p:spTree>
    <p:extLst>
      <p:ext uri="{BB962C8B-B14F-4D97-AF65-F5344CB8AC3E}">
        <p14:creationId xmlns:p14="http://schemas.microsoft.com/office/powerpoint/2010/main" val="25887909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lide 8">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57200" y="206375"/>
            <a:ext cx="8229600" cy="857250"/>
          </a:xfrm>
          <a:prstGeom prst="rect">
            <a:avLst/>
          </a:prstGeom>
        </p:spPr>
        <p:txBody>
          <a:bodyPr/>
          <a:lstStyle/>
          <a:p>
            <a:r>
              <a:rPr lang="tr-TR" altLang="zh-CN" dirty="0"/>
              <a:t>Freepptbackgrounds.net</a:t>
            </a:r>
            <a:endParaRPr lang="zh-CN" altLang="en-US" dirty="0"/>
          </a:p>
        </p:txBody>
      </p:sp>
    </p:spTree>
    <p:extLst>
      <p:ext uri="{BB962C8B-B14F-4D97-AF65-F5344CB8AC3E}">
        <p14:creationId xmlns:p14="http://schemas.microsoft.com/office/powerpoint/2010/main" val="7317956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lide 9">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57200" y="206375"/>
            <a:ext cx="8229600" cy="857250"/>
          </a:xfrm>
          <a:prstGeom prst="rect">
            <a:avLst/>
          </a:prstGeom>
        </p:spPr>
        <p:txBody>
          <a:bodyPr/>
          <a:lstStyle/>
          <a:p>
            <a:r>
              <a:rPr lang="tr-TR" altLang="zh-CN" dirty="0"/>
              <a:t>Freepptbackgrounds.net</a:t>
            </a:r>
            <a:endParaRPr lang="zh-CN" altLang="en-US" dirty="0"/>
          </a:p>
        </p:txBody>
      </p:sp>
    </p:spTree>
    <p:extLst>
      <p:ext uri="{BB962C8B-B14F-4D97-AF65-F5344CB8AC3E}">
        <p14:creationId xmlns:p14="http://schemas.microsoft.com/office/powerpoint/2010/main" val="39513228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lide 10">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57200" y="206375"/>
            <a:ext cx="8229600" cy="857250"/>
          </a:xfrm>
          <a:prstGeom prst="rect">
            <a:avLst/>
          </a:prstGeom>
        </p:spPr>
        <p:txBody>
          <a:bodyPr/>
          <a:lstStyle/>
          <a:p>
            <a:r>
              <a:rPr lang="tr-TR" altLang="zh-CN" dirty="0"/>
              <a:t>Freepptbackgrounds.net</a:t>
            </a:r>
            <a:endParaRPr lang="zh-CN" altLang="en-US" dirty="0"/>
          </a:p>
        </p:txBody>
      </p:sp>
    </p:spTree>
    <p:extLst>
      <p:ext uri="{BB962C8B-B14F-4D97-AF65-F5344CB8AC3E}">
        <p14:creationId xmlns:p14="http://schemas.microsoft.com/office/powerpoint/2010/main" val="19687344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lide 11">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57200" y="206375"/>
            <a:ext cx="8229600" cy="857250"/>
          </a:xfrm>
          <a:prstGeom prst="rect">
            <a:avLst/>
          </a:prstGeom>
        </p:spPr>
        <p:txBody>
          <a:bodyPr/>
          <a:lstStyle/>
          <a:p>
            <a:r>
              <a:rPr lang="tr-TR" altLang="zh-CN" dirty="0"/>
              <a:t>Freepptbackgrounds.net</a:t>
            </a:r>
            <a:endParaRPr lang="zh-CN" altLang="en-US" dirty="0"/>
          </a:p>
        </p:txBody>
      </p:sp>
    </p:spTree>
    <p:extLst>
      <p:ext uri="{BB962C8B-B14F-4D97-AF65-F5344CB8AC3E}">
        <p14:creationId xmlns:p14="http://schemas.microsoft.com/office/powerpoint/2010/main" val="12071098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lide 12">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30024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88CAD3A-CD69-42F3-A04C-5E985530E63C}"/>
              </a:ext>
            </a:extLst>
          </p:cNvPr>
          <p:cNvSpPr/>
          <p:nvPr userDrawn="1"/>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0" r:id="rId1"/>
    <p:sldLayoutId id="2147483656" r:id="rId2"/>
    <p:sldLayoutId id="2147483657" r:id="rId3"/>
    <p:sldLayoutId id="2147483658" r:id="rId4"/>
    <p:sldLayoutId id="2147483660" r:id="rId5"/>
    <p:sldLayoutId id="2147483661" r:id="rId6"/>
    <p:sldLayoutId id="2147483662" r:id="rId7"/>
    <p:sldLayoutId id="2147483663" r:id="rId8"/>
    <p:sldLayoutId id="2147483664" r:id="rId9"/>
    <p:sldLayoutId id="2147483665" r:id="rId10"/>
    <p:sldLayoutId id="2147483666" r:id="rId11"/>
    <p:sldLayoutId id="2147483659" r:id="rId12"/>
  </p:sldLayoutIdLst>
  <mc:AlternateContent xmlns:mc="http://schemas.openxmlformats.org/markup-compatibility/2006" xmlns:p15="http://schemas.microsoft.com/office/powerpoint/2012/main">
    <mc:Choice Requires="p15">
      <p:transition xmlns:p14="http://schemas.microsoft.com/office/powerpoint/2010/main" spd="slow" p14:dur="2500" advTm="0">
        <p15:prstTrans prst="pageCurlDouble"/>
      </p:transition>
    </mc:Choice>
    <mc:Fallback xmlns="">
      <p:transition spd="slow" advTm="0">
        <p:fade/>
      </p:transition>
    </mc:Fallback>
  </mc:AlternateContent>
  <p:hf hdr="0" ftr="0" dt="0"/>
  <p:txStyles>
    <p:titleStyle>
      <a:lvl1pPr algn="ctr" rtl="0" fontAlgn="base">
        <a:spcBef>
          <a:spcPct val="0"/>
        </a:spcBef>
        <a:spcAft>
          <a:spcPct val="0"/>
        </a:spcAft>
        <a:defRPr sz="4400" kern="1200">
          <a:solidFill>
            <a:schemeClr val="tx1"/>
          </a:solidFill>
          <a:latin typeface="+mj-lt"/>
          <a:ea typeface="微软雅黑" pitchFamily="34" charset="-122"/>
          <a:cs typeface="+mj-cs"/>
        </a:defRPr>
      </a:lvl1pPr>
      <a:lvl2pPr algn="ctr" rtl="0" fontAlgn="base">
        <a:spcBef>
          <a:spcPct val="0"/>
        </a:spcBef>
        <a:spcAft>
          <a:spcPct val="0"/>
        </a:spcAft>
        <a:defRPr sz="4400">
          <a:solidFill>
            <a:schemeClr val="tx1"/>
          </a:solidFill>
          <a:latin typeface="Calibri" pitchFamily="34" charset="0"/>
          <a:ea typeface="宋体" charset="-122"/>
        </a:defRPr>
      </a:lvl2pPr>
      <a:lvl3pPr algn="ctr" rtl="0" fontAlgn="base">
        <a:spcBef>
          <a:spcPct val="0"/>
        </a:spcBef>
        <a:spcAft>
          <a:spcPct val="0"/>
        </a:spcAft>
        <a:defRPr sz="4400">
          <a:solidFill>
            <a:schemeClr val="tx1"/>
          </a:solidFill>
          <a:latin typeface="Calibri" pitchFamily="34" charset="0"/>
          <a:ea typeface="宋体" charset="-122"/>
        </a:defRPr>
      </a:lvl3pPr>
      <a:lvl4pPr algn="ctr" rtl="0" fontAlgn="base">
        <a:spcBef>
          <a:spcPct val="0"/>
        </a:spcBef>
        <a:spcAft>
          <a:spcPct val="0"/>
        </a:spcAft>
        <a:defRPr sz="4400">
          <a:solidFill>
            <a:schemeClr val="tx1"/>
          </a:solidFill>
          <a:latin typeface="Calibri" pitchFamily="34" charset="0"/>
          <a:ea typeface="宋体" charset="-122"/>
        </a:defRPr>
      </a:lvl4pPr>
      <a:lvl5pPr algn="ctr" rtl="0" fontAlgn="base">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微软雅黑" pitchFamily="34" charset="-122"/>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微软雅黑" pitchFamily="34" charset="-122"/>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微软雅黑" pitchFamily="34" charset="-122"/>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微软雅黑" pitchFamily="34" charset="-122"/>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hyperlink" Target="http://www.credence.in/" TargetMode="Externa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2.xml"/><Relationship Id="rId7" Type="http://schemas.microsoft.com/office/2007/relationships/hdphoto" Target="../media/hdphoto1.wdp"/><Relationship Id="rId2" Type="http://schemas.openxmlformats.org/officeDocument/2006/relationships/tags" Target="../tags/tag3.xml"/><Relationship Id="rId1" Type="http://schemas.openxmlformats.org/officeDocument/2006/relationships/themeOverride" Target="../theme/themeOverride1.x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notesSlide" Target="../notesSlides/notesSlide2.xml"/><Relationship Id="rId9" Type="http://schemas.microsoft.com/office/2007/relationships/hdphoto" Target="../media/hdphoto2.wdp"/></Relationships>
</file>

<file path=ppt/slides/_rels/slide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slideLayout" Target="../slideLayouts/slideLayout1.xml"/><Relationship Id="rId7" Type="http://schemas.openxmlformats.org/officeDocument/2006/relationships/image" Target="../media/image8.png"/><Relationship Id="rId2" Type="http://schemas.openxmlformats.org/officeDocument/2006/relationships/tags" Target="../tags/tag4.xml"/><Relationship Id="rId1" Type="http://schemas.openxmlformats.org/officeDocument/2006/relationships/themeOverride" Target="../theme/themeOverride2.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microsoft.com/office/2007/relationships/hdphoto" Target="../media/hdphoto1.wdp"/><Relationship Id="rId2" Type="http://schemas.openxmlformats.org/officeDocument/2006/relationships/slideLayout" Target="../slideLayouts/slideLayout1.xml"/><Relationship Id="rId1" Type="http://schemas.openxmlformats.org/officeDocument/2006/relationships/tags" Target="../tags/tag5.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microsoft.com/office/2007/relationships/hdphoto" Target="../media/hdphoto2.wdp"/><Relationship Id="rId2" Type="http://schemas.openxmlformats.org/officeDocument/2006/relationships/slideLayout" Target="../slideLayouts/slideLayout1.xml"/><Relationship Id="rId1" Type="http://schemas.openxmlformats.org/officeDocument/2006/relationships/tags" Target="../tags/tag6.xml"/><Relationship Id="rId6" Type="http://schemas.openxmlformats.org/officeDocument/2006/relationships/image" Target="../media/image8.png"/><Relationship Id="rId5" Type="http://schemas.microsoft.com/office/2007/relationships/hdphoto" Target="../media/hdphoto1.wdp"/><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microsoft.com/office/2007/relationships/hdphoto" Target="../media/hdphoto1.wdp"/><Relationship Id="rId2" Type="http://schemas.openxmlformats.org/officeDocument/2006/relationships/slideLayout" Target="../slideLayouts/slideLayout1.xml"/><Relationship Id="rId1" Type="http://schemas.openxmlformats.org/officeDocument/2006/relationships/tags" Target="../tags/tag7.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microsoft.com/office/2007/relationships/hdphoto" Target="../media/hdphoto2.wdp"/><Relationship Id="rId2" Type="http://schemas.openxmlformats.org/officeDocument/2006/relationships/slideLayout" Target="../slideLayouts/slideLayout1.xml"/><Relationship Id="rId1" Type="http://schemas.openxmlformats.org/officeDocument/2006/relationships/tags" Target="../tags/tag8.xml"/><Relationship Id="rId6" Type="http://schemas.openxmlformats.org/officeDocument/2006/relationships/image" Target="../media/image8.png"/><Relationship Id="rId5" Type="http://schemas.microsoft.com/office/2007/relationships/hdphoto" Target="../media/hdphoto1.wdp"/><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notesSlide" Target="../notesSlides/notesSlide8.xml"/><Relationship Id="rId7" Type="http://schemas.microsoft.com/office/2007/relationships/hdphoto" Target="../media/hdphoto1.wdp"/><Relationship Id="rId2" Type="http://schemas.openxmlformats.org/officeDocument/2006/relationships/slideLayout" Target="../slideLayouts/slideLayout1.xml"/><Relationship Id="rId1" Type="http://schemas.openxmlformats.org/officeDocument/2006/relationships/tags" Target="../tags/tag9.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microsoft.com/office/2007/relationships/hdphoto" Target="../media/hdphoto2.wdp"/><Relationship Id="rId2" Type="http://schemas.openxmlformats.org/officeDocument/2006/relationships/slideLayout" Target="../slideLayouts/slideLayout1.xml"/><Relationship Id="rId1" Type="http://schemas.openxmlformats.org/officeDocument/2006/relationships/tags" Target="../tags/tag10.xml"/><Relationship Id="rId6" Type="http://schemas.openxmlformats.org/officeDocument/2006/relationships/image" Target="../media/image8.png"/><Relationship Id="rId5" Type="http://schemas.microsoft.com/office/2007/relationships/hdphoto" Target="../media/hdphoto1.wdp"/><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1.xml"/><Relationship Id="rId3" Type="http://schemas.openxmlformats.org/officeDocument/2006/relationships/notesSlide" Target="../notesSlides/notesSlide10.xml"/><Relationship Id="rId7" Type="http://schemas.microsoft.com/office/2007/relationships/hdphoto" Target="../media/hdphoto1.wdp"/><Relationship Id="rId12" Type="http://schemas.microsoft.com/office/2007/relationships/diagramDrawing" Target="../diagrams/drawing1.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7.png"/><Relationship Id="rId11" Type="http://schemas.openxmlformats.org/officeDocument/2006/relationships/diagramColors" Target="../diagrams/colors1.xml"/><Relationship Id="rId5" Type="http://schemas.microsoft.com/office/2007/relationships/hdphoto" Target="../media/hdphoto2.wdp"/><Relationship Id="rId10" Type="http://schemas.openxmlformats.org/officeDocument/2006/relationships/diagramQuickStyle" Target="../diagrams/quickStyle1.xml"/><Relationship Id="rId4" Type="http://schemas.openxmlformats.org/officeDocument/2006/relationships/image" Target="../media/image8.png"/><Relationship Id="rId9"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microsoft.com/office/2007/relationships/hdphoto" Target="../media/hdphoto2.wdp"/><Relationship Id="rId2" Type="http://schemas.openxmlformats.org/officeDocument/2006/relationships/slideLayout" Target="../slideLayouts/slideLayout1.xml"/><Relationship Id="rId1" Type="http://schemas.openxmlformats.org/officeDocument/2006/relationships/tags" Target="../tags/tag12.xml"/><Relationship Id="rId6" Type="http://schemas.openxmlformats.org/officeDocument/2006/relationships/image" Target="../media/image8.png"/><Relationship Id="rId5" Type="http://schemas.microsoft.com/office/2007/relationships/hdphoto" Target="../media/hdphoto1.wdp"/><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microsoft.com/office/2007/relationships/hdphoto" Target="../media/hdphoto1.wdp"/><Relationship Id="rId2" Type="http://schemas.openxmlformats.org/officeDocument/2006/relationships/slideLayout" Target="../slideLayouts/slideLayout1.xml"/><Relationship Id="rId1" Type="http://schemas.openxmlformats.org/officeDocument/2006/relationships/tags" Target="../tags/tag13.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microsoft.com/office/2007/relationships/hdphoto" Target="../media/hdphoto2.wdp"/><Relationship Id="rId2" Type="http://schemas.openxmlformats.org/officeDocument/2006/relationships/slideLayout" Target="../slideLayouts/slideLayout1.xml"/><Relationship Id="rId1" Type="http://schemas.openxmlformats.org/officeDocument/2006/relationships/tags" Target="../tags/tag14.xml"/><Relationship Id="rId6" Type="http://schemas.openxmlformats.org/officeDocument/2006/relationships/image" Target="../media/image8.png"/><Relationship Id="rId5" Type="http://schemas.microsoft.com/office/2007/relationships/hdphoto" Target="../media/hdphoto1.wdp"/><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microsoft.com/office/2007/relationships/hdphoto" Target="../media/hdphoto1.wdp"/><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microsoft.com/office/2007/relationships/hdphoto" Target="../media/hdphoto2.wdp"/><Relationship Id="rId2" Type="http://schemas.openxmlformats.org/officeDocument/2006/relationships/slideLayout" Target="../slideLayouts/slideLayout1.xml"/><Relationship Id="rId1" Type="http://schemas.openxmlformats.org/officeDocument/2006/relationships/tags" Target="../tags/tag16.xml"/><Relationship Id="rId6" Type="http://schemas.openxmlformats.org/officeDocument/2006/relationships/image" Target="../media/image8.png"/><Relationship Id="rId5" Type="http://schemas.microsoft.com/office/2007/relationships/hdphoto" Target="../media/hdphoto1.wdp"/><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microsoft.com/office/2007/relationships/hdphoto" Target="../media/hdphoto1.wdp"/><Relationship Id="rId2" Type="http://schemas.openxmlformats.org/officeDocument/2006/relationships/slideLayout" Target="../slideLayouts/slideLayout1.xml"/><Relationship Id="rId1" Type="http://schemas.openxmlformats.org/officeDocument/2006/relationships/tags" Target="../tags/tag17.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18.xml"/><Relationship Id="rId5" Type="http://schemas.openxmlformats.org/officeDocument/2006/relationships/hyperlink" Target="http://www.credence.in/" TargetMode="Externa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7">
            <a:extLst>
              <a:ext uri="{FF2B5EF4-FFF2-40B4-BE49-F238E27FC236}">
                <a16:creationId xmlns:a16="http://schemas.microsoft.com/office/drawing/2014/main" id="{F6EB67AF-726D-40B6-BB29-CEA468E3B97A}"/>
              </a:ext>
            </a:extLst>
          </p:cNvPr>
          <p:cNvSpPr>
            <a:spLocks noChangeArrowheads="1"/>
          </p:cNvSpPr>
          <p:nvPr/>
        </p:nvSpPr>
        <p:spPr bwMode="auto">
          <a:xfrm>
            <a:off x="-41754" y="56342"/>
            <a:ext cx="9227507" cy="2031325"/>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lvl="1" algn="ctr">
              <a:defRPr/>
            </a:pPr>
            <a:r>
              <a:rPr lang="en-US" sz="4400" b="1" dirty="0">
                <a:solidFill>
                  <a:srgbClr val="002060"/>
                </a:solidFill>
                <a:effectLst>
                  <a:glow rad="25400">
                    <a:srgbClr val="BD582C">
                      <a:satMod val="175000"/>
                      <a:alpha val="40000"/>
                    </a:srgbClr>
                  </a:glow>
                </a:effectLst>
                <a:latin typeface="Agency FB" panose="020B0503020202020204" pitchFamily="34" charset="0"/>
              </a:rPr>
              <a:t>Credence IT Professional </a:t>
            </a:r>
          </a:p>
          <a:p>
            <a:pPr marL="0" lvl="1" algn="ctr">
              <a:defRPr/>
            </a:pPr>
            <a:r>
              <a:rPr lang="en-US" sz="4400" b="1" dirty="0">
                <a:solidFill>
                  <a:srgbClr val="002060"/>
                </a:solidFill>
                <a:effectLst>
                  <a:glow rad="25400">
                    <a:srgbClr val="BD582C">
                      <a:satMod val="175000"/>
                      <a:alpha val="40000"/>
                    </a:srgbClr>
                  </a:glow>
                </a:effectLst>
                <a:latin typeface="Agency FB" panose="020B0503020202020204" pitchFamily="34" charset="0"/>
              </a:rPr>
              <a:t>Training Institute</a:t>
            </a:r>
            <a:endParaRPr lang="en-US" sz="4400" dirty="0">
              <a:solidFill>
                <a:srgbClr val="002060"/>
              </a:solidFill>
              <a:latin typeface="Agency FB" panose="020B0503020202020204" pitchFamily="34" charset="0"/>
            </a:endParaRPr>
          </a:p>
          <a:p>
            <a:pPr algn="ctr">
              <a:defRPr/>
            </a:pPr>
            <a:endParaRPr lang="zh-CN" altLang="en-US" sz="4400" b="1" dirty="0">
              <a:solidFill>
                <a:srgbClr val="227AB4"/>
              </a:solidFill>
              <a:effectLst>
                <a:outerShdw blurRad="38100" dist="38100" dir="2700000" algn="tl">
                  <a:srgbClr val="000000">
                    <a:alpha val="43137"/>
                  </a:srgbClr>
                </a:outerShdw>
              </a:effectLst>
              <a:latin typeface="Agency FB" panose="020B0503020202020204" pitchFamily="34" charset="0"/>
              <a:ea typeface="+mn-ea"/>
              <a:cs typeface="+mn-ea"/>
              <a:sym typeface="+mn-lt"/>
            </a:endParaRPr>
          </a:p>
        </p:txBody>
      </p:sp>
      <p:sp>
        <p:nvSpPr>
          <p:cNvPr id="24" name="TextBox 7">
            <a:extLst>
              <a:ext uri="{FF2B5EF4-FFF2-40B4-BE49-F238E27FC236}">
                <a16:creationId xmlns:a16="http://schemas.microsoft.com/office/drawing/2014/main" id="{3C56E54E-B744-42A0-A510-712309CC54D8}"/>
              </a:ext>
            </a:extLst>
          </p:cNvPr>
          <p:cNvSpPr>
            <a:spLocks noChangeArrowheads="1"/>
          </p:cNvSpPr>
          <p:nvPr/>
        </p:nvSpPr>
        <p:spPr bwMode="auto">
          <a:xfrm>
            <a:off x="1043608" y="3440410"/>
            <a:ext cx="8191826" cy="1354217"/>
          </a:xfrm>
          <a:prstGeom prst="rect">
            <a:avLst/>
          </a:prstGeom>
          <a:noFill/>
          <a:ln>
            <a:noFill/>
          </a:ln>
          <a:effectLst/>
          <a:scene3d>
            <a:camera prst="orthographicFront">
              <a:rot lat="0" lon="0" rev="0"/>
            </a:camera>
            <a:lightRig rig="contrasting" dir="t">
              <a:rot lat="0" lon="0" rev="7800000"/>
            </a:lightRig>
          </a:scene3d>
          <a:sp3d>
            <a:bevelT w="139700" h="1397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1">
              <a:defRPr/>
            </a:pPr>
            <a:r>
              <a:rPr lang="en-US" altLang="zh-CN" sz="1100" dirty="0">
                <a:solidFill>
                  <a:schemeClr val="accent1">
                    <a:lumMod val="50000"/>
                  </a:schemeClr>
                </a:solidFill>
                <a:latin typeface="Arial Black" panose="020B0A04020102020204" pitchFamily="34" charset="0"/>
                <a:ea typeface="+mn-ea"/>
                <a:cs typeface="+mn-ea"/>
                <a:sym typeface="+mn-lt"/>
              </a:rPr>
              <a:t>By Tushar Kathalkar</a:t>
            </a:r>
          </a:p>
          <a:p>
            <a:pPr lvl="1">
              <a:defRPr/>
            </a:pPr>
            <a:r>
              <a:rPr lang="en-US" altLang="zh-CN" sz="1100" dirty="0">
                <a:solidFill>
                  <a:srgbClr val="CE7532"/>
                </a:solidFill>
                <a:latin typeface="Arial Black" panose="020B0A04020102020204" pitchFamily="34" charset="0"/>
                <a:ea typeface="+mn-ea"/>
                <a:cs typeface="+mn-ea"/>
                <a:sym typeface="+mn-lt"/>
              </a:rPr>
              <a:t>Contact : </a:t>
            </a:r>
          </a:p>
          <a:p>
            <a:pPr lvl="1">
              <a:defRPr/>
            </a:pPr>
            <a:r>
              <a:rPr lang="en-US" altLang="zh-CN" sz="1100" dirty="0">
                <a:solidFill>
                  <a:srgbClr val="CE7532"/>
                </a:solidFill>
                <a:latin typeface="Arial Black" panose="020B0A04020102020204" pitchFamily="34" charset="0"/>
                <a:ea typeface="+mn-ea"/>
                <a:cs typeface="+mn-ea"/>
                <a:sym typeface="+mn-lt"/>
              </a:rPr>
              <a:t>	</a:t>
            </a:r>
            <a:r>
              <a:rPr lang="zh-CN" altLang="en-US" sz="1100" dirty="0">
                <a:solidFill>
                  <a:schemeClr val="accent5">
                    <a:lumMod val="50000"/>
                  </a:schemeClr>
                </a:solidFill>
                <a:latin typeface="Arial Black" panose="020B0A04020102020204" pitchFamily="34" charset="0"/>
                <a:ea typeface="+mn-ea"/>
                <a:cs typeface="+mn-ea"/>
                <a:sym typeface="+mn-lt"/>
              </a:rPr>
              <a:t>📞 </a:t>
            </a:r>
            <a:r>
              <a:rPr lang="en-US" altLang="zh-CN" sz="1100" dirty="0">
                <a:solidFill>
                  <a:schemeClr val="accent5">
                    <a:lumMod val="50000"/>
                  </a:schemeClr>
                </a:solidFill>
                <a:latin typeface="Arial Black" panose="020B0A04020102020204" pitchFamily="34" charset="0"/>
                <a:ea typeface="+mn-ea"/>
                <a:cs typeface="+mn-ea"/>
                <a:sym typeface="+mn-lt"/>
              </a:rPr>
              <a:t>+91 8237916162  </a:t>
            </a:r>
          </a:p>
          <a:p>
            <a:pPr lvl="1">
              <a:defRPr/>
            </a:pPr>
            <a:r>
              <a:rPr lang="en-US" altLang="zh-CN" sz="1100" dirty="0">
                <a:solidFill>
                  <a:schemeClr val="accent5">
                    <a:lumMod val="50000"/>
                  </a:schemeClr>
                </a:solidFill>
                <a:latin typeface="Arial Black" panose="020B0A04020102020204" pitchFamily="34" charset="0"/>
                <a:ea typeface="+mn-ea"/>
                <a:cs typeface="+mn-ea"/>
                <a:sym typeface="+mn-lt"/>
              </a:rPr>
              <a:t>	</a:t>
            </a:r>
            <a:r>
              <a:rPr lang="zh-CN" altLang="en-US" sz="1100" dirty="0">
                <a:solidFill>
                  <a:schemeClr val="accent5">
                    <a:lumMod val="50000"/>
                  </a:schemeClr>
                </a:solidFill>
                <a:latin typeface="Arial Black" panose="020B0A04020102020204" pitchFamily="34" charset="0"/>
                <a:ea typeface="+mn-ea"/>
                <a:cs typeface="+mn-ea"/>
                <a:sym typeface="+mn-lt"/>
              </a:rPr>
              <a:t>📞 </a:t>
            </a:r>
            <a:r>
              <a:rPr lang="en-US" altLang="zh-CN" sz="1100" dirty="0">
                <a:solidFill>
                  <a:schemeClr val="accent5">
                    <a:lumMod val="50000"/>
                  </a:schemeClr>
                </a:solidFill>
                <a:latin typeface="Arial Black" panose="020B0A04020102020204" pitchFamily="34" charset="0"/>
                <a:ea typeface="+mn-ea"/>
                <a:cs typeface="+mn-ea"/>
                <a:sym typeface="+mn-lt"/>
              </a:rPr>
              <a:t>+91 7391053250</a:t>
            </a:r>
          </a:p>
          <a:p>
            <a:pPr lvl="1">
              <a:defRPr/>
            </a:pPr>
            <a:r>
              <a:rPr lang="en-US" altLang="zh-CN" sz="1100" dirty="0">
                <a:solidFill>
                  <a:schemeClr val="accent5">
                    <a:lumMod val="50000"/>
                  </a:schemeClr>
                </a:solidFill>
                <a:latin typeface="Arial Black" panose="020B0A04020102020204" pitchFamily="34" charset="0"/>
                <a:ea typeface="+mn-ea"/>
                <a:cs typeface="+mn-ea"/>
                <a:sym typeface="+mn-lt"/>
              </a:rPr>
              <a:t>	</a:t>
            </a:r>
            <a:r>
              <a:rPr lang="zh-CN" altLang="en-US" sz="1100" dirty="0">
                <a:solidFill>
                  <a:schemeClr val="accent5">
                    <a:lumMod val="50000"/>
                  </a:schemeClr>
                </a:solidFill>
                <a:latin typeface="Arial Black" panose="020B0A04020102020204" pitchFamily="34" charset="0"/>
                <a:ea typeface="+mn-ea"/>
                <a:cs typeface="+mn-ea"/>
                <a:sym typeface="+mn-lt"/>
              </a:rPr>
              <a:t>📞 </a:t>
            </a:r>
            <a:r>
              <a:rPr lang="en-US" altLang="zh-CN" sz="1100" dirty="0">
                <a:solidFill>
                  <a:schemeClr val="accent5">
                    <a:lumMod val="50000"/>
                  </a:schemeClr>
                </a:solidFill>
                <a:latin typeface="Arial Black" panose="020B0A04020102020204" pitchFamily="34" charset="0"/>
                <a:ea typeface="+mn-ea"/>
                <a:cs typeface="+mn-ea"/>
                <a:sym typeface="+mn-lt"/>
              </a:rPr>
              <a:t>+91 9579064658  </a:t>
            </a:r>
          </a:p>
          <a:p>
            <a:pPr lvl="1">
              <a:defRPr/>
            </a:pPr>
            <a:r>
              <a:rPr lang="en-US" altLang="zh-CN" sz="1100" dirty="0">
                <a:solidFill>
                  <a:schemeClr val="accent5">
                    <a:lumMod val="50000"/>
                  </a:schemeClr>
                </a:solidFill>
                <a:latin typeface="Arial Black" panose="020B0A04020102020204" pitchFamily="34" charset="0"/>
                <a:ea typeface="+mn-ea"/>
                <a:cs typeface="+mn-ea"/>
                <a:sym typeface="+mn-lt"/>
              </a:rPr>
              <a:t>	</a:t>
            </a:r>
            <a:r>
              <a:rPr lang="zh-CN" altLang="en-US" sz="1100" dirty="0">
                <a:solidFill>
                  <a:schemeClr val="accent5">
                    <a:lumMod val="50000"/>
                  </a:schemeClr>
                </a:solidFill>
                <a:latin typeface="Arial Black" panose="020B0A04020102020204" pitchFamily="34" charset="0"/>
                <a:cs typeface="+mn-ea"/>
                <a:sym typeface="+mn-lt"/>
              </a:rPr>
              <a:t>📞 </a:t>
            </a:r>
            <a:r>
              <a:rPr lang="en-US" altLang="zh-CN" sz="1100" dirty="0">
                <a:solidFill>
                  <a:schemeClr val="accent5">
                    <a:lumMod val="50000"/>
                  </a:schemeClr>
                </a:solidFill>
                <a:latin typeface="Arial Black" panose="020B0A04020102020204" pitchFamily="34" charset="0"/>
                <a:cs typeface="+mn-ea"/>
                <a:sym typeface="+mn-lt"/>
              </a:rPr>
              <a:t>+91 9091929355</a:t>
            </a:r>
          </a:p>
          <a:p>
            <a:pPr lvl="1">
              <a:defRPr/>
            </a:pPr>
            <a:endParaRPr lang="en-US" altLang="zh-CN" sz="1100" dirty="0">
              <a:solidFill>
                <a:schemeClr val="accent5">
                  <a:lumMod val="50000"/>
                </a:schemeClr>
              </a:solidFill>
              <a:latin typeface="Arial Black" panose="020B0A04020102020204" pitchFamily="34" charset="0"/>
              <a:cs typeface="+mn-ea"/>
              <a:sym typeface="+mn-lt"/>
            </a:endParaRPr>
          </a:p>
          <a:p>
            <a:pPr lvl="1">
              <a:defRPr/>
            </a:pPr>
            <a:endParaRPr lang="en-US" altLang="zh-CN" sz="1100" dirty="0">
              <a:solidFill>
                <a:schemeClr val="accent5">
                  <a:lumMod val="50000"/>
                </a:schemeClr>
              </a:solidFill>
              <a:latin typeface="Arial Black" panose="020B0A04020102020204" pitchFamily="34" charset="0"/>
              <a:ea typeface="+mn-ea"/>
              <a:cs typeface="+mn-ea"/>
              <a:sym typeface="+mn-lt"/>
            </a:endParaRPr>
          </a:p>
        </p:txBody>
      </p:sp>
      <p:sp>
        <p:nvSpPr>
          <p:cNvPr id="29" name="TextBox 7">
            <a:extLst>
              <a:ext uri="{FF2B5EF4-FFF2-40B4-BE49-F238E27FC236}">
                <a16:creationId xmlns:a16="http://schemas.microsoft.com/office/drawing/2014/main" id="{3C56E54E-B744-42A0-A510-712309CC54D8}"/>
              </a:ext>
            </a:extLst>
          </p:cNvPr>
          <p:cNvSpPr>
            <a:spLocks noChangeArrowheads="1"/>
          </p:cNvSpPr>
          <p:nvPr/>
        </p:nvSpPr>
        <p:spPr bwMode="auto">
          <a:xfrm>
            <a:off x="24509" y="2143915"/>
            <a:ext cx="9144000" cy="49244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lvl="1" algn="ctr">
              <a:defRPr/>
            </a:pPr>
            <a:r>
              <a:rPr lang="en-US" sz="3200" b="1" dirty="0">
                <a:solidFill>
                  <a:schemeClr val="accent3">
                    <a:lumMod val="50000"/>
                  </a:schemeClr>
                </a:solidFill>
                <a:effectLst>
                  <a:glow rad="25400">
                    <a:srgbClr val="BD582C">
                      <a:satMod val="175000"/>
                      <a:alpha val="40000"/>
                    </a:srgbClr>
                  </a:glow>
                </a:effectLst>
                <a:latin typeface="Agency FB" panose="020B0503020202020204" pitchFamily="34" charset="0"/>
              </a:rPr>
              <a:t>Software Testing </a:t>
            </a:r>
            <a:r>
              <a:rPr lang="en-US" sz="3200" b="1" dirty="0">
                <a:solidFill>
                  <a:srgbClr val="002060"/>
                </a:solidFill>
                <a:effectLst>
                  <a:glow rad="25400">
                    <a:srgbClr val="BD582C">
                      <a:satMod val="175000"/>
                      <a:alpha val="40000"/>
                    </a:srgbClr>
                  </a:glow>
                </a:effectLst>
                <a:latin typeface="Agency FB" panose="020B0503020202020204" pitchFamily="34" charset="0"/>
              </a:rPr>
              <a:t>– </a:t>
            </a:r>
            <a:r>
              <a:rPr lang="en-US" sz="2800" b="1" dirty="0">
                <a:solidFill>
                  <a:srgbClr val="CE7532"/>
                </a:solidFill>
                <a:effectLst>
                  <a:glow rad="25400">
                    <a:srgbClr val="BD582C">
                      <a:satMod val="175000"/>
                      <a:alpha val="40000"/>
                    </a:srgbClr>
                  </a:glow>
                </a:effectLst>
                <a:latin typeface="Agency FB" panose="020B0503020202020204" pitchFamily="34" charset="0"/>
              </a:rPr>
              <a:t>Introduction to Software &amp; Software Testing</a:t>
            </a:r>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504" y="0"/>
            <a:ext cx="1648464" cy="1447432"/>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7">
            <a:extLst>
              <a:ext uri="{FF2B5EF4-FFF2-40B4-BE49-F238E27FC236}">
                <a16:creationId xmlns:a16="http://schemas.microsoft.com/office/drawing/2014/main" id="{3C56E54E-B744-42A0-A510-712309CC54D8}"/>
              </a:ext>
            </a:extLst>
          </p:cNvPr>
          <p:cNvSpPr>
            <a:spLocks noChangeArrowheads="1"/>
          </p:cNvSpPr>
          <p:nvPr/>
        </p:nvSpPr>
        <p:spPr bwMode="auto">
          <a:xfrm>
            <a:off x="4139952" y="3651870"/>
            <a:ext cx="4355976" cy="707886"/>
          </a:xfrm>
          <a:prstGeom prst="rect">
            <a:avLst/>
          </a:prstGeom>
          <a:noFill/>
          <a:ln>
            <a:noFill/>
          </a:ln>
          <a:effectLst/>
          <a:scene3d>
            <a:camera prst="orthographicFront">
              <a:rot lat="0" lon="0" rev="0"/>
            </a:camera>
            <a:lightRig rig="contrasting" dir="t">
              <a:rot lat="0" lon="0" rev="7800000"/>
            </a:lightRig>
          </a:scene3d>
          <a:sp3d>
            <a:bevelT w="139700" h="1397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1">
              <a:defRPr/>
            </a:pPr>
            <a:r>
              <a:rPr lang="en-US" altLang="zh-CN" sz="1100" dirty="0">
                <a:solidFill>
                  <a:srgbClr val="CE7532"/>
                </a:solidFill>
                <a:latin typeface="Arial Black" panose="020B0A04020102020204" pitchFamily="34" charset="0"/>
                <a:cs typeface="+mn-ea"/>
                <a:sym typeface="+mn-lt"/>
              </a:rPr>
              <a:t>Email : </a:t>
            </a:r>
            <a:r>
              <a:rPr lang="zh-CN" altLang="en-US" sz="1100" dirty="0">
                <a:solidFill>
                  <a:schemeClr val="accent5">
                    <a:lumMod val="50000"/>
                  </a:schemeClr>
                </a:solidFill>
                <a:latin typeface="Arial Black" panose="020B0A04020102020204" pitchFamily="34" charset="0"/>
                <a:cs typeface="+mn-ea"/>
                <a:sym typeface="+mn-lt"/>
              </a:rPr>
              <a:t>📧 </a:t>
            </a:r>
            <a:r>
              <a:rPr lang="en-US" altLang="zh-CN" sz="1100" dirty="0">
                <a:solidFill>
                  <a:schemeClr val="accent5">
                    <a:lumMod val="50000"/>
                  </a:schemeClr>
                </a:solidFill>
                <a:latin typeface="Arial Black" panose="020B0A04020102020204" pitchFamily="34" charset="0"/>
                <a:cs typeface="+mn-ea"/>
                <a:sym typeface="+mn-lt"/>
              </a:rPr>
              <a:t>info@credence.in </a:t>
            </a:r>
          </a:p>
          <a:p>
            <a:pPr lvl="1">
              <a:defRPr/>
            </a:pPr>
            <a:r>
              <a:rPr lang="en-US" altLang="zh-CN" sz="1100" dirty="0">
                <a:solidFill>
                  <a:srgbClr val="CE7532"/>
                </a:solidFill>
                <a:latin typeface="Arial Black" panose="020B0A04020102020204" pitchFamily="34" charset="0"/>
                <a:cs typeface="+mn-ea"/>
                <a:sym typeface="+mn-lt"/>
              </a:rPr>
              <a:t>Web Site : </a:t>
            </a:r>
            <a:r>
              <a:rPr lang="zh-CN" altLang="en-US" sz="1100" dirty="0">
                <a:solidFill>
                  <a:schemeClr val="accent3">
                    <a:lumMod val="50000"/>
                  </a:schemeClr>
                </a:solidFill>
                <a:latin typeface="Arial Black" panose="020B0A04020102020204" pitchFamily="34" charset="0"/>
                <a:cs typeface="+mn-ea"/>
                <a:sym typeface="+mn-lt"/>
              </a:rPr>
              <a:t>🌐 </a:t>
            </a:r>
            <a:r>
              <a:rPr lang="en-US" altLang="zh-CN" sz="1100" dirty="0">
                <a:solidFill>
                  <a:schemeClr val="accent3">
                    <a:lumMod val="50000"/>
                  </a:schemeClr>
                </a:solidFill>
                <a:latin typeface="Arial Black" panose="020B0A04020102020204" pitchFamily="34" charset="0"/>
                <a:cs typeface="+mn-ea"/>
                <a:sym typeface="+mn-lt"/>
                <a:hlinkClick r:id="rId5"/>
              </a:rPr>
              <a:t>www.credence.in</a:t>
            </a:r>
            <a:endParaRPr lang="en-US" altLang="zh-CN" sz="1100" dirty="0">
              <a:solidFill>
                <a:schemeClr val="accent3">
                  <a:lumMod val="50000"/>
                </a:schemeClr>
              </a:solidFill>
              <a:latin typeface="Arial Black" panose="020B0A04020102020204" pitchFamily="34" charset="0"/>
              <a:cs typeface="+mn-ea"/>
              <a:sym typeface="+mn-lt"/>
            </a:endParaRPr>
          </a:p>
          <a:p>
            <a:pPr lvl="1">
              <a:defRPr/>
            </a:pPr>
            <a:endParaRPr lang="en-US" altLang="zh-CN" sz="1200" dirty="0">
              <a:solidFill>
                <a:schemeClr val="accent5">
                  <a:lumMod val="50000"/>
                </a:schemeClr>
              </a:solidFill>
              <a:latin typeface="Arial Black" panose="020B0A04020102020204" pitchFamily="34" charset="0"/>
              <a:cs typeface="+mn-ea"/>
              <a:sym typeface="+mn-lt"/>
            </a:endParaRPr>
          </a:p>
          <a:p>
            <a:pPr lvl="1">
              <a:defRPr/>
            </a:pPr>
            <a:endParaRPr lang="en-US" altLang="zh-CN" sz="1200" dirty="0">
              <a:solidFill>
                <a:schemeClr val="accent5">
                  <a:lumMod val="50000"/>
                </a:schemeClr>
              </a:solidFill>
              <a:latin typeface="Arial Black" panose="020B0A04020102020204" pitchFamily="34" charset="0"/>
              <a:ea typeface="+mn-ea"/>
              <a:cs typeface="+mn-ea"/>
              <a:sym typeface="+mn-lt"/>
            </a:endParaRPr>
          </a:p>
        </p:txBody>
      </p:sp>
      <p:sp>
        <p:nvSpPr>
          <p:cNvPr id="18" name="TextBox 7">
            <a:extLst>
              <a:ext uri="{FF2B5EF4-FFF2-40B4-BE49-F238E27FC236}">
                <a16:creationId xmlns:a16="http://schemas.microsoft.com/office/drawing/2014/main" id="{3C56E54E-B744-42A0-A510-712309CC54D8}"/>
              </a:ext>
            </a:extLst>
          </p:cNvPr>
          <p:cNvSpPr>
            <a:spLocks noChangeArrowheads="1"/>
          </p:cNvSpPr>
          <p:nvPr/>
        </p:nvSpPr>
        <p:spPr bwMode="auto">
          <a:xfrm>
            <a:off x="1043608" y="4819899"/>
            <a:ext cx="8191826" cy="507831"/>
          </a:xfrm>
          <a:prstGeom prst="rect">
            <a:avLst/>
          </a:prstGeom>
          <a:noFill/>
          <a:ln>
            <a:noFill/>
          </a:ln>
          <a:effectLst/>
          <a:scene3d>
            <a:camera prst="orthographicFront">
              <a:rot lat="0" lon="0" rev="0"/>
            </a:camera>
            <a:lightRig rig="contrasting" dir="t">
              <a:rot lat="0" lon="0" rev="7800000"/>
            </a:lightRig>
          </a:scene3d>
          <a:sp3d>
            <a:bevelT w="139700" h="1397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1">
              <a:defRPr/>
            </a:pPr>
            <a:r>
              <a:rPr lang="en-US" altLang="zh-CN" sz="1100" b="1" dirty="0">
                <a:solidFill>
                  <a:srgbClr val="CE7532"/>
                </a:solidFill>
                <a:latin typeface="Arial Black" panose="020B0A04020102020204" pitchFamily="34" charset="0"/>
                <a:cs typeface="+mn-ea"/>
                <a:sym typeface="+mn-lt"/>
              </a:rPr>
              <a:t>Office Address </a:t>
            </a:r>
            <a:r>
              <a:rPr lang="en-US" altLang="zh-CN" sz="1100" b="1" dirty="0">
                <a:solidFill>
                  <a:srgbClr val="FFC000"/>
                </a:solidFill>
                <a:latin typeface="Arial Black" panose="020B0A04020102020204" pitchFamily="34" charset="0"/>
                <a:cs typeface="+mn-ea"/>
                <a:sym typeface="+mn-lt"/>
              </a:rPr>
              <a:t>:  </a:t>
            </a:r>
            <a:r>
              <a:rPr lang="en-US" altLang="zh-CN" sz="1100" dirty="0">
                <a:solidFill>
                  <a:schemeClr val="accent5">
                    <a:lumMod val="50000"/>
                  </a:schemeClr>
                </a:solidFill>
                <a:latin typeface="Arial Black" panose="020B0A04020102020204" pitchFamily="34" charset="0"/>
                <a:cs typeface="+mn-ea"/>
                <a:sym typeface="+mn-lt"/>
              </a:rPr>
              <a:t>Indira Heights, Mohan Nagar, Dhankawadi, Pune  411043</a:t>
            </a:r>
            <a:endParaRPr lang="zh-CN" altLang="en-US" sz="1100" dirty="0">
              <a:solidFill>
                <a:schemeClr val="accent5">
                  <a:lumMod val="50000"/>
                </a:schemeClr>
              </a:solidFill>
              <a:latin typeface="Arial Black" panose="020B0A04020102020204" pitchFamily="34" charset="0"/>
              <a:cs typeface="+mn-ea"/>
              <a:sym typeface="+mn-lt"/>
            </a:endParaRPr>
          </a:p>
          <a:p>
            <a:pPr lvl="1">
              <a:defRPr/>
            </a:pPr>
            <a:endParaRPr lang="en-US" altLang="zh-CN" sz="1100" dirty="0">
              <a:solidFill>
                <a:schemeClr val="accent5">
                  <a:lumMod val="50000"/>
                </a:schemeClr>
              </a:solidFill>
              <a:latin typeface="Arial Black" panose="020B0A04020102020204" pitchFamily="34" charset="0"/>
              <a:cs typeface="+mn-ea"/>
              <a:sym typeface="+mn-lt"/>
            </a:endParaRPr>
          </a:p>
          <a:p>
            <a:pPr lvl="1">
              <a:defRPr/>
            </a:pPr>
            <a:endParaRPr lang="en-US" altLang="zh-CN" sz="1100" dirty="0">
              <a:solidFill>
                <a:schemeClr val="accent5">
                  <a:lumMod val="50000"/>
                </a:schemeClr>
              </a:solidFill>
              <a:latin typeface="Arial Black" panose="020B0A04020102020204" pitchFamily="34" charset="0"/>
              <a:ea typeface="+mn-ea"/>
              <a:cs typeface="+mn-ea"/>
              <a:sym typeface="+mn-lt"/>
            </a:endParaRPr>
          </a:p>
        </p:txBody>
      </p:sp>
    </p:spTree>
    <p:custDataLst>
      <p:tags r:id="rId1"/>
    </p:custDataLst>
    <p:extLst>
      <p:ext uri="{BB962C8B-B14F-4D97-AF65-F5344CB8AC3E}">
        <p14:creationId xmlns:p14="http://schemas.microsoft.com/office/powerpoint/2010/main" val="16638139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2119">
        <p15:prstTrans prst="pageCurlDouble"/>
      </p:transition>
    </mc:Choice>
    <mc:Fallback xmlns="">
      <p:transition spd="slow" advTm="0">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2"/>
                    </p:tgtEl>
                  </p:cond>
                </p:stCondLst>
                <p:endSync evt="end" delay="0">
                  <p:rtn val="all"/>
                </p:endSync>
                <p:childTnLst>
                  <p:par>
                    <p:cTn id="3" fill="hold">
                      <p:stCondLst>
                        <p:cond delay="0"/>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34" presetClass="emph" presetSubtype="0" fill="hold" grpId="0" nodeType="clickEffect">
                                  <p:stCondLst>
                                    <p:cond delay="0"/>
                                  </p:stCondLst>
                                  <p:iterate type="lt">
                                    <p:tmPct val="10000"/>
                                  </p:iterate>
                                  <p:childTnLst>
                                    <p:animMotion origin="layout" path="M -4.44444E-6 -4.81481E-6 L -4.44444E-6 -0.07222 " pathEditMode="relative" rAng="0" ptsTypes="AA">
                                      <p:cBhvr>
                                        <p:cTn id="13" dur="250" accel="50000" decel="50000" autoRev="1" fill="hold">
                                          <p:stCondLst>
                                            <p:cond delay="0"/>
                                          </p:stCondLst>
                                        </p:cTn>
                                        <p:tgtEl>
                                          <p:spTgt spid="22"/>
                                        </p:tgtEl>
                                        <p:attrNameLst>
                                          <p:attrName>ppt_x</p:attrName>
                                          <p:attrName>ppt_y</p:attrName>
                                        </p:attrNameLst>
                                      </p:cBhvr>
                                      <p:rCtr x="0" y="-3611"/>
                                    </p:animMotion>
                                    <p:animRot by="1500000">
                                      <p:cBhvr>
                                        <p:cTn id="14" dur="125" fill="hold">
                                          <p:stCondLst>
                                            <p:cond delay="0"/>
                                          </p:stCondLst>
                                        </p:cTn>
                                        <p:tgtEl>
                                          <p:spTgt spid="22"/>
                                        </p:tgtEl>
                                        <p:attrNameLst>
                                          <p:attrName>r</p:attrName>
                                        </p:attrNameLst>
                                      </p:cBhvr>
                                    </p:animRot>
                                    <p:animRot by="-1500000">
                                      <p:cBhvr>
                                        <p:cTn id="15" dur="125" fill="hold">
                                          <p:stCondLst>
                                            <p:cond delay="125"/>
                                          </p:stCondLst>
                                        </p:cTn>
                                        <p:tgtEl>
                                          <p:spTgt spid="22"/>
                                        </p:tgtEl>
                                        <p:attrNameLst>
                                          <p:attrName>r</p:attrName>
                                        </p:attrNameLst>
                                      </p:cBhvr>
                                    </p:animRot>
                                    <p:animRot by="-1500000">
                                      <p:cBhvr>
                                        <p:cTn id="16" dur="125" fill="hold">
                                          <p:stCondLst>
                                            <p:cond delay="250"/>
                                          </p:stCondLst>
                                        </p:cTn>
                                        <p:tgtEl>
                                          <p:spTgt spid="22"/>
                                        </p:tgtEl>
                                        <p:attrNameLst>
                                          <p:attrName>r</p:attrName>
                                        </p:attrNameLst>
                                      </p:cBhvr>
                                    </p:animRot>
                                    <p:animRot by="1500000">
                                      <p:cBhvr>
                                        <p:cTn id="17" dur="125" fill="hold">
                                          <p:stCondLst>
                                            <p:cond delay="375"/>
                                          </p:stCondLst>
                                        </p:cTn>
                                        <p:tgtEl>
                                          <p:spTgt spid="22"/>
                                        </p:tgtEl>
                                        <p:attrNameLst>
                                          <p:attrName>r</p:attrName>
                                        </p:attrNameLst>
                                      </p:cBhvr>
                                    </p:animRo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down)">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down)">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down)">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mph" presetSubtype="0" fill="hold" grpId="0" nodeType="clickEffect">
                                  <p:stCondLst>
                                    <p:cond delay="0"/>
                                  </p:stCondLst>
                                  <p:iterate type="lt">
                                    <p:tmPct val="4000"/>
                                  </p:iterate>
                                  <p:childTnLst>
                                    <p:set>
                                      <p:cBhvr override="childStyle">
                                        <p:cTn id="36" dur="1000" fill="hold"/>
                                        <p:tgtEl>
                                          <p:spTgt spid="29"/>
                                        </p:tgtEl>
                                        <p:attrNameLst>
                                          <p:attrName>style.textDecorationUnderline</p:attrName>
                                        </p:attrNameLst>
                                      </p:cBhvr>
                                      <p:to>
                                        <p:strVal val="true"/>
                                      </p:to>
                                    </p:set>
                                  </p:childTnLst>
                                </p:cTn>
                              </p:par>
                            </p:childTnLst>
                          </p:cTn>
                        </p:par>
                      </p:childTnLst>
                    </p:cTn>
                  </p:par>
                </p:childTnLst>
              </p:cTn>
              <p:nextCondLst>
                <p:cond evt="onClick" delay="0">
                  <p:tgtEl>
                    <p:spTgt spid="22"/>
                  </p:tgtEl>
                </p:cond>
              </p:nextCondLst>
            </p:seq>
          </p:childTnLst>
        </p:cTn>
      </p:par>
    </p:tnLst>
    <p:bldLst>
      <p:bldP spid="22" grpId="0"/>
      <p:bldP spid="24" grpId="0"/>
      <p:bldP spid="29" grpId="0"/>
      <p:bldP spid="16"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23"/>
          <p:cNvPicPr>
            <a:picLocks noChangeAspect="1"/>
          </p:cNvPicPr>
          <p:nvPr/>
        </p:nvPicPr>
        <p:blipFill>
          <a:blip r:embed="rId5"/>
          <a:stretch>
            <a:fillRect/>
          </a:stretch>
        </p:blipFill>
        <p:spPr>
          <a:xfrm>
            <a:off x="-1044624" y="1936685"/>
            <a:ext cx="890685" cy="1014036"/>
          </a:xfrm>
          <a:prstGeom prst="rect">
            <a:avLst/>
          </a:prstGeom>
        </p:spPr>
      </p:pic>
      <p:pic>
        <p:nvPicPr>
          <p:cNvPr id="36" name="图片 35"/>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1170979" flipH="1">
            <a:off x="533191" y="392896"/>
            <a:ext cx="1900710" cy="1614432"/>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sp>
        <p:nvSpPr>
          <p:cNvPr id="7" name="TextBox 5">
            <a:extLst>
              <a:ext uri="{FF2B5EF4-FFF2-40B4-BE49-F238E27FC236}">
                <a16:creationId xmlns:a16="http://schemas.microsoft.com/office/drawing/2014/main" id="{A67E89B6-D691-406B-A764-4CB287726FFC}"/>
              </a:ext>
            </a:extLst>
          </p:cNvPr>
          <p:cNvSpPr txBox="1"/>
          <p:nvPr/>
        </p:nvSpPr>
        <p:spPr>
          <a:xfrm rot="3372485">
            <a:off x="974186" y="1045804"/>
            <a:ext cx="1157064" cy="719461"/>
          </a:xfrm>
          <a:prstGeom prst="rect">
            <a:avLst/>
          </a:prstGeom>
          <a:noFill/>
        </p:spPr>
        <p:txBody>
          <a:bodyPr wrap="square" lIns="0" tIns="0" rIns="0" bIns="0">
            <a:normAutofit/>
          </a:bodyPr>
          <a:lstStyle/>
          <a:p>
            <a:r>
              <a:rPr lang="tr-TR" altLang="zh-CN" sz="2800" b="1" dirty="0">
                <a:solidFill>
                  <a:schemeClr val="bg1"/>
                </a:solidFill>
                <a:latin typeface="+mn-lt"/>
                <a:ea typeface="+mn-ea"/>
                <a:cs typeface="+mn-ea"/>
                <a:sym typeface="+mn-lt"/>
              </a:rPr>
              <a:t>C</a:t>
            </a:r>
            <a:r>
              <a:rPr lang="en-US" altLang="zh-CN" sz="1400" b="1" dirty="0">
                <a:solidFill>
                  <a:schemeClr val="bg1"/>
                </a:solidFill>
                <a:latin typeface="+mn-lt"/>
                <a:ea typeface="+mn-ea"/>
                <a:cs typeface="+mn-ea"/>
                <a:sym typeface="+mn-lt"/>
              </a:rPr>
              <a:t>ONTENTS</a:t>
            </a:r>
          </a:p>
        </p:txBody>
      </p:sp>
      <p:sp>
        <p:nvSpPr>
          <p:cNvPr id="5" name="矩形 4"/>
          <p:cNvSpPr/>
          <p:nvPr/>
        </p:nvSpPr>
        <p:spPr>
          <a:xfrm>
            <a:off x="894037" y="564097"/>
            <a:ext cx="1143183" cy="1788690"/>
          </a:xfrm>
          <a:prstGeom prst="rect">
            <a:avLst/>
          </a:prstGeom>
          <a:noFill/>
          <a:ln>
            <a:solidFill>
              <a:srgbClr val="00AC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37" name="图片 36"/>
          <p:cNvPicPr>
            <a:picLocks noChangeAspect="1"/>
          </p:cNvPicPr>
          <p:nvPr/>
        </p:nvPicPr>
        <p:blipFill>
          <a:blip r:embed="rId8" cstate="screen">
            <a:extLst>
              <a:ext uri="{BEBA8EAE-BF5A-486C-A8C5-ECC9F3942E4B}">
                <a14:imgProps xmlns:a14="http://schemas.microsoft.com/office/drawing/2010/main">
                  <a14:imgLayer r:embed="rId9">
                    <a14:imgEffect>
                      <a14:artisticGlowEdges/>
                    </a14:imgEffect>
                  </a14:imgLayer>
                </a14:imgProps>
              </a:ext>
              <a:ext uri="{28A0092B-C50C-407E-A947-70E740481C1C}">
                <a14:useLocalDpi xmlns:a14="http://schemas.microsoft.com/office/drawing/2010/main"/>
              </a:ext>
            </a:extLst>
          </a:blip>
          <a:srcRect/>
          <a:stretch>
            <a:fillRect/>
          </a:stretch>
        </p:blipFill>
        <p:spPr>
          <a:xfrm rot="17263841" flipH="1">
            <a:off x="343938" y="1586103"/>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pic>
        <p:nvPicPr>
          <p:cNvPr id="17" name="图片 36"/>
          <p:cNvPicPr>
            <a:picLocks noChangeAspect="1"/>
          </p:cNvPicPr>
          <p:nvPr/>
        </p:nvPicPr>
        <p:blipFill>
          <a:blip r:embed="rId8" cstate="screen">
            <a:extLst>
              <a:ext uri="{BEBA8EAE-BF5A-486C-A8C5-ECC9F3942E4B}">
                <a14:imgProps xmlns:a14="http://schemas.microsoft.com/office/drawing/2010/main">
                  <a14:imgLayer r:embed="rId9">
                    <a14:imgEffect>
                      <a14:artisticGlowEdges/>
                    </a14:imgEffect>
                  </a14:imgLayer>
                </a14:imgProps>
              </a:ext>
              <a:ext uri="{28A0092B-C50C-407E-A947-70E740481C1C}">
                <a14:useLocalDpi xmlns:a14="http://schemas.microsoft.com/office/drawing/2010/main"/>
              </a:ext>
            </a:extLst>
          </a:blip>
          <a:srcRect/>
          <a:stretch>
            <a:fillRect/>
          </a:stretch>
        </p:blipFill>
        <p:spPr>
          <a:xfrm rot="6425994" flipH="1">
            <a:off x="537371" y="3936435"/>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sp>
        <p:nvSpPr>
          <p:cNvPr id="25" name="TextBox 7">
            <a:extLst>
              <a:ext uri="{FF2B5EF4-FFF2-40B4-BE49-F238E27FC236}">
                <a16:creationId xmlns:a16="http://schemas.microsoft.com/office/drawing/2014/main" id="{F67A2238-1FD2-4CD6-BB78-E66DDA5EE689}"/>
              </a:ext>
            </a:extLst>
          </p:cNvPr>
          <p:cNvSpPr>
            <a:spLocks noChangeArrowheads="1"/>
          </p:cNvSpPr>
          <p:nvPr/>
        </p:nvSpPr>
        <p:spPr bwMode="auto">
          <a:xfrm>
            <a:off x="2307243" y="566933"/>
            <a:ext cx="6802633" cy="4062651"/>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742950" indent="-742950">
              <a:lnSpc>
                <a:spcPct val="150000"/>
              </a:lnSpc>
              <a:buFont typeface="+mj-lt"/>
              <a:buAutoNum type="arabicPeriod"/>
            </a:pPr>
            <a:r>
              <a:rPr lang="en-US" altLang="zh-CN" sz="1600" b="1" dirty="0">
                <a:solidFill>
                  <a:schemeClr val="accent3">
                    <a:lumMod val="50000"/>
                  </a:schemeClr>
                </a:solidFill>
                <a:cs typeface="Calibri" panose="020F0502020204030204" pitchFamily="34" charset="0"/>
                <a:sym typeface="+mn-lt"/>
              </a:rPr>
              <a:t>What is Software ?</a:t>
            </a:r>
          </a:p>
          <a:p>
            <a:pPr marL="742950" indent="-742950">
              <a:lnSpc>
                <a:spcPct val="150000"/>
              </a:lnSpc>
              <a:buFont typeface="+mj-lt"/>
              <a:buAutoNum type="arabicPeriod"/>
            </a:pPr>
            <a:r>
              <a:rPr lang="en-US" altLang="zh-CN" sz="1600" b="1" dirty="0">
                <a:solidFill>
                  <a:schemeClr val="accent3">
                    <a:lumMod val="50000"/>
                  </a:schemeClr>
                </a:solidFill>
                <a:cs typeface="Calibri" panose="020F0502020204030204" pitchFamily="34" charset="0"/>
                <a:sym typeface="+mn-lt"/>
              </a:rPr>
              <a:t>Types of Software</a:t>
            </a:r>
          </a:p>
          <a:p>
            <a:pPr marL="742950" indent="-742950">
              <a:lnSpc>
                <a:spcPct val="150000"/>
              </a:lnSpc>
              <a:buFont typeface="+mj-lt"/>
              <a:buAutoNum type="arabicPeriod"/>
            </a:pPr>
            <a:r>
              <a:rPr lang="en-US" altLang="zh-CN" sz="1600" b="1" dirty="0">
                <a:solidFill>
                  <a:schemeClr val="accent3">
                    <a:lumMod val="50000"/>
                  </a:schemeClr>
                </a:solidFill>
                <a:cs typeface="Calibri" panose="020F0502020204030204" pitchFamily="34" charset="0"/>
                <a:sym typeface="+mn-lt"/>
              </a:rPr>
              <a:t>Bidding in the software industry</a:t>
            </a:r>
          </a:p>
          <a:p>
            <a:pPr marL="742950" indent="-742950">
              <a:lnSpc>
                <a:spcPct val="150000"/>
              </a:lnSpc>
              <a:buFont typeface="+mj-lt"/>
              <a:buAutoNum type="arabicPeriod"/>
            </a:pPr>
            <a:r>
              <a:rPr lang="en-US" altLang="zh-CN" sz="1600" b="1" dirty="0">
                <a:solidFill>
                  <a:schemeClr val="accent3">
                    <a:lumMod val="50000"/>
                  </a:schemeClr>
                </a:solidFill>
                <a:cs typeface="Calibri" panose="020F0502020204030204" pitchFamily="34" charset="0"/>
                <a:sym typeface="+mn-lt"/>
              </a:rPr>
              <a:t>Organization or Team structure in software industry</a:t>
            </a:r>
          </a:p>
          <a:p>
            <a:pPr marL="742950" indent="-742950">
              <a:lnSpc>
                <a:spcPct val="150000"/>
              </a:lnSpc>
              <a:buFont typeface="+mj-lt"/>
              <a:buAutoNum type="arabicPeriod"/>
            </a:pPr>
            <a:r>
              <a:rPr lang="en-US" altLang="zh-CN" sz="1600" b="1" dirty="0">
                <a:solidFill>
                  <a:schemeClr val="accent3">
                    <a:lumMod val="50000"/>
                  </a:schemeClr>
                </a:solidFill>
                <a:cs typeface="Calibri" panose="020F0502020204030204" pitchFamily="34" charset="0"/>
                <a:sym typeface="+mn-lt"/>
              </a:rPr>
              <a:t>Introduction to Software Testing</a:t>
            </a:r>
          </a:p>
          <a:p>
            <a:pPr marL="742950" indent="-742950">
              <a:lnSpc>
                <a:spcPct val="150000"/>
              </a:lnSpc>
              <a:buFont typeface="+mj-lt"/>
              <a:buAutoNum type="arabicPeriod"/>
            </a:pPr>
            <a:r>
              <a:rPr lang="en-US" altLang="zh-CN" sz="1600" b="1" dirty="0">
                <a:solidFill>
                  <a:schemeClr val="accent3">
                    <a:lumMod val="50000"/>
                  </a:schemeClr>
                </a:solidFill>
                <a:cs typeface="Calibri" panose="020F0502020204030204" pitchFamily="34" charset="0"/>
                <a:sym typeface="+mn-lt"/>
              </a:rPr>
              <a:t>Why is Testing Necessary and Important?</a:t>
            </a:r>
          </a:p>
          <a:p>
            <a:pPr marL="742950" indent="-742950">
              <a:lnSpc>
                <a:spcPct val="150000"/>
              </a:lnSpc>
              <a:buFont typeface="+mj-lt"/>
              <a:buAutoNum type="arabicPeriod"/>
            </a:pPr>
            <a:r>
              <a:rPr lang="en-US" altLang="zh-CN" sz="1600" b="1" dirty="0">
                <a:solidFill>
                  <a:schemeClr val="accent3">
                    <a:lumMod val="50000"/>
                  </a:schemeClr>
                </a:solidFill>
                <a:cs typeface="Calibri" panose="020F0502020204030204" pitchFamily="34" charset="0"/>
                <a:sym typeface="+mn-lt"/>
              </a:rPr>
              <a:t>Why can't developers do the testing themselves, and why do we require testers?</a:t>
            </a:r>
          </a:p>
          <a:p>
            <a:pPr marL="742950" indent="-742950">
              <a:lnSpc>
                <a:spcPct val="150000"/>
              </a:lnSpc>
              <a:buFont typeface="+mj-lt"/>
              <a:buAutoNum type="arabicPeriod"/>
            </a:pPr>
            <a:r>
              <a:rPr lang="en-US" altLang="zh-CN" sz="1600" b="1" dirty="0">
                <a:solidFill>
                  <a:schemeClr val="accent3">
                    <a:lumMod val="50000"/>
                  </a:schemeClr>
                </a:solidFill>
                <a:cs typeface="Calibri" panose="020F0502020204030204" pitchFamily="34" charset="0"/>
                <a:sym typeface="+mn-lt"/>
              </a:rPr>
              <a:t>Advantage and Disadvantages of Software Testing</a:t>
            </a:r>
          </a:p>
          <a:p>
            <a:pPr marL="742950" indent="-742950">
              <a:lnSpc>
                <a:spcPct val="150000"/>
              </a:lnSpc>
              <a:buFont typeface="+mj-lt"/>
              <a:buAutoNum type="arabicPeriod"/>
            </a:pPr>
            <a:endParaRPr lang="en-US" altLang="zh-CN" sz="1600" b="1" dirty="0">
              <a:solidFill>
                <a:schemeClr val="accent3">
                  <a:lumMod val="50000"/>
                </a:schemeClr>
              </a:solidFill>
              <a:cs typeface="Calibri" panose="020F0502020204030204" pitchFamily="34" charset="0"/>
              <a:sym typeface="+mn-lt"/>
            </a:endParaRPr>
          </a:p>
          <a:p>
            <a:pPr marL="742950" indent="-742950">
              <a:lnSpc>
                <a:spcPct val="150000"/>
              </a:lnSpc>
              <a:buFont typeface="+mj-lt"/>
              <a:buAutoNum type="arabicPeriod"/>
            </a:pPr>
            <a:endParaRPr lang="zh-CN" altLang="en-US" sz="1600" b="1" dirty="0">
              <a:solidFill>
                <a:schemeClr val="accent3">
                  <a:lumMod val="50000"/>
                </a:schemeClr>
              </a:solidFill>
              <a:cs typeface="Calibri" panose="020F0502020204030204" pitchFamily="34" charset="0"/>
              <a:sym typeface="+mn-lt"/>
            </a:endParaRPr>
          </a:p>
        </p:txBody>
      </p:sp>
    </p:spTree>
    <p:custDataLst>
      <p:tags r:id="rId2"/>
    </p:custDataLst>
    <p:extLst>
      <p:ext uri="{BB962C8B-B14F-4D97-AF65-F5344CB8AC3E}">
        <p14:creationId xmlns:p14="http://schemas.microsoft.com/office/powerpoint/2010/main" val="18018079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9" presetClass="entr" presetSubtype="0" decel="100000" fill="hold" nodeType="clickEffect">
                                  <p:stCondLst>
                                    <p:cond delay="0"/>
                                  </p:stCondLst>
                                  <p:childTnLst>
                                    <p:set>
                                      <p:cBhvr>
                                        <p:cTn id="13" dur="1" fill="hold">
                                          <p:stCondLst>
                                            <p:cond delay="0"/>
                                          </p:stCondLst>
                                        </p:cTn>
                                        <p:tgtEl>
                                          <p:spTgt spid="37"/>
                                        </p:tgtEl>
                                        <p:attrNameLst>
                                          <p:attrName>style.visibility</p:attrName>
                                        </p:attrNameLst>
                                      </p:cBhvr>
                                      <p:to>
                                        <p:strVal val="visible"/>
                                      </p:to>
                                    </p:set>
                                    <p:anim calcmode="lin" valueType="num">
                                      <p:cBhvr>
                                        <p:cTn id="14" dur="500" fill="hold"/>
                                        <p:tgtEl>
                                          <p:spTgt spid="37"/>
                                        </p:tgtEl>
                                        <p:attrNameLst>
                                          <p:attrName>ppt_w</p:attrName>
                                        </p:attrNameLst>
                                      </p:cBhvr>
                                      <p:tavLst>
                                        <p:tav tm="0">
                                          <p:val>
                                            <p:fltVal val="0"/>
                                          </p:val>
                                        </p:tav>
                                        <p:tav tm="100000">
                                          <p:val>
                                            <p:strVal val="#ppt_w"/>
                                          </p:val>
                                        </p:tav>
                                      </p:tavLst>
                                    </p:anim>
                                    <p:anim calcmode="lin" valueType="num">
                                      <p:cBhvr>
                                        <p:cTn id="15" dur="500" fill="hold"/>
                                        <p:tgtEl>
                                          <p:spTgt spid="37"/>
                                        </p:tgtEl>
                                        <p:attrNameLst>
                                          <p:attrName>ppt_h</p:attrName>
                                        </p:attrNameLst>
                                      </p:cBhvr>
                                      <p:tavLst>
                                        <p:tav tm="0">
                                          <p:val>
                                            <p:fltVal val="0"/>
                                          </p:val>
                                        </p:tav>
                                        <p:tav tm="100000">
                                          <p:val>
                                            <p:strVal val="#ppt_h"/>
                                          </p:val>
                                        </p:tav>
                                      </p:tavLst>
                                    </p:anim>
                                    <p:anim calcmode="lin" valueType="num">
                                      <p:cBhvr>
                                        <p:cTn id="16" dur="500" fill="hold"/>
                                        <p:tgtEl>
                                          <p:spTgt spid="37"/>
                                        </p:tgtEl>
                                        <p:attrNameLst>
                                          <p:attrName>style.rotation</p:attrName>
                                        </p:attrNameLst>
                                      </p:cBhvr>
                                      <p:tavLst>
                                        <p:tav tm="0">
                                          <p:val>
                                            <p:fltVal val="360"/>
                                          </p:val>
                                        </p:tav>
                                        <p:tav tm="100000">
                                          <p:val>
                                            <p:fltVal val="0"/>
                                          </p:val>
                                        </p:tav>
                                      </p:tavLst>
                                    </p:anim>
                                    <p:animEffect transition="in" filter="fade">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49" presetClass="entr" presetSubtype="0" decel="100000"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 calcmode="lin" valueType="num">
                                      <p:cBhvr>
                                        <p:cTn id="22" dur="500" fill="hold"/>
                                        <p:tgtEl>
                                          <p:spTgt spid="36"/>
                                        </p:tgtEl>
                                        <p:attrNameLst>
                                          <p:attrName>ppt_w</p:attrName>
                                        </p:attrNameLst>
                                      </p:cBhvr>
                                      <p:tavLst>
                                        <p:tav tm="0">
                                          <p:val>
                                            <p:fltVal val="0"/>
                                          </p:val>
                                        </p:tav>
                                        <p:tav tm="100000">
                                          <p:val>
                                            <p:strVal val="#ppt_w"/>
                                          </p:val>
                                        </p:tav>
                                      </p:tavLst>
                                    </p:anim>
                                    <p:anim calcmode="lin" valueType="num">
                                      <p:cBhvr>
                                        <p:cTn id="23" dur="500" fill="hold"/>
                                        <p:tgtEl>
                                          <p:spTgt spid="36"/>
                                        </p:tgtEl>
                                        <p:attrNameLst>
                                          <p:attrName>ppt_h</p:attrName>
                                        </p:attrNameLst>
                                      </p:cBhvr>
                                      <p:tavLst>
                                        <p:tav tm="0">
                                          <p:val>
                                            <p:fltVal val="0"/>
                                          </p:val>
                                        </p:tav>
                                        <p:tav tm="100000">
                                          <p:val>
                                            <p:strVal val="#ppt_h"/>
                                          </p:val>
                                        </p:tav>
                                      </p:tavLst>
                                    </p:anim>
                                    <p:anim calcmode="lin" valueType="num">
                                      <p:cBhvr>
                                        <p:cTn id="24" dur="500" fill="hold"/>
                                        <p:tgtEl>
                                          <p:spTgt spid="36"/>
                                        </p:tgtEl>
                                        <p:attrNameLst>
                                          <p:attrName>style.rotation</p:attrName>
                                        </p:attrNameLst>
                                      </p:cBhvr>
                                      <p:tavLst>
                                        <p:tav tm="0">
                                          <p:val>
                                            <p:fltVal val="360"/>
                                          </p:val>
                                        </p:tav>
                                        <p:tav tm="100000">
                                          <p:val>
                                            <p:fltVal val="0"/>
                                          </p:val>
                                        </p:tav>
                                      </p:tavLst>
                                    </p:anim>
                                    <p:animEffect transition="in" filter="fade">
                                      <p:cBhvr>
                                        <p:cTn id="25" dur="500"/>
                                        <p:tgtEl>
                                          <p:spTgt spid="36"/>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randombar(horizontal)">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49" presetClass="entr" presetSubtype="0" decel="10000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p:cTn id="35" dur="500" fill="hold"/>
                                        <p:tgtEl>
                                          <p:spTgt spid="17"/>
                                        </p:tgtEl>
                                        <p:attrNameLst>
                                          <p:attrName>ppt_w</p:attrName>
                                        </p:attrNameLst>
                                      </p:cBhvr>
                                      <p:tavLst>
                                        <p:tav tm="0">
                                          <p:val>
                                            <p:fltVal val="0"/>
                                          </p:val>
                                        </p:tav>
                                        <p:tav tm="100000">
                                          <p:val>
                                            <p:strVal val="#ppt_w"/>
                                          </p:val>
                                        </p:tav>
                                      </p:tavLst>
                                    </p:anim>
                                    <p:anim calcmode="lin" valueType="num">
                                      <p:cBhvr>
                                        <p:cTn id="36" dur="500" fill="hold"/>
                                        <p:tgtEl>
                                          <p:spTgt spid="17"/>
                                        </p:tgtEl>
                                        <p:attrNameLst>
                                          <p:attrName>ppt_h</p:attrName>
                                        </p:attrNameLst>
                                      </p:cBhvr>
                                      <p:tavLst>
                                        <p:tav tm="0">
                                          <p:val>
                                            <p:fltVal val="0"/>
                                          </p:val>
                                        </p:tav>
                                        <p:tav tm="100000">
                                          <p:val>
                                            <p:strVal val="#ppt_h"/>
                                          </p:val>
                                        </p:tav>
                                      </p:tavLst>
                                    </p:anim>
                                    <p:anim calcmode="lin" valueType="num">
                                      <p:cBhvr>
                                        <p:cTn id="37" dur="500" fill="hold"/>
                                        <p:tgtEl>
                                          <p:spTgt spid="17"/>
                                        </p:tgtEl>
                                        <p:attrNameLst>
                                          <p:attrName>style.rotation</p:attrName>
                                        </p:attrNameLst>
                                      </p:cBhvr>
                                      <p:tavLst>
                                        <p:tav tm="0">
                                          <p:val>
                                            <p:fltVal val="360"/>
                                          </p:val>
                                        </p:tav>
                                        <p:tav tm="100000">
                                          <p:val>
                                            <p:fltVal val="0"/>
                                          </p:val>
                                        </p:tav>
                                      </p:tavLst>
                                    </p:anim>
                                    <p:animEffect transition="in" filter="fade">
                                      <p:cBhvr>
                                        <p:cTn id="38" dur="5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25">
                                            <p:txEl>
                                              <p:pRg st="0" end="0"/>
                                            </p:txEl>
                                          </p:spTgt>
                                        </p:tgtEl>
                                        <p:attrNameLst>
                                          <p:attrName>style.visibility</p:attrName>
                                        </p:attrNameLst>
                                      </p:cBhvr>
                                      <p:to>
                                        <p:strVal val="visible"/>
                                      </p:to>
                                    </p:set>
                                    <p:anim calcmode="lin" valueType="num">
                                      <p:cBhvr>
                                        <p:cTn id="43" dur="500" fill="hold"/>
                                        <p:tgtEl>
                                          <p:spTgt spid="25">
                                            <p:txEl>
                                              <p:pRg st="0" end="0"/>
                                            </p:txEl>
                                          </p:spTgt>
                                        </p:tgtEl>
                                        <p:attrNameLst>
                                          <p:attrName>ppt_w</p:attrName>
                                        </p:attrNameLst>
                                      </p:cBhvr>
                                      <p:tavLst>
                                        <p:tav tm="0">
                                          <p:val>
                                            <p:fltVal val="0"/>
                                          </p:val>
                                        </p:tav>
                                        <p:tav tm="100000">
                                          <p:val>
                                            <p:strVal val="#ppt_w"/>
                                          </p:val>
                                        </p:tav>
                                      </p:tavLst>
                                    </p:anim>
                                    <p:anim calcmode="lin" valueType="num">
                                      <p:cBhvr>
                                        <p:cTn id="44" dur="500" fill="hold"/>
                                        <p:tgtEl>
                                          <p:spTgt spid="25">
                                            <p:txEl>
                                              <p:pRg st="0" end="0"/>
                                            </p:txEl>
                                          </p:spTgt>
                                        </p:tgtEl>
                                        <p:attrNameLst>
                                          <p:attrName>ppt_h</p:attrName>
                                        </p:attrNameLst>
                                      </p:cBhvr>
                                      <p:tavLst>
                                        <p:tav tm="0">
                                          <p:val>
                                            <p:fltVal val="0"/>
                                          </p:val>
                                        </p:tav>
                                        <p:tav tm="100000">
                                          <p:val>
                                            <p:strVal val="#ppt_h"/>
                                          </p:val>
                                        </p:tav>
                                      </p:tavLst>
                                    </p:anim>
                                    <p:animEffect transition="in" filter="fade">
                                      <p:cBhvr>
                                        <p:cTn id="45" dur="500"/>
                                        <p:tgtEl>
                                          <p:spTgt spid="25">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nodeType="clickEffect">
                                  <p:stCondLst>
                                    <p:cond delay="0"/>
                                  </p:stCondLst>
                                  <p:childTnLst>
                                    <p:set>
                                      <p:cBhvr>
                                        <p:cTn id="49" dur="1" fill="hold">
                                          <p:stCondLst>
                                            <p:cond delay="0"/>
                                          </p:stCondLst>
                                        </p:cTn>
                                        <p:tgtEl>
                                          <p:spTgt spid="25">
                                            <p:txEl>
                                              <p:pRg st="1" end="1"/>
                                            </p:txEl>
                                          </p:spTgt>
                                        </p:tgtEl>
                                        <p:attrNameLst>
                                          <p:attrName>style.visibility</p:attrName>
                                        </p:attrNameLst>
                                      </p:cBhvr>
                                      <p:to>
                                        <p:strVal val="visible"/>
                                      </p:to>
                                    </p:set>
                                    <p:anim calcmode="lin" valueType="num">
                                      <p:cBhvr>
                                        <p:cTn id="50" dur="500" fill="hold"/>
                                        <p:tgtEl>
                                          <p:spTgt spid="25">
                                            <p:txEl>
                                              <p:pRg st="1" end="1"/>
                                            </p:txEl>
                                          </p:spTgt>
                                        </p:tgtEl>
                                        <p:attrNameLst>
                                          <p:attrName>ppt_w</p:attrName>
                                        </p:attrNameLst>
                                      </p:cBhvr>
                                      <p:tavLst>
                                        <p:tav tm="0">
                                          <p:val>
                                            <p:fltVal val="0"/>
                                          </p:val>
                                        </p:tav>
                                        <p:tav tm="100000">
                                          <p:val>
                                            <p:strVal val="#ppt_w"/>
                                          </p:val>
                                        </p:tav>
                                      </p:tavLst>
                                    </p:anim>
                                    <p:anim calcmode="lin" valueType="num">
                                      <p:cBhvr>
                                        <p:cTn id="51" dur="500" fill="hold"/>
                                        <p:tgtEl>
                                          <p:spTgt spid="25">
                                            <p:txEl>
                                              <p:pRg st="1" end="1"/>
                                            </p:txEl>
                                          </p:spTgt>
                                        </p:tgtEl>
                                        <p:attrNameLst>
                                          <p:attrName>ppt_h</p:attrName>
                                        </p:attrNameLst>
                                      </p:cBhvr>
                                      <p:tavLst>
                                        <p:tav tm="0">
                                          <p:val>
                                            <p:fltVal val="0"/>
                                          </p:val>
                                        </p:tav>
                                        <p:tav tm="100000">
                                          <p:val>
                                            <p:strVal val="#ppt_h"/>
                                          </p:val>
                                        </p:tav>
                                      </p:tavLst>
                                    </p:anim>
                                    <p:animEffect transition="in" filter="fade">
                                      <p:cBhvr>
                                        <p:cTn id="52" dur="500"/>
                                        <p:tgtEl>
                                          <p:spTgt spid="25">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nodeType="clickEffect">
                                  <p:stCondLst>
                                    <p:cond delay="0"/>
                                  </p:stCondLst>
                                  <p:childTnLst>
                                    <p:set>
                                      <p:cBhvr>
                                        <p:cTn id="56" dur="1" fill="hold">
                                          <p:stCondLst>
                                            <p:cond delay="0"/>
                                          </p:stCondLst>
                                        </p:cTn>
                                        <p:tgtEl>
                                          <p:spTgt spid="25">
                                            <p:txEl>
                                              <p:pRg st="2" end="2"/>
                                            </p:txEl>
                                          </p:spTgt>
                                        </p:tgtEl>
                                        <p:attrNameLst>
                                          <p:attrName>style.visibility</p:attrName>
                                        </p:attrNameLst>
                                      </p:cBhvr>
                                      <p:to>
                                        <p:strVal val="visible"/>
                                      </p:to>
                                    </p:set>
                                    <p:anim calcmode="lin" valueType="num">
                                      <p:cBhvr>
                                        <p:cTn id="57" dur="500" fill="hold"/>
                                        <p:tgtEl>
                                          <p:spTgt spid="25">
                                            <p:txEl>
                                              <p:pRg st="2" end="2"/>
                                            </p:txEl>
                                          </p:spTgt>
                                        </p:tgtEl>
                                        <p:attrNameLst>
                                          <p:attrName>ppt_w</p:attrName>
                                        </p:attrNameLst>
                                      </p:cBhvr>
                                      <p:tavLst>
                                        <p:tav tm="0">
                                          <p:val>
                                            <p:fltVal val="0"/>
                                          </p:val>
                                        </p:tav>
                                        <p:tav tm="100000">
                                          <p:val>
                                            <p:strVal val="#ppt_w"/>
                                          </p:val>
                                        </p:tav>
                                      </p:tavLst>
                                    </p:anim>
                                    <p:anim calcmode="lin" valueType="num">
                                      <p:cBhvr>
                                        <p:cTn id="58" dur="500" fill="hold"/>
                                        <p:tgtEl>
                                          <p:spTgt spid="25">
                                            <p:txEl>
                                              <p:pRg st="2" end="2"/>
                                            </p:txEl>
                                          </p:spTgt>
                                        </p:tgtEl>
                                        <p:attrNameLst>
                                          <p:attrName>ppt_h</p:attrName>
                                        </p:attrNameLst>
                                      </p:cBhvr>
                                      <p:tavLst>
                                        <p:tav tm="0">
                                          <p:val>
                                            <p:fltVal val="0"/>
                                          </p:val>
                                        </p:tav>
                                        <p:tav tm="100000">
                                          <p:val>
                                            <p:strVal val="#ppt_h"/>
                                          </p:val>
                                        </p:tav>
                                      </p:tavLst>
                                    </p:anim>
                                    <p:animEffect transition="in" filter="fade">
                                      <p:cBhvr>
                                        <p:cTn id="59" dur="500"/>
                                        <p:tgtEl>
                                          <p:spTgt spid="25">
                                            <p:txEl>
                                              <p:pRg st="2" end="2"/>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nodeType="clickEffect">
                                  <p:stCondLst>
                                    <p:cond delay="0"/>
                                  </p:stCondLst>
                                  <p:childTnLst>
                                    <p:set>
                                      <p:cBhvr>
                                        <p:cTn id="63" dur="1" fill="hold">
                                          <p:stCondLst>
                                            <p:cond delay="0"/>
                                          </p:stCondLst>
                                        </p:cTn>
                                        <p:tgtEl>
                                          <p:spTgt spid="25">
                                            <p:txEl>
                                              <p:pRg st="3" end="3"/>
                                            </p:txEl>
                                          </p:spTgt>
                                        </p:tgtEl>
                                        <p:attrNameLst>
                                          <p:attrName>style.visibility</p:attrName>
                                        </p:attrNameLst>
                                      </p:cBhvr>
                                      <p:to>
                                        <p:strVal val="visible"/>
                                      </p:to>
                                    </p:set>
                                    <p:anim calcmode="lin" valueType="num">
                                      <p:cBhvr>
                                        <p:cTn id="64" dur="500" fill="hold"/>
                                        <p:tgtEl>
                                          <p:spTgt spid="25">
                                            <p:txEl>
                                              <p:pRg st="3" end="3"/>
                                            </p:txEl>
                                          </p:spTgt>
                                        </p:tgtEl>
                                        <p:attrNameLst>
                                          <p:attrName>ppt_w</p:attrName>
                                        </p:attrNameLst>
                                      </p:cBhvr>
                                      <p:tavLst>
                                        <p:tav tm="0">
                                          <p:val>
                                            <p:fltVal val="0"/>
                                          </p:val>
                                        </p:tav>
                                        <p:tav tm="100000">
                                          <p:val>
                                            <p:strVal val="#ppt_w"/>
                                          </p:val>
                                        </p:tav>
                                      </p:tavLst>
                                    </p:anim>
                                    <p:anim calcmode="lin" valueType="num">
                                      <p:cBhvr>
                                        <p:cTn id="65" dur="500" fill="hold"/>
                                        <p:tgtEl>
                                          <p:spTgt spid="25">
                                            <p:txEl>
                                              <p:pRg st="3" end="3"/>
                                            </p:txEl>
                                          </p:spTgt>
                                        </p:tgtEl>
                                        <p:attrNameLst>
                                          <p:attrName>ppt_h</p:attrName>
                                        </p:attrNameLst>
                                      </p:cBhvr>
                                      <p:tavLst>
                                        <p:tav tm="0">
                                          <p:val>
                                            <p:fltVal val="0"/>
                                          </p:val>
                                        </p:tav>
                                        <p:tav tm="100000">
                                          <p:val>
                                            <p:strVal val="#ppt_h"/>
                                          </p:val>
                                        </p:tav>
                                      </p:tavLst>
                                    </p:anim>
                                    <p:animEffect transition="in" filter="fade">
                                      <p:cBhvr>
                                        <p:cTn id="66" dur="500"/>
                                        <p:tgtEl>
                                          <p:spTgt spid="25">
                                            <p:txEl>
                                              <p:pRg st="3" end="3"/>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53" presetClass="entr" presetSubtype="16" fill="hold" nodeType="clickEffect">
                                  <p:stCondLst>
                                    <p:cond delay="0"/>
                                  </p:stCondLst>
                                  <p:childTnLst>
                                    <p:set>
                                      <p:cBhvr>
                                        <p:cTn id="70" dur="1" fill="hold">
                                          <p:stCondLst>
                                            <p:cond delay="0"/>
                                          </p:stCondLst>
                                        </p:cTn>
                                        <p:tgtEl>
                                          <p:spTgt spid="25">
                                            <p:txEl>
                                              <p:pRg st="4" end="4"/>
                                            </p:txEl>
                                          </p:spTgt>
                                        </p:tgtEl>
                                        <p:attrNameLst>
                                          <p:attrName>style.visibility</p:attrName>
                                        </p:attrNameLst>
                                      </p:cBhvr>
                                      <p:to>
                                        <p:strVal val="visible"/>
                                      </p:to>
                                    </p:set>
                                    <p:anim calcmode="lin" valueType="num">
                                      <p:cBhvr>
                                        <p:cTn id="71" dur="500" fill="hold"/>
                                        <p:tgtEl>
                                          <p:spTgt spid="25">
                                            <p:txEl>
                                              <p:pRg st="4" end="4"/>
                                            </p:txEl>
                                          </p:spTgt>
                                        </p:tgtEl>
                                        <p:attrNameLst>
                                          <p:attrName>ppt_w</p:attrName>
                                        </p:attrNameLst>
                                      </p:cBhvr>
                                      <p:tavLst>
                                        <p:tav tm="0">
                                          <p:val>
                                            <p:fltVal val="0"/>
                                          </p:val>
                                        </p:tav>
                                        <p:tav tm="100000">
                                          <p:val>
                                            <p:strVal val="#ppt_w"/>
                                          </p:val>
                                        </p:tav>
                                      </p:tavLst>
                                    </p:anim>
                                    <p:anim calcmode="lin" valueType="num">
                                      <p:cBhvr>
                                        <p:cTn id="72" dur="500" fill="hold"/>
                                        <p:tgtEl>
                                          <p:spTgt spid="25">
                                            <p:txEl>
                                              <p:pRg st="4" end="4"/>
                                            </p:txEl>
                                          </p:spTgt>
                                        </p:tgtEl>
                                        <p:attrNameLst>
                                          <p:attrName>ppt_h</p:attrName>
                                        </p:attrNameLst>
                                      </p:cBhvr>
                                      <p:tavLst>
                                        <p:tav tm="0">
                                          <p:val>
                                            <p:fltVal val="0"/>
                                          </p:val>
                                        </p:tav>
                                        <p:tav tm="100000">
                                          <p:val>
                                            <p:strVal val="#ppt_h"/>
                                          </p:val>
                                        </p:tav>
                                      </p:tavLst>
                                    </p:anim>
                                    <p:animEffect transition="in" filter="fade">
                                      <p:cBhvr>
                                        <p:cTn id="73" dur="500"/>
                                        <p:tgtEl>
                                          <p:spTgt spid="25">
                                            <p:txEl>
                                              <p:pRg st="4" end="4"/>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53" presetClass="entr" presetSubtype="16" fill="hold" nodeType="clickEffect">
                                  <p:stCondLst>
                                    <p:cond delay="0"/>
                                  </p:stCondLst>
                                  <p:childTnLst>
                                    <p:set>
                                      <p:cBhvr>
                                        <p:cTn id="77" dur="1" fill="hold">
                                          <p:stCondLst>
                                            <p:cond delay="0"/>
                                          </p:stCondLst>
                                        </p:cTn>
                                        <p:tgtEl>
                                          <p:spTgt spid="25">
                                            <p:txEl>
                                              <p:pRg st="5" end="5"/>
                                            </p:txEl>
                                          </p:spTgt>
                                        </p:tgtEl>
                                        <p:attrNameLst>
                                          <p:attrName>style.visibility</p:attrName>
                                        </p:attrNameLst>
                                      </p:cBhvr>
                                      <p:to>
                                        <p:strVal val="visible"/>
                                      </p:to>
                                    </p:set>
                                    <p:anim calcmode="lin" valueType="num">
                                      <p:cBhvr>
                                        <p:cTn id="78" dur="500" fill="hold"/>
                                        <p:tgtEl>
                                          <p:spTgt spid="25">
                                            <p:txEl>
                                              <p:pRg st="5" end="5"/>
                                            </p:txEl>
                                          </p:spTgt>
                                        </p:tgtEl>
                                        <p:attrNameLst>
                                          <p:attrName>ppt_w</p:attrName>
                                        </p:attrNameLst>
                                      </p:cBhvr>
                                      <p:tavLst>
                                        <p:tav tm="0">
                                          <p:val>
                                            <p:fltVal val="0"/>
                                          </p:val>
                                        </p:tav>
                                        <p:tav tm="100000">
                                          <p:val>
                                            <p:strVal val="#ppt_w"/>
                                          </p:val>
                                        </p:tav>
                                      </p:tavLst>
                                    </p:anim>
                                    <p:anim calcmode="lin" valueType="num">
                                      <p:cBhvr>
                                        <p:cTn id="79" dur="500" fill="hold"/>
                                        <p:tgtEl>
                                          <p:spTgt spid="25">
                                            <p:txEl>
                                              <p:pRg st="5" end="5"/>
                                            </p:txEl>
                                          </p:spTgt>
                                        </p:tgtEl>
                                        <p:attrNameLst>
                                          <p:attrName>ppt_h</p:attrName>
                                        </p:attrNameLst>
                                      </p:cBhvr>
                                      <p:tavLst>
                                        <p:tav tm="0">
                                          <p:val>
                                            <p:fltVal val="0"/>
                                          </p:val>
                                        </p:tav>
                                        <p:tav tm="100000">
                                          <p:val>
                                            <p:strVal val="#ppt_h"/>
                                          </p:val>
                                        </p:tav>
                                      </p:tavLst>
                                    </p:anim>
                                    <p:animEffect transition="in" filter="fade">
                                      <p:cBhvr>
                                        <p:cTn id="80" dur="500"/>
                                        <p:tgtEl>
                                          <p:spTgt spid="25">
                                            <p:txEl>
                                              <p:pRg st="5" end="5"/>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53" presetClass="entr" presetSubtype="16" fill="hold" nodeType="clickEffect">
                                  <p:stCondLst>
                                    <p:cond delay="0"/>
                                  </p:stCondLst>
                                  <p:childTnLst>
                                    <p:set>
                                      <p:cBhvr>
                                        <p:cTn id="84" dur="1" fill="hold">
                                          <p:stCondLst>
                                            <p:cond delay="0"/>
                                          </p:stCondLst>
                                        </p:cTn>
                                        <p:tgtEl>
                                          <p:spTgt spid="25">
                                            <p:txEl>
                                              <p:pRg st="6" end="6"/>
                                            </p:txEl>
                                          </p:spTgt>
                                        </p:tgtEl>
                                        <p:attrNameLst>
                                          <p:attrName>style.visibility</p:attrName>
                                        </p:attrNameLst>
                                      </p:cBhvr>
                                      <p:to>
                                        <p:strVal val="visible"/>
                                      </p:to>
                                    </p:set>
                                    <p:anim calcmode="lin" valueType="num">
                                      <p:cBhvr>
                                        <p:cTn id="85" dur="500" fill="hold"/>
                                        <p:tgtEl>
                                          <p:spTgt spid="25">
                                            <p:txEl>
                                              <p:pRg st="6" end="6"/>
                                            </p:txEl>
                                          </p:spTgt>
                                        </p:tgtEl>
                                        <p:attrNameLst>
                                          <p:attrName>ppt_w</p:attrName>
                                        </p:attrNameLst>
                                      </p:cBhvr>
                                      <p:tavLst>
                                        <p:tav tm="0">
                                          <p:val>
                                            <p:fltVal val="0"/>
                                          </p:val>
                                        </p:tav>
                                        <p:tav tm="100000">
                                          <p:val>
                                            <p:strVal val="#ppt_w"/>
                                          </p:val>
                                        </p:tav>
                                      </p:tavLst>
                                    </p:anim>
                                    <p:anim calcmode="lin" valueType="num">
                                      <p:cBhvr>
                                        <p:cTn id="86" dur="500" fill="hold"/>
                                        <p:tgtEl>
                                          <p:spTgt spid="25">
                                            <p:txEl>
                                              <p:pRg st="6" end="6"/>
                                            </p:txEl>
                                          </p:spTgt>
                                        </p:tgtEl>
                                        <p:attrNameLst>
                                          <p:attrName>ppt_h</p:attrName>
                                        </p:attrNameLst>
                                      </p:cBhvr>
                                      <p:tavLst>
                                        <p:tav tm="0">
                                          <p:val>
                                            <p:fltVal val="0"/>
                                          </p:val>
                                        </p:tav>
                                        <p:tav tm="100000">
                                          <p:val>
                                            <p:strVal val="#ppt_h"/>
                                          </p:val>
                                        </p:tav>
                                      </p:tavLst>
                                    </p:anim>
                                    <p:animEffect transition="in" filter="fade">
                                      <p:cBhvr>
                                        <p:cTn id="87" dur="500"/>
                                        <p:tgtEl>
                                          <p:spTgt spid="25">
                                            <p:txEl>
                                              <p:pRg st="6" end="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53" presetClass="entr" presetSubtype="16" fill="hold" nodeType="clickEffect">
                                  <p:stCondLst>
                                    <p:cond delay="0"/>
                                  </p:stCondLst>
                                  <p:childTnLst>
                                    <p:set>
                                      <p:cBhvr>
                                        <p:cTn id="91" dur="1" fill="hold">
                                          <p:stCondLst>
                                            <p:cond delay="0"/>
                                          </p:stCondLst>
                                        </p:cTn>
                                        <p:tgtEl>
                                          <p:spTgt spid="25">
                                            <p:txEl>
                                              <p:pRg st="7" end="7"/>
                                            </p:txEl>
                                          </p:spTgt>
                                        </p:tgtEl>
                                        <p:attrNameLst>
                                          <p:attrName>style.visibility</p:attrName>
                                        </p:attrNameLst>
                                      </p:cBhvr>
                                      <p:to>
                                        <p:strVal val="visible"/>
                                      </p:to>
                                    </p:set>
                                    <p:anim calcmode="lin" valueType="num">
                                      <p:cBhvr>
                                        <p:cTn id="92" dur="500" fill="hold"/>
                                        <p:tgtEl>
                                          <p:spTgt spid="25">
                                            <p:txEl>
                                              <p:pRg st="7" end="7"/>
                                            </p:txEl>
                                          </p:spTgt>
                                        </p:tgtEl>
                                        <p:attrNameLst>
                                          <p:attrName>ppt_w</p:attrName>
                                        </p:attrNameLst>
                                      </p:cBhvr>
                                      <p:tavLst>
                                        <p:tav tm="0">
                                          <p:val>
                                            <p:fltVal val="0"/>
                                          </p:val>
                                        </p:tav>
                                        <p:tav tm="100000">
                                          <p:val>
                                            <p:strVal val="#ppt_w"/>
                                          </p:val>
                                        </p:tav>
                                      </p:tavLst>
                                    </p:anim>
                                    <p:anim calcmode="lin" valueType="num">
                                      <p:cBhvr>
                                        <p:cTn id="93" dur="500" fill="hold"/>
                                        <p:tgtEl>
                                          <p:spTgt spid="25">
                                            <p:txEl>
                                              <p:pRg st="7" end="7"/>
                                            </p:txEl>
                                          </p:spTgt>
                                        </p:tgtEl>
                                        <p:attrNameLst>
                                          <p:attrName>ppt_h</p:attrName>
                                        </p:attrNameLst>
                                      </p:cBhvr>
                                      <p:tavLst>
                                        <p:tav tm="0">
                                          <p:val>
                                            <p:fltVal val="0"/>
                                          </p:val>
                                        </p:tav>
                                        <p:tav tm="100000">
                                          <p:val>
                                            <p:strVal val="#ppt_h"/>
                                          </p:val>
                                        </p:tav>
                                      </p:tavLst>
                                    </p:anim>
                                    <p:animEffect transition="in" filter="fade">
                                      <p:cBhvr>
                                        <p:cTn id="94" dur="500"/>
                                        <p:tgtEl>
                                          <p:spTgt spid="2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5" cstate="screen">
            <a:extLst>
              <a:ext uri="{BEBA8EAE-BF5A-486C-A8C5-ECC9F3942E4B}">
                <a14:imgProps xmlns:a14="http://schemas.microsoft.com/office/drawing/2010/main">
                  <a14:imgLayer r:embed="rId6">
                    <a14:imgEffect>
                      <a14:artisticGlowEdges/>
                    </a14:imgEffect>
                  </a14:imgLayer>
                </a14:imgProps>
              </a:ext>
              <a:ext uri="{28A0092B-C50C-407E-A947-70E740481C1C}">
                <a14:useLocalDpi xmlns:a14="http://schemas.microsoft.com/office/drawing/2010/main"/>
              </a:ext>
            </a:extLst>
          </a:blip>
          <a:srcRect/>
          <a:stretch>
            <a:fillRect/>
          </a:stretch>
        </p:blipFill>
        <p:spPr>
          <a:xfrm rot="1170979" flipH="1">
            <a:off x="3621645" y="971202"/>
            <a:ext cx="1900710" cy="1614432"/>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sp>
        <p:nvSpPr>
          <p:cNvPr id="15" name="矩形 14"/>
          <p:cNvSpPr/>
          <p:nvPr/>
        </p:nvSpPr>
        <p:spPr>
          <a:xfrm>
            <a:off x="3819113" y="1588083"/>
            <a:ext cx="1400960" cy="78168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8" name="图片 17"/>
          <p:cNvPicPr>
            <a:picLocks noChangeAspect="1"/>
          </p:cNvPicPr>
          <p:nvPr/>
        </p:nvPicPr>
        <p:blipFill>
          <a:blip r:embed="rId7" cstate="screen">
            <a:extLst>
              <a:ext uri="{BEBA8EAE-BF5A-486C-A8C5-ECC9F3942E4B}">
                <a14:imgProps xmlns:a14="http://schemas.microsoft.com/office/drawing/2010/main">
                  <a14:imgLayer r:embed="rId8">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5154763" y="1767842"/>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5">
            <a:extLst>
              <a:ext uri="{FF2B5EF4-FFF2-40B4-BE49-F238E27FC236}">
                <a16:creationId xmlns:a16="http://schemas.microsoft.com/office/drawing/2014/main" id="{9F044F43-439E-4EDE-8077-0D10A68BF276}"/>
              </a:ext>
            </a:extLst>
          </p:cNvPr>
          <p:cNvSpPr txBox="1"/>
          <p:nvPr/>
        </p:nvSpPr>
        <p:spPr>
          <a:xfrm>
            <a:off x="4189096" y="1619192"/>
            <a:ext cx="1157064" cy="71946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a:normAutofit fontScale="92500" lnSpcReduction="10000"/>
          </a:bodyPr>
          <a:lstStyle/>
          <a:p>
            <a:r>
              <a:rPr lang="en-US" altLang="zh-CN" sz="5400" b="1" dirty="0">
                <a:solidFill>
                  <a:schemeClr val="bg1"/>
                </a:solidFill>
                <a:latin typeface="+mn-lt"/>
                <a:ea typeface="+mn-ea"/>
                <a:cs typeface="+mn-ea"/>
                <a:sym typeface="+mn-lt"/>
              </a:rPr>
              <a:t>01</a:t>
            </a:r>
            <a:endParaRPr lang="en-US" altLang="zh-CN" sz="3200" b="1" dirty="0">
              <a:solidFill>
                <a:schemeClr val="bg1"/>
              </a:solidFill>
              <a:latin typeface="+mn-lt"/>
              <a:ea typeface="+mn-ea"/>
              <a:cs typeface="+mn-ea"/>
              <a:sym typeface="+mn-lt"/>
            </a:endParaRPr>
          </a:p>
        </p:txBody>
      </p:sp>
      <p:sp>
        <p:nvSpPr>
          <p:cNvPr id="8" name="TextBox 7">
            <a:extLst>
              <a:ext uri="{FF2B5EF4-FFF2-40B4-BE49-F238E27FC236}">
                <a16:creationId xmlns:a16="http://schemas.microsoft.com/office/drawing/2014/main" id="{F67A2238-1FD2-4CD6-BB78-E66DDA5EE689}"/>
              </a:ext>
            </a:extLst>
          </p:cNvPr>
          <p:cNvSpPr>
            <a:spLocks noChangeArrowheads="1"/>
          </p:cNvSpPr>
          <p:nvPr/>
        </p:nvSpPr>
        <p:spPr bwMode="auto">
          <a:xfrm>
            <a:off x="1907704" y="2842013"/>
            <a:ext cx="5337119" cy="723916"/>
          </a:xfrm>
          <a:prstGeom prst="rect">
            <a:avLst/>
          </a:prstGeom>
          <a:noFill/>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algn="ctr">
              <a:lnSpc>
                <a:spcPct val="150000"/>
              </a:lnSpc>
            </a:pPr>
            <a:r>
              <a:rPr lang="en-US" altLang="zh-CN" sz="3600" b="1" dirty="0">
                <a:solidFill>
                  <a:srgbClr val="CE7532"/>
                </a:solidFill>
                <a:cs typeface="Calibri" panose="020F0502020204030204" pitchFamily="34" charset="0"/>
                <a:sym typeface="+mn-lt"/>
              </a:rPr>
              <a:t>What is Software ?</a:t>
            </a:r>
          </a:p>
        </p:txBody>
      </p:sp>
    </p:spTree>
    <p:custDataLst>
      <p:tags r:id="rId2"/>
    </p:custDataLst>
    <p:extLst>
      <p:ext uri="{BB962C8B-B14F-4D97-AF65-F5344CB8AC3E}">
        <p14:creationId xmlns:p14="http://schemas.microsoft.com/office/powerpoint/2010/main" val="22379872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1281">
        <p15:prstTrans prst="pageCurlDouble"/>
      </p:transition>
    </mc:Choice>
    <mc:Fallback xmlns="">
      <p:transition spd="slow" advTm="128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 calcmode="lin" valueType="num">
                                      <p:cBhvr>
                                        <p:cTn id="14" dur="500" fill="hold"/>
                                        <p:tgtEl>
                                          <p:spTgt spid="18"/>
                                        </p:tgtEl>
                                        <p:attrNameLst>
                                          <p:attrName>style.rotation</p:attrName>
                                        </p:attrNameLst>
                                      </p:cBhvr>
                                      <p:tavLst>
                                        <p:tav tm="0">
                                          <p:val>
                                            <p:fltVal val="360"/>
                                          </p:val>
                                        </p:tav>
                                        <p:tav tm="100000">
                                          <p:val>
                                            <p:fltVal val="0"/>
                                          </p:val>
                                        </p:tav>
                                      </p:tavLst>
                                    </p:anim>
                                    <p:animEffect transition="in" filter="fade">
                                      <p:cBhvr>
                                        <p:cTn id="15" dur="500"/>
                                        <p:tgtEl>
                                          <p:spTgt spid="18"/>
                                        </p:tgtEl>
                                      </p:cBhvr>
                                    </p:animEffect>
                                  </p:childTnLst>
                                </p:cTn>
                              </p:par>
                              <p:par>
                                <p:cTn id="16" presetID="49" presetClass="entr" presetSubtype="0" decel="10000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ppt_w</p:attrName>
                                        </p:attrNameLst>
                                      </p:cBhvr>
                                      <p:tavLst>
                                        <p:tav tm="0">
                                          <p:val>
                                            <p:fltVal val="0"/>
                                          </p:val>
                                        </p:tav>
                                        <p:tav tm="100000">
                                          <p:val>
                                            <p:strVal val="#ppt_w"/>
                                          </p:val>
                                        </p:tav>
                                      </p:tavLst>
                                    </p:anim>
                                    <p:anim calcmode="lin" valueType="num">
                                      <p:cBhvr>
                                        <p:cTn id="19" dur="500" fill="hold"/>
                                        <p:tgtEl>
                                          <p:spTgt spid="13"/>
                                        </p:tgtEl>
                                        <p:attrNameLst>
                                          <p:attrName>ppt_h</p:attrName>
                                        </p:attrNameLst>
                                      </p:cBhvr>
                                      <p:tavLst>
                                        <p:tav tm="0">
                                          <p:val>
                                            <p:fltVal val="0"/>
                                          </p:val>
                                        </p:tav>
                                        <p:tav tm="100000">
                                          <p:val>
                                            <p:strVal val="#ppt_h"/>
                                          </p:val>
                                        </p:tav>
                                      </p:tavLst>
                                    </p:anim>
                                    <p:anim calcmode="lin" valueType="num">
                                      <p:cBhvr>
                                        <p:cTn id="20" dur="500" fill="hold"/>
                                        <p:tgtEl>
                                          <p:spTgt spid="13"/>
                                        </p:tgtEl>
                                        <p:attrNameLst>
                                          <p:attrName>style.rotation</p:attrName>
                                        </p:attrNameLst>
                                      </p:cBhvr>
                                      <p:tavLst>
                                        <p:tav tm="0">
                                          <p:val>
                                            <p:fltVal val="360"/>
                                          </p:val>
                                        </p:tav>
                                        <p:tav tm="100000">
                                          <p:val>
                                            <p:fltVal val="0"/>
                                          </p:val>
                                        </p:tav>
                                      </p:tavLst>
                                    </p:anim>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p:cTn id="26" dur="500" fill="hold"/>
                                        <p:tgtEl>
                                          <p:spTgt spid="15"/>
                                        </p:tgtEl>
                                        <p:attrNameLst>
                                          <p:attrName>ppt_w</p:attrName>
                                        </p:attrNameLst>
                                      </p:cBhvr>
                                      <p:tavLst>
                                        <p:tav tm="0">
                                          <p:val>
                                            <p:fltVal val="0"/>
                                          </p:val>
                                        </p:tav>
                                        <p:tav tm="100000">
                                          <p:val>
                                            <p:strVal val="#ppt_w"/>
                                          </p:val>
                                        </p:tav>
                                      </p:tavLst>
                                    </p:anim>
                                    <p:anim calcmode="lin" valueType="num">
                                      <p:cBhvr>
                                        <p:cTn id="27" dur="500" fill="hold"/>
                                        <p:tgtEl>
                                          <p:spTgt spid="15"/>
                                        </p:tgtEl>
                                        <p:attrNameLst>
                                          <p:attrName>ppt_h</p:attrName>
                                        </p:attrNameLst>
                                      </p:cBhvr>
                                      <p:tavLst>
                                        <p:tav tm="0">
                                          <p:val>
                                            <p:fltVal val="0"/>
                                          </p:val>
                                        </p:tav>
                                        <p:tav tm="100000">
                                          <p:val>
                                            <p:strVal val="#ppt_h"/>
                                          </p:val>
                                        </p:tav>
                                      </p:tavLst>
                                    </p:anim>
                                    <p:animEffect transition="in" filter="fade">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26"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down)">
                                      <p:cBhvr>
                                        <p:cTn id="33" dur="580">
                                          <p:stCondLst>
                                            <p:cond delay="0"/>
                                          </p:stCondLst>
                                        </p:cTn>
                                        <p:tgtEl>
                                          <p:spTgt spid="8"/>
                                        </p:tgtEl>
                                      </p:cBhvr>
                                    </p:animEffect>
                                    <p:anim calcmode="lin" valueType="num">
                                      <p:cBhvr>
                                        <p:cTn id="34"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35"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36"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37"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38"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39" dur="26">
                                          <p:stCondLst>
                                            <p:cond delay="650"/>
                                          </p:stCondLst>
                                        </p:cTn>
                                        <p:tgtEl>
                                          <p:spTgt spid="8"/>
                                        </p:tgtEl>
                                      </p:cBhvr>
                                      <p:to x="100000" y="60000"/>
                                    </p:animScale>
                                    <p:animScale>
                                      <p:cBhvr>
                                        <p:cTn id="40" dur="166" decel="50000">
                                          <p:stCondLst>
                                            <p:cond delay="676"/>
                                          </p:stCondLst>
                                        </p:cTn>
                                        <p:tgtEl>
                                          <p:spTgt spid="8"/>
                                        </p:tgtEl>
                                      </p:cBhvr>
                                      <p:to x="100000" y="100000"/>
                                    </p:animScale>
                                    <p:animScale>
                                      <p:cBhvr>
                                        <p:cTn id="41" dur="26">
                                          <p:stCondLst>
                                            <p:cond delay="1312"/>
                                          </p:stCondLst>
                                        </p:cTn>
                                        <p:tgtEl>
                                          <p:spTgt spid="8"/>
                                        </p:tgtEl>
                                      </p:cBhvr>
                                      <p:to x="100000" y="80000"/>
                                    </p:animScale>
                                    <p:animScale>
                                      <p:cBhvr>
                                        <p:cTn id="42" dur="166" decel="50000">
                                          <p:stCondLst>
                                            <p:cond delay="1338"/>
                                          </p:stCondLst>
                                        </p:cTn>
                                        <p:tgtEl>
                                          <p:spTgt spid="8"/>
                                        </p:tgtEl>
                                      </p:cBhvr>
                                      <p:to x="100000" y="100000"/>
                                    </p:animScale>
                                    <p:animScale>
                                      <p:cBhvr>
                                        <p:cTn id="43" dur="26">
                                          <p:stCondLst>
                                            <p:cond delay="1642"/>
                                          </p:stCondLst>
                                        </p:cTn>
                                        <p:tgtEl>
                                          <p:spTgt spid="8"/>
                                        </p:tgtEl>
                                      </p:cBhvr>
                                      <p:to x="100000" y="90000"/>
                                    </p:animScale>
                                    <p:animScale>
                                      <p:cBhvr>
                                        <p:cTn id="44" dur="166" decel="50000">
                                          <p:stCondLst>
                                            <p:cond delay="1668"/>
                                          </p:stCondLst>
                                        </p:cTn>
                                        <p:tgtEl>
                                          <p:spTgt spid="8"/>
                                        </p:tgtEl>
                                      </p:cBhvr>
                                      <p:to x="100000" y="100000"/>
                                    </p:animScale>
                                    <p:animScale>
                                      <p:cBhvr>
                                        <p:cTn id="45" dur="26">
                                          <p:stCondLst>
                                            <p:cond delay="1808"/>
                                          </p:stCondLst>
                                        </p:cTn>
                                        <p:tgtEl>
                                          <p:spTgt spid="8"/>
                                        </p:tgtEl>
                                      </p:cBhvr>
                                      <p:to x="100000" y="95000"/>
                                    </p:animScale>
                                    <p:animScale>
                                      <p:cBhvr>
                                        <p:cTn id="46"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120188" y="4372727"/>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0" name="图片 12"/>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21351356" flipH="1">
            <a:off x="146286" y="-6008"/>
            <a:ext cx="1319882" cy="1121086"/>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40" name="TextBox 7">
            <a:extLst>
              <a:ext uri="{FF2B5EF4-FFF2-40B4-BE49-F238E27FC236}">
                <a16:creationId xmlns:a16="http://schemas.microsoft.com/office/drawing/2014/main" id="{F67A2238-1FD2-4CD6-BB78-E66DDA5EE689}"/>
              </a:ext>
            </a:extLst>
          </p:cNvPr>
          <p:cNvSpPr>
            <a:spLocks noChangeArrowheads="1"/>
          </p:cNvSpPr>
          <p:nvPr/>
        </p:nvSpPr>
        <p:spPr bwMode="auto">
          <a:xfrm>
            <a:off x="2017839" y="139234"/>
            <a:ext cx="6802633" cy="723916"/>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algn="just">
              <a:lnSpc>
                <a:spcPct val="150000"/>
              </a:lnSpc>
            </a:pPr>
            <a:r>
              <a:rPr lang="en-US" altLang="zh-CN" sz="3600" b="1" dirty="0">
                <a:solidFill>
                  <a:srgbClr val="CE7532"/>
                </a:solidFill>
                <a:cs typeface="Calibri" panose="020F0502020204030204" pitchFamily="34" charset="0"/>
                <a:sym typeface="+mn-lt"/>
              </a:rPr>
              <a:t>01. What is Software ?</a:t>
            </a:r>
          </a:p>
        </p:txBody>
      </p:sp>
      <p:sp>
        <p:nvSpPr>
          <p:cNvPr id="27" name="TextBox 7">
            <a:extLst>
              <a:ext uri="{FF2B5EF4-FFF2-40B4-BE49-F238E27FC236}">
                <a16:creationId xmlns:a16="http://schemas.microsoft.com/office/drawing/2014/main" id="{F67A2238-1FD2-4CD6-BB78-E66DDA5EE689}"/>
              </a:ext>
            </a:extLst>
          </p:cNvPr>
          <p:cNvSpPr>
            <a:spLocks noChangeArrowheads="1"/>
          </p:cNvSpPr>
          <p:nvPr/>
        </p:nvSpPr>
        <p:spPr bwMode="auto">
          <a:xfrm>
            <a:off x="323528" y="1347614"/>
            <a:ext cx="8161647" cy="2369880"/>
          </a:xfrm>
          <a:prstGeom prst="rect">
            <a:avLst/>
          </a:prstGeom>
          <a:noFill/>
          <a:ln>
            <a:noFill/>
            <a:headEnd/>
            <a:tailEnd/>
          </a:ln>
          <a:effectLst>
            <a:glow rad="101600">
              <a:srgbClr val="FF0000">
                <a:alpha val="40000"/>
              </a:srgb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342900" indent="-342900">
              <a:buFont typeface="+mj-lt"/>
              <a:buAutoNum type="arabicPeriod"/>
            </a:pPr>
            <a:r>
              <a:rPr lang="en-US" sz="1400" b="1" dirty="0">
                <a:solidFill>
                  <a:srgbClr val="CE7532"/>
                </a:solidFill>
                <a:latin typeface="Calibri" panose="020F0502020204030204" pitchFamily="34" charset="0"/>
                <a:cs typeface="Calibri" panose="020F0502020204030204" pitchFamily="34" charset="0"/>
              </a:rPr>
              <a:t>Definition</a:t>
            </a:r>
            <a:r>
              <a:rPr lang="en-US" sz="1400" dirty="0">
                <a:solidFill>
                  <a:srgbClr val="CE7532"/>
                </a:solidFill>
                <a:latin typeface="Calibri" panose="020F0502020204030204" pitchFamily="34" charset="0"/>
                <a:cs typeface="Calibri" panose="020F0502020204030204" pitchFamily="34" charset="0"/>
              </a:rPr>
              <a:t> </a:t>
            </a:r>
            <a:r>
              <a:rPr lang="en-US" sz="1400" dirty="0">
                <a:solidFill>
                  <a:srgbClr val="F29000"/>
                </a:solidFill>
                <a:latin typeface="Calibri" panose="020F0502020204030204" pitchFamily="34" charset="0"/>
                <a:cs typeface="Calibri" panose="020F0502020204030204" pitchFamily="34" charset="0"/>
              </a:rPr>
              <a:t>:-</a:t>
            </a:r>
            <a:r>
              <a:rPr lang="en-US" sz="1400" dirty="0">
                <a:solidFill>
                  <a:schemeClr val="accent3">
                    <a:lumMod val="50000"/>
                  </a:schemeClr>
                </a:solidFill>
                <a:latin typeface="Calibri" panose="020F0502020204030204" pitchFamily="34" charset="0"/>
                <a:cs typeface="Calibri" panose="020F0502020204030204" pitchFamily="34" charset="0"/>
              </a:rPr>
              <a:t> Software is a set of instructions that tell a computer how to do different tasks.</a:t>
            </a:r>
          </a:p>
          <a:p>
            <a:pPr marL="342900" indent="-342900">
              <a:buFont typeface="+mj-lt"/>
              <a:buAutoNum type="arabicPeriod"/>
            </a:pPr>
            <a:r>
              <a:rPr lang="en-US" sz="1400" dirty="0">
                <a:solidFill>
                  <a:schemeClr val="accent3">
                    <a:lumMod val="50000"/>
                  </a:schemeClr>
                </a:solidFill>
                <a:latin typeface="Calibri" panose="020F0502020204030204" pitchFamily="34" charset="0"/>
                <a:cs typeface="Calibri" panose="020F0502020204030204" pitchFamily="34" charset="0"/>
              </a:rPr>
              <a:t>In simple terms, software is the invisible part of a computer that tells it what to do, like playing a game or writing a document.</a:t>
            </a:r>
          </a:p>
          <a:p>
            <a:pPr marL="342900" indent="-342900">
              <a:buFont typeface="+mj-lt"/>
              <a:buAutoNum type="arabicPeriod"/>
            </a:pPr>
            <a:r>
              <a:rPr lang="en-US" sz="1400" dirty="0">
                <a:solidFill>
                  <a:schemeClr val="accent3">
                    <a:lumMod val="50000"/>
                  </a:schemeClr>
                </a:solidFill>
                <a:latin typeface="Calibri" panose="020F0502020204030204" pitchFamily="34" charset="0"/>
                <a:cs typeface="Calibri" panose="020F0502020204030204" pitchFamily="34" charset="0"/>
              </a:rPr>
              <a:t>Unlike hardware, it is the part of the computer you can touch, like the keyboard and screen.</a:t>
            </a:r>
          </a:p>
          <a:p>
            <a:pPr marL="342900" indent="-342900">
              <a:buFont typeface="+mj-lt"/>
              <a:buAutoNum type="arabicPeriod"/>
            </a:pPr>
            <a:r>
              <a:rPr lang="en-US" sz="1400" b="1" dirty="0">
                <a:solidFill>
                  <a:schemeClr val="accent3">
                    <a:lumMod val="50000"/>
                  </a:schemeClr>
                </a:solidFill>
                <a:latin typeface="Calibri" panose="020F0502020204030204" pitchFamily="34" charset="0"/>
                <a:cs typeface="Calibri" panose="020F0502020204030204" pitchFamily="34" charset="0"/>
              </a:rPr>
              <a:t>Easy Comparison</a:t>
            </a:r>
            <a:r>
              <a:rPr lang="en-US" sz="1400" dirty="0">
                <a:solidFill>
                  <a:schemeClr val="accent3">
                    <a:lumMod val="50000"/>
                  </a:schemeClr>
                </a:solidFill>
                <a:latin typeface="Calibri" panose="020F0502020204030204" pitchFamily="34" charset="0"/>
                <a:cs typeface="Calibri" panose="020F0502020204030204" pitchFamily="34" charset="0"/>
              </a:rPr>
              <a:t>:</a:t>
            </a:r>
          </a:p>
          <a:p>
            <a:pPr marL="1200150" lvl="2" indent="-285750">
              <a:buFont typeface="Arial" panose="020B0604020202020204" pitchFamily="34" charset="0"/>
              <a:buChar char="•"/>
            </a:pPr>
            <a:r>
              <a:rPr lang="en-US" sz="1400" b="1" dirty="0">
                <a:solidFill>
                  <a:schemeClr val="accent3">
                    <a:lumMod val="50000"/>
                  </a:schemeClr>
                </a:solidFill>
                <a:latin typeface="Calibri" panose="020F0502020204030204" pitchFamily="34" charset="0"/>
                <a:cs typeface="Calibri" panose="020F0502020204030204" pitchFamily="34" charset="0"/>
              </a:rPr>
              <a:t>Hardware</a:t>
            </a:r>
            <a:r>
              <a:rPr lang="en-US" sz="1400" dirty="0">
                <a:solidFill>
                  <a:schemeClr val="accent3">
                    <a:lumMod val="50000"/>
                  </a:schemeClr>
                </a:solidFill>
                <a:latin typeface="Calibri" panose="020F0502020204030204" pitchFamily="34" charset="0"/>
                <a:cs typeface="Calibri" panose="020F0502020204030204" pitchFamily="34" charset="0"/>
              </a:rPr>
              <a:t>: A smartphone's screen, buttons, battery, and camera.</a:t>
            </a:r>
          </a:p>
          <a:p>
            <a:pPr marL="1200150" lvl="2" indent="-285750">
              <a:buFont typeface="Arial" panose="020B0604020202020204" pitchFamily="34" charset="0"/>
              <a:buChar char="•"/>
            </a:pPr>
            <a:r>
              <a:rPr lang="en-US" sz="1400" b="1" dirty="0">
                <a:solidFill>
                  <a:schemeClr val="accent3">
                    <a:lumMod val="50000"/>
                  </a:schemeClr>
                </a:solidFill>
                <a:latin typeface="Calibri" panose="020F0502020204030204" pitchFamily="34" charset="0"/>
                <a:cs typeface="Calibri" panose="020F0502020204030204" pitchFamily="34" charset="0"/>
              </a:rPr>
              <a:t>Software: </a:t>
            </a:r>
            <a:r>
              <a:rPr lang="en-US" sz="1400" dirty="0">
                <a:solidFill>
                  <a:schemeClr val="accent3">
                    <a:lumMod val="50000"/>
                  </a:schemeClr>
                </a:solidFill>
                <a:latin typeface="Calibri" panose="020F0502020204030204" pitchFamily="34" charset="0"/>
                <a:cs typeface="Calibri" panose="020F0502020204030204" pitchFamily="34" charset="0"/>
              </a:rPr>
              <a:t>The apps like WhatsApp or Instagram on your phone.</a:t>
            </a:r>
          </a:p>
          <a:p>
            <a:pPr marL="1200150" lvl="2" indent="-285750">
              <a:buFont typeface="Arial" panose="020B0604020202020204" pitchFamily="34" charset="0"/>
              <a:buChar char="•"/>
            </a:pPr>
            <a:r>
              <a:rPr lang="en-US" sz="1400" b="1" dirty="0">
                <a:solidFill>
                  <a:schemeClr val="accent3">
                    <a:lumMod val="50000"/>
                  </a:schemeClr>
                </a:solidFill>
                <a:latin typeface="Calibri" panose="020F0502020204030204" pitchFamily="34" charset="0"/>
                <a:cs typeface="Calibri" panose="020F0502020204030204" pitchFamily="34" charset="0"/>
              </a:rPr>
              <a:t>Hardware: </a:t>
            </a:r>
            <a:r>
              <a:rPr lang="en-US" sz="1400" dirty="0">
                <a:solidFill>
                  <a:schemeClr val="accent3">
                    <a:lumMod val="50000"/>
                  </a:schemeClr>
                </a:solidFill>
                <a:latin typeface="Calibri" panose="020F0502020204030204" pitchFamily="34" charset="0"/>
                <a:cs typeface="Calibri" panose="020F0502020204030204" pitchFamily="34" charset="0"/>
              </a:rPr>
              <a:t>The physical ATM machine at a bank.</a:t>
            </a:r>
          </a:p>
          <a:p>
            <a:pPr marL="1200150" lvl="2" indent="-285750">
              <a:buFont typeface="Arial" panose="020B0604020202020204" pitchFamily="34" charset="0"/>
              <a:buChar char="•"/>
            </a:pPr>
            <a:r>
              <a:rPr lang="en-US" sz="1400" b="1" dirty="0">
                <a:solidFill>
                  <a:schemeClr val="accent3">
                    <a:lumMod val="50000"/>
                  </a:schemeClr>
                </a:solidFill>
                <a:latin typeface="Calibri" panose="020F0502020204030204" pitchFamily="34" charset="0"/>
                <a:cs typeface="Calibri" panose="020F0502020204030204" pitchFamily="34" charset="0"/>
              </a:rPr>
              <a:t>Software: </a:t>
            </a:r>
            <a:r>
              <a:rPr lang="en-US" sz="1400" dirty="0">
                <a:solidFill>
                  <a:schemeClr val="accent3">
                    <a:lumMod val="50000"/>
                  </a:schemeClr>
                </a:solidFill>
                <a:latin typeface="Calibri" panose="020F0502020204030204" pitchFamily="34" charset="0"/>
                <a:cs typeface="Calibri" panose="020F0502020204030204" pitchFamily="34" charset="0"/>
              </a:rPr>
              <a:t> The program running inside the ATM that lets you withdraw money or check your balance.</a:t>
            </a:r>
            <a:endParaRPr lang="en-US" sz="1400" dirty="0">
              <a:solidFill>
                <a:srgbClr val="1474AC"/>
              </a:solidFill>
              <a:latin typeface="Calibri" panose="020F0502020204030204" pitchFamily="34" charset="0"/>
              <a:cs typeface="Calibri" panose="020F0502020204030204" pitchFamily="34" charset="0"/>
            </a:endParaRPr>
          </a:p>
          <a:p>
            <a:pPr marL="342900" indent="-342900" algn="just">
              <a:buFont typeface="+mj-lt"/>
              <a:buAutoNum type="arabicPeriod"/>
            </a:pPr>
            <a:endParaRPr lang="zh-CN" altLang="en-US" sz="1400" dirty="0">
              <a:solidFill>
                <a:srgbClr val="1474AC"/>
              </a:solidFill>
              <a:latin typeface="Calibri" panose="020F0502020204030204" pitchFamily="34" charset="0"/>
              <a:cs typeface="Calibri" panose="020F0502020204030204" pitchFamily="34" charset="0"/>
              <a:sym typeface="+mn-lt"/>
            </a:endParaRPr>
          </a:p>
        </p:txBody>
      </p:sp>
    </p:spTree>
    <p:custDataLst>
      <p:tags r:id="rId1"/>
    </p:custDataLst>
    <p:extLst>
      <p:ext uri="{BB962C8B-B14F-4D97-AF65-F5344CB8AC3E}">
        <p14:creationId xmlns:p14="http://schemas.microsoft.com/office/powerpoint/2010/main" val="24146880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nodeType="clickEffect">
                                  <p:stCondLst>
                                    <p:cond delay="0"/>
                                  </p:stCondLst>
                                  <p:childTnLst>
                                    <p:set>
                                      <p:cBhvr>
                                        <p:cTn id="14" dur="1" fill="hold">
                                          <p:stCondLst>
                                            <p:cond delay="0"/>
                                          </p:stCondLst>
                                        </p:cTn>
                                        <p:tgtEl>
                                          <p:spTgt spid="70"/>
                                        </p:tgtEl>
                                        <p:attrNameLst>
                                          <p:attrName>style.visibility</p:attrName>
                                        </p:attrNameLst>
                                      </p:cBhvr>
                                      <p:to>
                                        <p:strVal val="visible"/>
                                      </p:to>
                                    </p:set>
                                    <p:anim calcmode="lin" valueType="num">
                                      <p:cBhvr>
                                        <p:cTn id="15" dur="500" fill="hold"/>
                                        <p:tgtEl>
                                          <p:spTgt spid="70"/>
                                        </p:tgtEl>
                                        <p:attrNameLst>
                                          <p:attrName>ppt_w</p:attrName>
                                        </p:attrNameLst>
                                      </p:cBhvr>
                                      <p:tavLst>
                                        <p:tav tm="0">
                                          <p:val>
                                            <p:fltVal val="0"/>
                                          </p:val>
                                        </p:tav>
                                        <p:tav tm="100000">
                                          <p:val>
                                            <p:strVal val="#ppt_w"/>
                                          </p:val>
                                        </p:tav>
                                      </p:tavLst>
                                    </p:anim>
                                    <p:anim calcmode="lin" valueType="num">
                                      <p:cBhvr>
                                        <p:cTn id="16" dur="500" fill="hold"/>
                                        <p:tgtEl>
                                          <p:spTgt spid="70"/>
                                        </p:tgtEl>
                                        <p:attrNameLst>
                                          <p:attrName>ppt_h</p:attrName>
                                        </p:attrNameLst>
                                      </p:cBhvr>
                                      <p:tavLst>
                                        <p:tav tm="0">
                                          <p:val>
                                            <p:fltVal val="0"/>
                                          </p:val>
                                        </p:tav>
                                        <p:tav tm="100000">
                                          <p:val>
                                            <p:strVal val="#ppt_h"/>
                                          </p:val>
                                        </p:tav>
                                      </p:tavLst>
                                    </p:anim>
                                    <p:anim calcmode="lin" valueType="num">
                                      <p:cBhvr>
                                        <p:cTn id="17" dur="500" fill="hold"/>
                                        <p:tgtEl>
                                          <p:spTgt spid="70"/>
                                        </p:tgtEl>
                                        <p:attrNameLst>
                                          <p:attrName>style.rotation</p:attrName>
                                        </p:attrNameLst>
                                      </p:cBhvr>
                                      <p:tavLst>
                                        <p:tav tm="0">
                                          <p:val>
                                            <p:fltVal val="360"/>
                                          </p:val>
                                        </p:tav>
                                        <p:tav tm="100000">
                                          <p:val>
                                            <p:fltVal val="0"/>
                                          </p:val>
                                        </p:tav>
                                      </p:tavLst>
                                    </p:anim>
                                    <p:animEffect transition="in" filter="fade">
                                      <p:cBhvr>
                                        <p:cTn id="18" dur="500"/>
                                        <p:tgtEl>
                                          <p:spTgt spid="70"/>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nodeType="clickEffect">
                                  <p:stCondLst>
                                    <p:cond delay="0"/>
                                  </p:stCondLst>
                                  <p:childTnLst>
                                    <p:set>
                                      <p:cBhvr>
                                        <p:cTn id="22" dur="1" fill="hold">
                                          <p:stCondLst>
                                            <p:cond delay="0"/>
                                          </p:stCondLst>
                                        </p:cTn>
                                        <p:tgtEl>
                                          <p:spTgt spid="140">
                                            <p:txEl>
                                              <p:pRg st="0" end="0"/>
                                            </p:txEl>
                                          </p:spTgt>
                                        </p:tgtEl>
                                        <p:attrNameLst>
                                          <p:attrName>style.visibility</p:attrName>
                                        </p:attrNameLst>
                                      </p:cBhvr>
                                      <p:to>
                                        <p:strVal val="visible"/>
                                      </p:to>
                                    </p:set>
                                    <p:anim calcmode="lin" valueType="num">
                                      <p:cBhvr>
                                        <p:cTn id="23" dur="500" fill="hold"/>
                                        <p:tgtEl>
                                          <p:spTgt spid="140">
                                            <p:txEl>
                                              <p:pRg st="0" end="0"/>
                                            </p:txEl>
                                          </p:spTgt>
                                        </p:tgtEl>
                                        <p:attrNameLst>
                                          <p:attrName>ppt_w</p:attrName>
                                        </p:attrNameLst>
                                      </p:cBhvr>
                                      <p:tavLst>
                                        <p:tav tm="0">
                                          <p:val>
                                            <p:fltVal val="0"/>
                                          </p:val>
                                        </p:tav>
                                        <p:tav tm="100000">
                                          <p:val>
                                            <p:strVal val="#ppt_w"/>
                                          </p:val>
                                        </p:tav>
                                      </p:tavLst>
                                    </p:anim>
                                    <p:anim calcmode="lin" valueType="num">
                                      <p:cBhvr>
                                        <p:cTn id="24" dur="500" fill="hold"/>
                                        <p:tgtEl>
                                          <p:spTgt spid="140">
                                            <p:txEl>
                                              <p:pRg st="0" end="0"/>
                                            </p:txEl>
                                          </p:spTgt>
                                        </p:tgtEl>
                                        <p:attrNameLst>
                                          <p:attrName>ppt_h</p:attrName>
                                        </p:attrNameLst>
                                      </p:cBhvr>
                                      <p:tavLst>
                                        <p:tav tm="0">
                                          <p:val>
                                            <p:fltVal val="0"/>
                                          </p:val>
                                        </p:tav>
                                        <p:tav tm="100000">
                                          <p:val>
                                            <p:strVal val="#ppt_h"/>
                                          </p:val>
                                        </p:tav>
                                      </p:tavLst>
                                    </p:anim>
                                    <p:animEffect transition="in" filter="fade">
                                      <p:cBhvr>
                                        <p:cTn id="25" dur="500"/>
                                        <p:tgtEl>
                                          <p:spTgt spid="140">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nodeType="clickEffect">
                                  <p:stCondLst>
                                    <p:cond delay="0"/>
                                  </p:stCondLst>
                                  <p:childTnLst>
                                    <p:set>
                                      <p:cBhvr>
                                        <p:cTn id="29" dur="1" fill="hold">
                                          <p:stCondLst>
                                            <p:cond delay="0"/>
                                          </p:stCondLst>
                                        </p:cTn>
                                        <p:tgtEl>
                                          <p:spTgt spid="27">
                                            <p:txEl>
                                              <p:pRg st="0" end="0"/>
                                            </p:txEl>
                                          </p:spTgt>
                                        </p:tgtEl>
                                        <p:attrNameLst>
                                          <p:attrName>style.visibility</p:attrName>
                                        </p:attrNameLst>
                                      </p:cBhvr>
                                      <p:to>
                                        <p:strVal val="visible"/>
                                      </p:to>
                                    </p:set>
                                    <p:anim calcmode="lin" valueType="num">
                                      <p:cBhvr>
                                        <p:cTn id="30" dur="500" fill="hold"/>
                                        <p:tgtEl>
                                          <p:spTgt spid="27">
                                            <p:txEl>
                                              <p:pRg st="0" end="0"/>
                                            </p:txEl>
                                          </p:spTgt>
                                        </p:tgtEl>
                                        <p:attrNameLst>
                                          <p:attrName>ppt_w</p:attrName>
                                        </p:attrNameLst>
                                      </p:cBhvr>
                                      <p:tavLst>
                                        <p:tav tm="0">
                                          <p:val>
                                            <p:fltVal val="0"/>
                                          </p:val>
                                        </p:tav>
                                        <p:tav tm="100000">
                                          <p:val>
                                            <p:strVal val="#ppt_w"/>
                                          </p:val>
                                        </p:tav>
                                      </p:tavLst>
                                    </p:anim>
                                    <p:anim calcmode="lin" valueType="num">
                                      <p:cBhvr>
                                        <p:cTn id="31" dur="500" fill="hold"/>
                                        <p:tgtEl>
                                          <p:spTgt spid="27">
                                            <p:txEl>
                                              <p:pRg st="0" end="0"/>
                                            </p:txEl>
                                          </p:spTgt>
                                        </p:tgtEl>
                                        <p:attrNameLst>
                                          <p:attrName>ppt_h</p:attrName>
                                        </p:attrNameLst>
                                      </p:cBhvr>
                                      <p:tavLst>
                                        <p:tav tm="0">
                                          <p:val>
                                            <p:fltVal val="0"/>
                                          </p:val>
                                        </p:tav>
                                        <p:tav tm="100000">
                                          <p:val>
                                            <p:strVal val="#ppt_h"/>
                                          </p:val>
                                        </p:tav>
                                      </p:tavLst>
                                    </p:anim>
                                    <p:animEffect transition="in" filter="fade">
                                      <p:cBhvr>
                                        <p:cTn id="32" dur="500"/>
                                        <p:tgtEl>
                                          <p:spTgt spid="2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nodeType="clickEffect">
                                  <p:stCondLst>
                                    <p:cond delay="0"/>
                                  </p:stCondLst>
                                  <p:childTnLst>
                                    <p:set>
                                      <p:cBhvr>
                                        <p:cTn id="36" dur="1" fill="hold">
                                          <p:stCondLst>
                                            <p:cond delay="0"/>
                                          </p:stCondLst>
                                        </p:cTn>
                                        <p:tgtEl>
                                          <p:spTgt spid="27">
                                            <p:txEl>
                                              <p:pRg st="1" end="1"/>
                                            </p:txEl>
                                          </p:spTgt>
                                        </p:tgtEl>
                                        <p:attrNameLst>
                                          <p:attrName>style.visibility</p:attrName>
                                        </p:attrNameLst>
                                      </p:cBhvr>
                                      <p:to>
                                        <p:strVal val="visible"/>
                                      </p:to>
                                    </p:set>
                                    <p:anim calcmode="lin" valueType="num">
                                      <p:cBhvr>
                                        <p:cTn id="37" dur="500" fill="hold"/>
                                        <p:tgtEl>
                                          <p:spTgt spid="27">
                                            <p:txEl>
                                              <p:pRg st="1" end="1"/>
                                            </p:txEl>
                                          </p:spTgt>
                                        </p:tgtEl>
                                        <p:attrNameLst>
                                          <p:attrName>ppt_w</p:attrName>
                                        </p:attrNameLst>
                                      </p:cBhvr>
                                      <p:tavLst>
                                        <p:tav tm="0">
                                          <p:val>
                                            <p:fltVal val="0"/>
                                          </p:val>
                                        </p:tav>
                                        <p:tav tm="100000">
                                          <p:val>
                                            <p:strVal val="#ppt_w"/>
                                          </p:val>
                                        </p:tav>
                                      </p:tavLst>
                                    </p:anim>
                                    <p:anim calcmode="lin" valueType="num">
                                      <p:cBhvr>
                                        <p:cTn id="38" dur="500" fill="hold"/>
                                        <p:tgtEl>
                                          <p:spTgt spid="27">
                                            <p:txEl>
                                              <p:pRg st="1" end="1"/>
                                            </p:txEl>
                                          </p:spTgt>
                                        </p:tgtEl>
                                        <p:attrNameLst>
                                          <p:attrName>ppt_h</p:attrName>
                                        </p:attrNameLst>
                                      </p:cBhvr>
                                      <p:tavLst>
                                        <p:tav tm="0">
                                          <p:val>
                                            <p:fltVal val="0"/>
                                          </p:val>
                                        </p:tav>
                                        <p:tav tm="100000">
                                          <p:val>
                                            <p:strVal val="#ppt_h"/>
                                          </p:val>
                                        </p:tav>
                                      </p:tavLst>
                                    </p:anim>
                                    <p:animEffect transition="in" filter="fade">
                                      <p:cBhvr>
                                        <p:cTn id="39" dur="500"/>
                                        <p:tgtEl>
                                          <p:spTgt spid="27">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nodeType="clickEffect">
                                  <p:stCondLst>
                                    <p:cond delay="0"/>
                                  </p:stCondLst>
                                  <p:childTnLst>
                                    <p:set>
                                      <p:cBhvr>
                                        <p:cTn id="43" dur="1" fill="hold">
                                          <p:stCondLst>
                                            <p:cond delay="0"/>
                                          </p:stCondLst>
                                        </p:cTn>
                                        <p:tgtEl>
                                          <p:spTgt spid="27">
                                            <p:txEl>
                                              <p:pRg st="2" end="2"/>
                                            </p:txEl>
                                          </p:spTgt>
                                        </p:tgtEl>
                                        <p:attrNameLst>
                                          <p:attrName>style.visibility</p:attrName>
                                        </p:attrNameLst>
                                      </p:cBhvr>
                                      <p:to>
                                        <p:strVal val="visible"/>
                                      </p:to>
                                    </p:set>
                                    <p:anim calcmode="lin" valueType="num">
                                      <p:cBhvr>
                                        <p:cTn id="44" dur="500" fill="hold"/>
                                        <p:tgtEl>
                                          <p:spTgt spid="27">
                                            <p:txEl>
                                              <p:pRg st="2" end="2"/>
                                            </p:txEl>
                                          </p:spTgt>
                                        </p:tgtEl>
                                        <p:attrNameLst>
                                          <p:attrName>ppt_w</p:attrName>
                                        </p:attrNameLst>
                                      </p:cBhvr>
                                      <p:tavLst>
                                        <p:tav tm="0">
                                          <p:val>
                                            <p:fltVal val="0"/>
                                          </p:val>
                                        </p:tav>
                                        <p:tav tm="100000">
                                          <p:val>
                                            <p:strVal val="#ppt_w"/>
                                          </p:val>
                                        </p:tav>
                                      </p:tavLst>
                                    </p:anim>
                                    <p:anim calcmode="lin" valueType="num">
                                      <p:cBhvr>
                                        <p:cTn id="45" dur="500" fill="hold"/>
                                        <p:tgtEl>
                                          <p:spTgt spid="27">
                                            <p:txEl>
                                              <p:pRg st="2" end="2"/>
                                            </p:txEl>
                                          </p:spTgt>
                                        </p:tgtEl>
                                        <p:attrNameLst>
                                          <p:attrName>ppt_h</p:attrName>
                                        </p:attrNameLst>
                                      </p:cBhvr>
                                      <p:tavLst>
                                        <p:tav tm="0">
                                          <p:val>
                                            <p:fltVal val="0"/>
                                          </p:val>
                                        </p:tav>
                                        <p:tav tm="100000">
                                          <p:val>
                                            <p:strVal val="#ppt_h"/>
                                          </p:val>
                                        </p:tav>
                                      </p:tavLst>
                                    </p:anim>
                                    <p:animEffect transition="in" filter="fade">
                                      <p:cBhvr>
                                        <p:cTn id="46" dur="500"/>
                                        <p:tgtEl>
                                          <p:spTgt spid="27">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nodeType="clickEffect">
                                  <p:stCondLst>
                                    <p:cond delay="0"/>
                                  </p:stCondLst>
                                  <p:childTnLst>
                                    <p:set>
                                      <p:cBhvr>
                                        <p:cTn id="50" dur="1" fill="hold">
                                          <p:stCondLst>
                                            <p:cond delay="0"/>
                                          </p:stCondLst>
                                        </p:cTn>
                                        <p:tgtEl>
                                          <p:spTgt spid="27">
                                            <p:txEl>
                                              <p:pRg st="3" end="3"/>
                                            </p:txEl>
                                          </p:spTgt>
                                        </p:tgtEl>
                                        <p:attrNameLst>
                                          <p:attrName>style.visibility</p:attrName>
                                        </p:attrNameLst>
                                      </p:cBhvr>
                                      <p:to>
                                        <p:strVal val="visible"/>
                                      </p:to>
                                    </p:set>
                                    <p:anim calcmode="lin" valueType="num">
                                      <p:cBhvr>
                                        <p:cTn id="51" dur="500" fill="hold"/>
                                        <p:tgtEl>
                                          <p:spTgt spid="27">
                                            <p:txEl>
                                              <p:pRg st="3" end="3"/>
                                            </p:txEl>
                                          </p:spTgt>
                                        </p:tgtEl>
                                        <p:attrNameLst>
                                          <p:attrName>ppt_w</p:attrName>
                                        </p:attrNameLst>
                                      </p:cBhvr>
                                      <p:tavLst>
                                        <p:tav tm="0">
                                          <p:val>
                                            <p:fltVal val="0"/>
                                          </p:val>
                                        </p:tav>
                                        <p:tav tm="100000">
                                          <p:val>
                                            <p:strVal val="#ppt_w"/>
                                          </p:val>
                                        </p:tav>
                                      </p:tavLst>
                                    </p:anim>
                                    <p:anim calcmode="lin" valueType="num">
                                      <p:cBhvr>
                                        <p:cTn id="52" dur="500" fill="hold"/>
                                        <p:tgtEl>
                                          <p:spTgt spid="27">
                                            <p:txEl>
                                              <p:pRg st="3" end="3"/>
                                            </p:txEl>
                                          </p:spTgt>
                                        </p:tgtEl>
                                        <p:attrNameLst>
                                          <p:attrName>ppt_h</p:attrName>
                                        </p:attrNameLst>
                                      </p:cBhvr>
                                      <p:tavLst>
                                        <p:tav tm="0">
                                          <p:val>
                                            <p:fltVal val="0"/>
                                          </p:val>
                                        </p:tav>
                                        <p:tav tm="100000">
                                          <p:val>
                                            <p:strVal val="#ppt_h"/>
                                          </p:val>
                                        </p:tav>
                                      </p:tavLst>
                                    </p:anim>
                                    <p:animEffect transition="in" filter="fade">
                                      <p:cBhvr>
                                        <p:cTn id="53" dur="500"/>
                                        <p:tgtEl>
                                          <p:spTgt spid="27">
                                            <p:txEl>
                                              <p:pRg st="3" end="3"/>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53" presetClass="entr" presetSubtype="16" fill="hold" nodeType="clickEffect">
                                  <p:stCondLst>
                                    <p:cond delay="0"/>
                                  </p:stCondLst>
                                  <p:childTnLst>
                                    <p:set>
                                      <p:cBhvr>
                                        <p:cTn id="57" dur="1" fill="hold">
                                          <p:stCondLst>
                                            <p:cond delay="0"/>
                                          </p:stCondLst>
                                        </p:cTn>
                                        <p:tgtEl>
                                          <p:spTgt spid="27">
                                            <p:txEl>
                                              <p:pRg st="4" end="4"/>
                                            </p:txEl>
                                          </p:spTgt>
                                        </p:tgtEl>
                                        <p:attrNameLst>
                                          <p:attrName>style.visibility</p:attrName>
                                        </p:attrNameLst>
                                      </p:cBhvr>
                                      <p:to>
                                        <p:strVal val="visible"/>
                                      </p:to>
                                    </p:set>
                                    <p:anim calcmode="lin" valueType="num">
                                      <p:cBhvr>
                                        <p:cTn id="58" dur="500" fill="hold"/>
                                        <p:tgtEl>
                                          <p:spTgt spid="27">
                                            <p:txEl>
                                              <p:pRg st="4" end="4"/>
                                            </p:txEl>
                                          </p:spTgt>
                                        </p:tgtEl>
                                        <p:attrNameLst>
                                          <p:attrName>ppt_w</p:attrName>
                                        </p:attrNameLst>
                                      </p:cBhvr>
                                      <p:tavLst>
                                        <p:tav tm="0">
                                          <p:val>
                                            <p:fltVal val="0"/>
                                          </p:val>
                                        </p:tav>
                                        <p:tav tm="100000">
                                          <p:val>
                                            <p:strVal val="#ppt_w"/>
                                          </p:val>
                                        </p:tav>
                                      </p:tavLst>
                                    </p:anim>
                                    <p:anim calcmode="lin" valueType="num">
                                      <p:cBhvr>
                                        <p:cTn id="59" dur="500" fill="hold"/>
                                        <p:tgtEl>
                                          <p:spTgt spid="27">
                                            <p:txEl>
                                              <p:pRg st="4" end="4"/>
                                            </p:txEl>
                                          </p:spTgt>
                                        </p:tgtEl>
                                        <p:attrNameLst>
                                          <p:attrName>ppt_h</p:attrName>
                                        </p:attrNameLst>
                                      </p:cBhvr>
                                      <p:tavLst>
                                        <p:tav tm="0">
                                          <p:val>
                                            <p:fltVal val="0"/>
                                          </p:val>
                                        </p:tav>
                                        <p:tav tm="100000">
                                          <p:val>
                                            <p:strVal val="#ppt_h"/>
                                          </p:val>
                                        </p:tav>
                                      </p:tavLst>
                                    </p:anim>
                                    <p:animEffect transition="in" filter="fade">
                                      <p:cBhvr>
                                        <p:cTn id="60" dur="500"/>
                                        <p:tgtEl>
                                          <p:spTgt spid="27">
                                            <p:txEl>
                                              <p:pRg st="4" end="4"/>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nodeType="clickEffect">
                                  <p:stCondLst>
                                    <p:cond delay="0"/>
                                  </p:stCondLst>
                                  <p:childTnLst>
                                    <p:set>
                                      <p:cBhvr>
                                        <p:cTn id="64" dur="1" fill="hold">
                                          <p:stCondLst>
                                            <p:cond delay="0"/>
                                          </p:stCondLst>
                                        </p:cTn>
                                        <p:tgtEl>
                                          <p:spTgt spid="27">
                                            <p:txEl>
                                              <p:pRg st="5" end="5"/>
                                            </p:txEl>
                                          </p:spTgt>
                                        </p:tgtEl>
                                        <p:attrNameLst>
                                          <p:attrName>style.visibility</p:attrName>
                                        </p:attrNameLst>
                                      </p:cBhvr>
                                      <p:to>
                                        <p:strVal val="visible"/>
                                      </p:to>
                                    </p:set>
                                    <p:anim calcmode="lin" valueType="num">
                                      <p:cBhvr>
                                        <p:cTn id="65" dur="500" fill="hold"/>
                                        <p:tgtEl>
                                          <p:spTgt spid="27">
                                            <p:txEl>
                                              <p:pRg st="5" end="5"/>
                                            </p:txEl>
                                          </p:spTgt>
                                        </p:tgtEl>
                                        <p:attrNameLst>
                                          <p:attrName>ppt_w</p:attrName>
                                        </p:attrNameLst>
                                      </p:cBhvr>
                                      <p:tavLst>
                                        <p:tav tm="0">
                                          <p:val>
                                            <p:fltVal val="0"/>
                                          </p:val>
                                        </p:tav>
                                        <p:tav tm="100000">
                                          <p:val>
                                            <p:strVal val="#ppt_w"/>
                                          </p:val>
                                        </p:tav>
                                      </p:tavLst>
                                    </p:anim>
                                    <p:anim calcmode="lin" valueType="num">
                                      <p:cBhvr>
                                        <p:cTn id="66" dur="500" fill="hold"/>
                                        <p:tgtEl>
                                          <p:spTgt spid="27">
                                            <p:txEl>
                                              <p:pRg st="5" end="5"/>
                                            </p:txEl>
                                          </p:spTgt>
                                        </p:tgtEl>
                                        <p:attrNameLst>
                                          <p:attrName>ppt_h</p:attrName>
                                        </p:attrNameLst>
                                      </p:cBhvr>
                                      <p:tavLst>
                                        <p:tav tm="0">
                                          <p:val>
                                            <p:fltVal val="0"/>
                                          </p:val>
                                        </p:tav>
                                        <p:tav tm="100000">
                                          <p:val>
                                            <p:strVal val="#ppt_h"/>
                                          </p:val>
                                        </p:tav>
                                      </p:tavLst>
                                    </p:anim>
                                    <p:animEffect transition="in" filter="fade">
                                      <p:cBhvr>
                                        <p:cTn id="67" dur="500"/>
                                        <p:tgtEl>
                                          <p:spTgt spid="27">
                                            <p:txEl>
                                              <p:pRg st="5" end="5"/>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nodeType="clickEffect">
                                  <p:stCondLst>
                                    <p:cond delay="0"/>
                                  </p:stCondLst>
                                  <p:childTnLst>
                                    <p:set>
                                      <p:cBhvr>
                                        <p:cTn id="71" dur="1" fill="hold">
                                          <p:stCondLst>
                                            <p:cond delay="0"/>
                                          </p:stCondLst>
                                        </p:cTn>
                                        <p:tgtEl>
                                          <p:spTgt spid="27">
                                            <p:txEl>
                                              <p:pRg st="6" end="6"/>
                                            </p:txEl>
                                          </p:spTgt>
                                        </p:tgtEl>
                                        <p:attrNameLst>
                                          <p:attrName>style.visibility</p:attrName>
                                        </p:attrNameLst>
                                      </p:cBhvr>
                                      <p:to>
                                        <p:strVal val="visible"/>
                                      </p:to>
                                    </p:set>
                                    <p:anim calcmode="lin" valueType="num">
                                      <p:cBhvr>
                                        <p:cTn id="72" dur="500" fill="hold"/>
                                        <p:tgtEl>
                                          <p:spTgt spid="27">
                                            <p:txEl>
                                              <p:pRg st="6" end="6"/>
                                            </p:txEl>
                                          </p:spTgt>
                                        </p:tgtEl>
                                        <p:attrNameLst>
                                          <p:attrName>ppt_w</p:attrName>
                                        </p:attrNameLst>
                                      </p:cBhvr>
                                      <p:tavLst>
                                        <p:tav tm="0">
                                          <p:val>
                                            <p:fltVal val="0"/>
                                          </p:val>
                                        </p:tav>
                                        <p:tav tm="100000">
                                          <p:val>
                                            <p:strVal val="#ppt_w"/>
                                          </p:val>
                                        </p:tav>
                                      </p:tavLst>
                                    </p:anim>
                                    <p:anim calcmode="lin" valueType="num">
                                      <p:cBhvr>
                                        <p:cTn id="73" dur="500" fill="hold"/>
                                        <p:tgtEl>
                                          <p:spTgt spid="27">
                                            <p:txEl>
                                              <p:pRg st="6" end="6"/>
                                            </p:txEl>
                                          </p:spTgt>
                                        </p:tgtEl>
                                        <p:attrNameLst>
                                          <p:attrName>ppt_h</p:attrName>
                                        </p:attrNameLst>
                                      </p:cBhvr>
                                      <p:tavLst>
                                        <p:tav tm="0">
                                          <p:val>
                                            <p:fltVal val="0"/>
                                          </p:val>
                                        </p:tav>
                                        <p:tav tm="100000">
                                          <p:val>
                                            <p:strVal val="#ppt_h"/>
                                          </p:val>
                                        </p:tav>
                                      </p:tavLst>
                                    </p:anim>
                                    <p:animEffect transition="in" filter="fade">
                                      <p:cBhvr>
                                        <p:cTn id="74" dur="500"/>
                                        <p:tgtEl>
                                          <p:spTgt spid="27">
                                            <p:txEl>
                                              <p:pRg st="6" end="6"/>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nodeType="clickEffect">
                                  <p:stCondLst>
                                    <p:cond delay="0"/>
                                  </p:stCondLst>
                                  <p:childTnLst>
                                    <p:set>
                                      <p:cBhvr>
                                        <p:cTn id="78" dur="1" fill="hold">
                                          <p:stCondLst>
                                            <p:cond delay="0"/>
                                          </p:stCondLst>
                                        </p:cTn>
                                        <p:tgtEl>
                                          <p:spTgt spid="27">
                                            <p:txEl>
                                              <p:pRg st="7" end="7"/>
                                            </p:txEl>
                                          </p:spTgt>
                                        </p:tgtEl>
                                        <p:attrNameLst>
                                          <p:attrName>style.visibility</p:attrName>
                                        </p:attrNameLst>
                                      </p:cBhvr>
                                      <p:to>
                                        <p:strVal val="visible"/>
                                      </p:to>
                                    </p:set>
                                    <p:anim calcmode="lin" valueType="num">
                                      <p:cBhvr>
                                        <p:cTn id="79" dur="500" fill="hold"/>
                                        <p:tgtEl>
                                          <p:spTgt spid="27">
                                            <p:txEl>
                                              <p:pRg st="7" end="7"/>
                                            </p:txEl>
                                          </p:spTgt>
                                        </p:tgtEl>
                                        <p:attrNameLst>
                                          <p:attrName>ppt_w</p:attrName>
                                        </p:attrNameLst>
                                      </p:cBhvr>
                                      <p:tavLst>
                                        <p:tav tm="0">
                                          <p:val>
                                            <p:fltVal val="0"/>
                                          </p:val>
                                        </p:tav>
                                        <p:tav tm="100000">
                                          <p:val>
                                            <p:strVal val="#ppt_w"/>
                                          </p:val>
                                        </p:tav>
                                      </p:tavLst>
                                    </p:anim>
                                    <p:anim calcmode="lin" valueType="num">
                                      <p:cBhvr>
                                        <p:cTn id="80" dur="500" fill="hold"/>
                                        <p:tgtEl>
                                          <p:spTgt spid="27">
                                            <p:txEl>
                                              <p:pRg st="7" end="7"/>
                                            </p:txEl>
                                          </p:spTgt>
                                        </p:tgtEl>
                                        <p:attrNameLst>
                                          <p:attrName>ppt_h</p:attrName>
                                        </p:attrNameLst>
                                      </p:cBhvr>
                                      <p:tavLst>
                                        <p:tav tm="0">
                                          <p:val>
                                            <p:fltVal val="0"/>
                                          </p:val>
                                        </p:tav>
                                        <p:tav tm="100000">
                                          <p:val>
                                            <p:strVal val="#ppt_h"/>
                                          </p:val>
                                        </p:tav>
                                      </p:tavLst>
                                    </p:anim>
                                    <p:animEffect transition="in" filter="fade">
                                      <p:cBhvr>
                                        <p:cTn id="81" dur="500"/>
                                        <p:tgtEl>
                                          <p:spTgt spid="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1170979" flipH="1">
            <a:off x="3621645" y="971202"/>
            <a:ext cx="1900710" cy="1614432"/>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sp>
        <p:nvSpPr>
          <p:cNvPr id="15" name="矩形 14"/>
          <p:cNvSpPr/>
          <p:nvPr/>
        </p:nvSpPr>
        <p:spPr>
          <a:xfrm>
            <a:off x="3819113" y="1588083"/>
            <a:ext cx="1400960" cy="78168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8" name="图片 17"/>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5154763" y="1767842"/>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5">
            <a:extLst>
              <a:ext uri="{FF2B5EF4-FFF2-40B4-BE49-F238E27FC236}">
                <a16:creationId xmlns:a16="http://schemas.microsoft.com/office/drawing/2014/main" id="{9F044F43-439E-4EDE-8077-0D10A68BF276}"/>
              </a:ext>
            </a:extLst>
          </p:cNvPr>
          <p:cNvSpPr txBox="1"/>
          <p:nvPr/>
        </p:nvSpPr>
        <p:spPr>
          <a:xfrm>
            <a:off x="4189096" y="1619192"/>
            <a:ext cx="1157064" cy="71946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a:normAutofit fontScale="92500" lnSpcReduction="10000"/>
          </a:bodyPr>
          <a:lstStyle/>
          <a:p>
            <a:r>
              <a:rPr lang="en-US" altLang="zh-CN" sz="5400" b="1" dirty="0">
                <a:solidFill>
                  <a:schemeClr val="bg1"/>
                </a:solidFill>
                <a:latin typeface="+mn-lt"/>
                <a:ea typeface="+mn-ea"/>
                <a:cs typeface="+mn-ea"/>
                <a:sym typeface="+mn-lt"/>
              </a:rPr>
              <a:t>02</a:t>
            </a:r>
            <a:endParaRPr lang="en-US" altLang="zh-CN" sz="3200" b="1" dirty="0">
              <a:solidFill>
                <a:schemeClr val="bg1"/>
              </a:solidFill>
              <a:latin typeface="+mn-lt"/>
              <a:ea typeface="+mn-ea"/>
              <a:cs typeface="+mn-ea"/>
              <a:sym typeface="+mn-lt"/>
            </a:endParaRPr>
          </a:p>
        </p:txBody>
      </p:sp>
      <p:sp>
        <p:nvSpPr>
          <p:cNvPr id="8" name="TextBox 7">
            <a:extLst>
              <a:ext uri="{FF2B5EF4-FFF2-40B4-BE49-F238E27FC236}">
                <a16:creationId xmlns:a16="http://schemas.microsoft.com/office/drawing/2014/main" id="{F67A2238-1FD2-4CD6-BB78-E66DDA5EE689}"/>
              </a:ext>
            </a:extLst>
          </p:cNvPr>
          <p:cNvSpPr>
            <a:spLocks noChangeArrowheads="1"/>
          </p:cNvSpPr>
          <p:nvPr/>
        </p:nvSpPr>
        <p:spPr bwMode="auto">
          <a:xfrm>
            <a:off x="1907704" y="2842013"/>
            <a:ext cx="5337119" cy="723916"/>
          </a:xfrm>
          <a:prstGeom prst="rect">
            <a:avLst/>
          </a:prstGeom>
          <a:noFill/>
          <a:ln>
            <a:noFill/>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algn="ctr">
              <a:lnSpc>
                <a:spcPct val="150000"/>
              </a:lnSpc>
            </a:pPr>
            <a:r>
              <a:rPr lang="en-US" altLang="zh-CN" sz="3600" b="1" dirty="0">
                <a:solidFill>
                  <a:srgbClr val="CE7532"/>
                </a:solidFill>
                <a:cs typeface="Calibri" panose="020F0502020204030204" pitchFamily="34" charset="0"/>
                <a:sym typeface="+mn-lt"/>
              </a:rPr>
              <a:t>Types of Software</a:t>
            </a:r>
          </a:p>
        </p:txBody>
      </p:sp>
    </p:spTree>
    <p:custDataLst>
      <p:tags r:id="rId1"/>
    </p:custDataLst>
    <p:extLst>
      <p:ext uri="{BB962C8B-B14F-4D97-AF65-F5344CB8AC3E}">
        <p14:creationId xmlns:p14="http://schemas.microsoft.com/office/powerpoint/2010/main" val="13015412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1281">
        <p15:prstTrans prst="pageCurlDoub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 calcmode="lin" valueType="num">
                                      <p:cBhvr>
                                        <p:cTn id="14" dur="500" fill="hold"/>
                                        <p:tgtEl>
                                          <p:spTgt spid="18"/>
                                        </p:tgtEl>
                                        <p:attrNameLst>
                                          <p:attrName>style.rotation</p:attrName>
                                        </p:attrNameLst>
                                      </p:cBhvr>
                                      <p:tavLst>
                                        <p:tav tm="0">
                                          <p:val>
                                            <p:fltVal val="360"/>
                                          </p:val>
                                        </p:tav>
                                        <p:tav tm="100000">
                                          <p:val>
                                            <p:fltVal val="0"/>
                                          </p:val>
                                        </p:tav>
                                      </p:tavLst>
                                    </p:anim>
                                    <p:animEffect transition="in" filter="fade">
                                      <p:cBhvr>
                                        <p:cTn id="15" dur="500"/>
                                        <p:tgtEl>
                                          <p:spTgt spid="18"/>
                                        </p:tgtEl>
                                      </p:cBhvr>
                                    </p:animEffect>
                                  </p:childTnLst>
                                </p:cTn>
                              </p:par>
                              <p:par>
                                <p:cTn id="16" presetID="49" presetClass="entr" presetSubtype="0" decel="10000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ppt_w</p:attrName>
                                        </p:attrNameLst>
                                      </p:cBhvr>
                                      <p:tavLst>
                                        <p:tav tm="0">
                                          <p:val>
                                            <p:fltVal val="0"/>
                                          </p:val>
                                        </p:tav>
                                        <p:tav tm="100000">
                                          <p:val>
                                            <p:strVal val="#ppt_w"/>
                                          </p:val>
                                        </p:tav>
                                      </p:tavLst>
                                    </p:anim>
                                    <p:anim calcmode="lin" valueType="num">
                                      <p:cBhvr>
                                        <p:cTn id="19" dur="500" fill="hold"/>
                                        <p:tgtEl>
                                          <p:spTgt spid="13"/>
                                        </p:tgtEl>
                                        <p:attrNameLst>
                                          <p:attrName>ppt_h</p:attrName>
                                        </p:attrNameLst>
                                      </p:cBhvr>
                                      <p:tavLst>
                                        <p:tav tm="0">
                                          <p:val>
                                            <p:fltVal val="0"/>
                                          </p:val>
                                        </p:tav>
                                        <p:tav tm="100000">
                                          <p:val>
                                            <p:strVal val="#ppt_h"/>
                                          </p:val>
                                        </p:tav>
                                      </p:tavLst>
                                    </p:anim>
                                    <p:anim calcmode="lin" valueType="num">
                                      <p:cBhvr>
                                        <p:cTn id="20" dur="500" fill="hold"/>
                                        <p:tgtEl>
                                          <p:spTgt spid="13"/>
                                        </p:tgtEl>
                                        <p:attrNameLst>
                                          <p:attrName>style.rotation</p:attrName>
                                        </p:attrNameLst>
                                      </p:cBhvr>
                                      <p:tavLst>
                                        <p:tav tm="0">
                                          <p:val>
                                            <p:fltVal val="360"/>
                                          </p:val>
                                        </p:tav>
                                        <p:tav tm="100000">
                                          <p:val>
                                            <p:fltVal val="0"/>
                                          </p:val>
                                        </p:tav>
                                      </p:tavLst>
                                    </p:anim>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p:cTn id="26" dur="500" fill="hold"/>
                                        <p:tgtEl>
                                          <p:spTgt spid="15"/>
                                        </p:tgtEl>
                                        <p:attrNameLst>
                                          <p:attrName>ppt_w</p:attrName>
                                        </p:attrNameLst>
                                      </p:cBhvr>
                                      <p:tavLst>
                                        <p:tav tm="0">
                                          <p:val>
                                            <p:fltVal val="0"/>
                                          </p:val>
                                        </p:tav>
                                        <p:tav tm="100000">
                                          <p:val>
                                            <p:strVal val="#ppt_w"/>
                                          </p:val>
                                        </p:tav>
                                      </p:tavLst>
                                    </p:anim>
                                    <p:anim calcmode="lin" valueType="num">
                                      <p:cBhvr>
                                        <p:cTn id="27" dur="500" fill="hold"/>
                                        <p:tgtEl>
                                          <p:spTgt spid="15"/>
                                        </p:tgtEl>
                                        <p:attrNameLst>
                                          <p:attrName>ppt_h</p:attrName>
                                        </p:attrNameLst>
                                      </p:cBhvr>
                                      <p:tavLst>
                                        <p:tav tm="0">
                                          <p:val>
                                            <p:fltVal val="0"/>
                                          </p:val>
                                        </p:tav>
                                        <p:tav tm="100000">
                                          <p:val>
                                            <p:strVal val="#ppt_h"/>
                                          </p:val>
                                        </p:tav>
                                      </p:tavLst>
                                    </p:anim>
                                    <p:animEffect transition="in" filter="fade">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anim calcmode="lin" valueType="num">
                                      <p:cBhvr>
                                        <p:cTn id="33" dur="500" fill="hold"/>
                                        <p:tgtEl>
                                          <p:spTgt spid="8">
                                            <p:txEl>
                                              <p:pRg st="0" end="0"/>
                                            </p:txEl>
                                          </p:spTgt>
                                        </p:tgtEl>
                                        <p:attrNameLst>
                                          <p:attrName>ppt_w</p:attrName>
                                        </p:attrNameLst>
                                      </p:cBhvr>
                                      <p:tavLst>
                                        <p:tav tm="0">
                                          <p:val>
                                            <p:fltVal val="0"/>
                                          </p:val>
                                        </p:tav>
                                        <p:tav tm="100000">
                                          <p:val>
                                            <p:strVal val="#ppt_w"/>
                                          </p:val>
                                        </p:tav>
                                      </p:tavLst>
                                    </p:anim>
                                    <p:anim calcmode="lin" valueType="num">
                                      <p:cBhvr>
                                        <p:cTn id="34" dur="5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35"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120188" y="4372727"/>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0" name="图片 12"/>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21351356" flipH="1">
            <a:off x="146286" y="-6008"/>
            <a:ext cx="1319882" cy="1121086"/>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40" name="TextBox 7">
            <a:extLst>
              <a:ext uri="{FF2B5EF4-FFF2-40B4-BE49-F238E27FC236}">
                <a16:creationId xmlns:a16="http://schemas.microsoft.com/office/drawing/2014/main" id="{F67A2238-1FD2-4CD6-BB78-E66DDA5EE689}"/>
              </a:ext>
            </a:extLst>
          </p:cNvPr>
          <p:cNvSpPr>
            <a:spLocks noChangeArrowheads="1"/>
          </p:cNvSpPr>
          <p:nvPr/>
        </p:nvSpPr>
        <p:spPr bwMode="auto">
          <a:xfrm>
            <a:off x="1979712" y="123478"/>
            <a:ext cx="6802633" cy="723916"/>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algn="just">
              <a:lnSpc>
                <a:spcPct val="150000"/>
              </a:lnSpc>
            </a:pPr>
            <a:r>
              <a:rPr lang="en-US" altLang="zh-CN" sz="3600" b="1" dirty="0">
                <a:solidFill>
                  <a:srgbClr val="CE7532"/>
                </a:solidFill>
                <a:cs typeface="Calibri" panose="020F0502020204030204" pitchFamily="34" charset="0"/>
                <a:sym typeface="+mn-lt"/>
              </a:rPr>
              <a:t>02. Types of Software</a:t>
            </a:r>
          </a:p>
        </p:txBody>
      </p:sp>
      <p:sp>
        <p:nvSpPr>
          <p:cNvPr id="27" name="TextBox 7">
            <a:extLst>
              <a:ext uri="{FF2B5EF4-FFF2-40B4-BE49-F238E27FC236}">
                <a16:creationId xmlns:a16="http://schemas.microsoft.com/office/drawing/2014/main" id="{F67A2238-1FD2-4CD6-BB78-E66DDA5EE689}"/>
              </a:ext>
            </a:extLst>
          </p:cNvPr>
          <p:cNvSpPr>
            <a:spLocks noChangeArrowheads="1"/>
          </p:cNvSpPr>
          <p:nvPr/>
        </p:nvSpPr>
        <p:spPr bwMode="auto">
          <a:xfrm>
            <a:off x="514809" y="1346475"/>
            <a:ext cx="8161647" cy="3016210"/>
          </a:xfrm>
          <a:prstGeom prst="rect">
            <a:avLst/>
          </a:prstGeom>
          <a:noFill/>
          <a:ln>
            <a:noFill/>
            <a:headEnd/>
            <a:tailEnd/>
          </a:ln>
          <a:effectLst>
            <a:glow rad="101600">
              <a:srgbClr val="FF0000">
                <a:alpha val="40000"/>
              </a:srgb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r>
              <a:rPr lang="en-US" altLang="zh-CN" sz="1400" b="1" dirty="0">
                <a:solidFill>
                  <a:srgbClr val="CE7532"/>
                </a:solidFill>
                <a:cs typeface="Calibri" panose="020F0502020204030204" pitchFamily="34" charset="0"/>
                <a:sym typeface="+mn-lt"/>
              </a:rPr>
              <a:t>Types of Software </a:t>
            </a:r>
            <a:r>
              <a:rPr lang="en-US" sz="1400" b="1" dirty="0">
                <a:solidFill>
                  <a:srgbClr val="CE7532"/>
                </a:solidFill>
                <a:latin typeface="Calibri" panose="020F0502020204030204" pitchFamily="34" charset="0"/>
                <a:cs typeface="Calibri" panose="020F0502020204030204" pitchFamily="34" charset="0"/>
              </a:rPr>
              <a:t>:  </a:t>
            </a:r>
          </a:p>
          <a:p>
            <a:r>
              <a:rPr lang="en-US" sz="1400" dirty="0">
                <a:solidFill>
                  <a:schemeClr val="accent3">
                    <a:lumMod val="50000"/>
                  </a:schemeClr>
                </a:solidFill>
                <a:latin typeface="Calibri" panose="020F0502020204030204" pitchFamily="34" charset="0"/>
                <a:cs typeface="Calibri" panose="020F0502020204030204" pitchFamily="34" charset="0"/>
              </a:rPr>
              <a:t>This is the fun and interactive part! These are the programs you directly use to get things done.</a:t>
            </a:r>
          </a:p>
          <a:p>
            <a:r>
              <a:rPr lang="en-US" sz="1400" dirty="0">
                <a:solidFill>
                  <a:schemeClr val="accent3">
                    <a:lumMod val="50000"/>
                  </a:schemeClr>
                </a:solidFill>
                <a:latin typeface="Calibri" panose="020F0502020204030204" pitchFamily="34" charset="0"/>
                <a:cs typeface="Calibri" panose="020F0502020204030204" pitchFamily="34" charset="0"/>
              </a:rPr>
              <a:t>Examples of application software include:</a:t>
            </a:r>
          </a:p>
          <a:p>
            <a:pPr marL="285750" indent="-285750">
              <a:buFont typeface="Arial" panose="020B0604020202020204" pitchFamily="34" charset="0"/>
              <a:buChar char="•"/>
            </a:pPr>
            <a:r>
              <a:rPr lang="en-US" sz="1400" b="1" dirty="0">
                <a:solidFill>
                  <a:schemeClr val="accent3">
                    <a:lumMod val="50000"/>
                  </a:schemeClr>
                </a:solidFill>
                <a:latin typeface="Calibri" panose="020F0502020204030204" pitchFamily="34" charset="0"/>
                <a:cs typeface="Calibri" panose="020F0502020204030204" pitchFamily="34" charset="0"/>
              </a:rPr>
              <a:t>Productivity Software</a:t>
            </a:r>
            <a:r>
              <a:rPr lang="en-US" sz="1400" dirty="0">
                <a:solidFill>
                  <a:schemeClr val="accent3">
                    <a:lumMod val="50000"/>
                  </a:schemeClr>
                </a:solidFill>
                <a:latin typeface="Calibri" panose="020F0502020204030204" pitchFamily="34" charset="0"/>
                <a:cs typeface="Calibri" panose="020F0502020204030204" pitchFamily="34" charset="0"/>
              </a:rPr>
              <a:t>: These are your workhorses, helping you get things done. Examples include Microsoft Word for writing documents, Excel for spreadsheets, and PowerPoint for presentations.</a:t>
            </a:r>
          </a:p>
          <a:p>
            <a:pPr marL="285750" indent="-285750">
              <a:buFont typeface="Arial" panose="020B0604020202020204" pitchFamily="34" charset="0"/>
              <a:buChar char="•"/>
            </a:pPr>
            <a:r>
              <a:rPr lang="en-US" sz="1400" b="1" dirty="0">
                <a:solidFill>
                  <a:schemeClr val="accent3">
                    <a:lumMod val="50000"/>
                  </a:schemeClr>
                </a:solidFill>
                <a:latin typeface="Calibri" panose="020F0502020204030204" pitchFamily="34" charset="0"/>
                <a:cs typeface="Calibri" panose="020F0502020204030204" pitchFamily="34" charset="0"/>
              </a:rPr>
              <a:t>Games: </a:t>
            </a:r>
            <a:r>
              <a:rPr lang="en-US" sz="1400" dirty="0">
                <a:solidFill>
                  <a:schemeClr val="accent3">
                    <a:lumMod val="50000"/>
                  </a:schemeClr>
                </a:solidFill>
                <a:latin typeface="Calibri" panose="020F0502020204030204" pitchFamily="34" charset="0"/>
                <a:cs typeface="Calibri" panose="020F0502020204030204" pitchFamily="34" charset="0"/>
              </a:rPr>
              <a:t>These are for entertainment, providing fun and challenges. They come in all shapes and sizes, from mobile games to complex computer games.</a:t>
            </a:r>
          </a:p>
          <a:p>
            <a:pPr marL="285750" indent="-285750">
              <a:buFont typeface="Arial" panose="020B0604020202020204" pitchFamily="34" charset="0"/>
              <a:buChar char="•"/>
            </a:pPr>
            <a:r>
              <a:rPr lang="en-US" sz="1400" b="1" dirty="0">
                <a:solidFill>
                  <a:schemeClr val="accent3">
                    <a:lumMod val="50000"/>
                  </a:schemeClr>
                </a:solidFill>
                <a:latin typeface="Calibri" panose="020F0502020204030204" pitchFamily="34" charset="0"/>
                <a:cs typeface="Calibri" panose="020F0502020204030204" pitchFamily="34" charset="0"/>
              </a:rPr>
              <a:t>Web Browsers</a:t>
            </a:r>
            <a:r>
              <a:rPr lang="en-US" sz="1400" dirty="0">
                <a:solidFill>
                  <a:schemeClr val="accent3">
                    <a:lumMod val="50000"/>
                  </a:schemeClr>
                </a:solidFill>
                <a:latin typeface="Calibri" panose="020F0502020204030204" pitchFamily="34" charset="0"/>
                <a:cs typeface="Calibri" panose="020F0502020204030204" pitchFamily="34" charset="0"/>
              </a:rPr>
              <a:t>: These are like windows to the internet, letting you explore websites and access information online. Examples include Chrome or Safari.</a:t>
            </a:r>
          </a:p>
          <a:p>
            <a:pPr marL="285750" indent="-285750">
              <a:buFont typeface="Arial" panose="020B0604020202020204" pitchFamily="34" charset="0"/>
              <a:buChar char="•"/>
            </a:pPr>
            <a:r>
              <a:rPr lang="en-US" sz="1400" b="1" dirty="0">
                <a:solidFill>
                  <a:schemeClr val="accent3">
                    <a:lumMod val="50000"/>
                  </a:schemeClr>
                </a:solidFill>
                <a:latin typeface="Calibri" panose="020F0502020204030204" pitchFamily="34" charset="0"/>
                <a:cs typeface="Calibri" panose="020F0502020204030204" pitchFamily="34" charset="0"/>
              </a:rPr>
              <a:t>Photo Editing Software</a:t>
            </a:r>
            <a:r>
              <a:rPr lang="en-US" sz="1400" dirty="0">
                <a:solidFill>
                  <a:schemeClr val="accent3">
                    <a:lumMod val="50000"/>
                  </a:schemeClr>
                </a:solidFill>
                <a:latin typeface="Calibri" panose="020F0502020204030204" pitchFamily="34" charset="0"/>
                <a:cs typeface="Calibri" panose="020F0502020204030204" pitchFamily="34" charset="0"/>
              </a:rPr>
              <a:t>: These are the creative tools, letting you edit and enhance your photos. Examples include Photoshop.</a:t>
            </a:r>
          </a:p>
          <a:p>
            <a:pPr marL="285750" indent="-285750">
              <a:buFont typeface="Arial" panose="020B0604020202020204" pitchFamily="34" charset="0"/>
              <a:buChar char="•"/>
            </a:pPr>
            <a:r>
              <a:rPr lang="en-US" sz="1400" b="1" dirty="0">
                <a:solidFill>
                  <a:schemeClr val="accent3">
                    <a:lumMod val="50000"/>
                  </a:schemeClr>
                </a:solidFill>
                <a:latin typeface="Calibri" panose="020F0502020204030204" pitchFamily="34" charset="0"/>
                <a:cs typeface="Calibri" panose="020F0502020204030204" pitchFamily="34" charset="0"/>
              </a:rPr>
              <a:t>Operating System (OS): </a:t>
            </a:r>
            <a:r>
              <a:rPr lang="en-US" sz="1400" dirty="0">
                <a:solidFill>
                  <a:schemeClr val="accent3">
                    <a:lumMod val="50000"/>
                  </a:schemeClr>
                </a:solidFill>
                <a:latin typeface="Calibri" panose="020F0502020204030204" pitchFamily="34" charset="0"/>
                <a:cs typeface="Calibri" panose="020F0502020204030204" pitchFamily="34" charset="0"/>
              </a:rPr>
              <a:t>This is the boss, It controls everything and makes sure all the other programs (software) work together. Examples include Windows, macOS, and Android.</a:t>
            </a:r>
          </a:p>
          <a:p>
            <a:pPr marL="285750" indent="-285750">
              <a:buFont typeface="Arial" panose="020B0604020202020204" pitchFamily="34" charset="0"/>
              <a:buChar char="•"/>
            </a:pPr>
            <a:endParaRPr lang="en-US" sz="1400" dirty="0">
              <a:solidFill>
                <a:schemeClr val="accent3">
                  <a:lumMod val="50000"/>
                </a:schemeClr>
              </a:solidFill>
              <a:latin typeface="Calibri" panose="020F0502020204030204" pitchFamily="34" charset="0"/>
              <a:cs typeface="Calibri" panose="020F0502020204030204" pitchFamily="34" charset="0"/>
            </a:endParaRPr>
          </a:p>
        </p:txBody>
      </p:sp>
    </p:spTree>
    <p:custDataLst>
      <p:tags r:id="rId1"/>
    </p:custDataLst>
    <p:extLst>
      <p:ext uri="{BB962C8B-B14F-4D97-AF65-F5344CB8AC3E}">
        <p14:creationId xmlns:p14="http://schemas.microsoft.com/office/powerpoint/2010/main" val="15755205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7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nodeType="clickEffect">
                                  <p:stCondLst>
                                    <p:cond delay="0"/>
                                  </p:stCondLst>
                                  <p:childTnLst>
                                    <p:set>
                                      <p:cBhvr>
                                        <p:cTn id="14" dur="1" fill="hold">
                                          <p:stCondLst>
                                            <p:cond delay="0"/>
                                          </p:stCondLst>
                                        </p:cTn>
                                        <p:tgtEl>
                                          <p:spTgt spid="70"/>
                                        </p:tgtEl>
                                        <p:attrNameLst>
                                          <p:attrName>style.visibility</p:attrName>
                                        </p:attrNameLst>
                                      </p:cBhvr>
                                      <p:to>
                                        <p:strVal val="visible"/>
                                      </p:to>
                                    </p:set>
                                    <p:anim calcmode="lin" valueType="num">
                                      <p:cBhvr>
                                        <p:cTn id="15" dur="500" fill="hold"/>
                                        <p:tgtEl>
                                          <p:spTgt spid="70"/>
                                        </p:tgtEl>
                                        <p:attrNameLst>
                                          <p:attrName>ppt_w</p:attrName>
                                        </p:attrNameLst>
                                      </p:cBhvr>
                                      <p:tavLst>
                                        <p:tav tm="0">
                                          <p:val>
                                            <p:fltVal val="0"/>
                                          </p:val>
                                        </p:tav>
                                        <p:tav tm="100000">
                                          <p:val>
                                            <p:strVal val="#ppt_w"/>
                                          </p:val>
                                        </p:tav>
                                      </p:tavLst>
                                    </p:anim>
                                    <p:anim calcmode="lin" valueType="num">
                                      <p:cBhvr>
                                        <p:cTn id="16" dur="500" fill="hold"/>
                                        <p:tgtEl>
                                          <p:spTgt spid="70"/>
                                        </p:tgtEl>
                                        <p:attrNameLst>
                                          <p:attrName>ppt_h</p:attrName>
                                        </p:attrNameLst>
                                      </p:cBhvr>
                                      <p:tavLst>
                                        <p:tav tm="0">
                                          <p:val>
                                            <p:fltVal val="0"/>
                                          </p:val>
                                        </p:tav>
                                        <p:tav tm="100000">
                                          <p:val>
                                            <p:strVal val="#ppt_h"/>
                                          </p:val>
                                        </p:tav>
                                      </p:tavLst>
                                    </p:anim>
                                    <p:anim calcmode="lin" valueType="num">
                                      <p:cBhvr>
                                        <p:cTn id="17" dur="500" fill="hold"/>
                                        <p:tgtEl>
                                          <p:spTgt spid="70"/>
                                        </p:tgtEl>
                                        <p:attrNameLst>
                                          <p:attrName>style.rotation</p:attrName>
                                        </p:attrNameLst>
                                      </p:cBhvr>
                                      <p:tavLst>
                                        <p:tav tm="0">
                                          <p:val>
                                            <p:fltVal val="360"/>
                                          </p:val>
                                        </p:tav>
                                        <p:tav tm="100000">
                                          <p:val>
                                            <p:fltVal val="0"/>
                                          </p:val>
                                        </p:tav>
                                      </p:tavLst>
                                    </p:anim>
                                    <p:animEffect transition="in" filter="fade">
                                      <p:cBhvr>
                                        <p:cTn id="18" dur="500"/>
                                        <p:tgtEl>
                                          <p:spTgt spid="70"/>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nodeType="clickEffect">
                                  <p:stCondLst>
                                    <p:cond delay="0"/>
                                  </p:stCondLst>
                                  <p:childTnLst>
                                    <p:set>
                                      <p:cBhvr>
                                        <p:cTn id="22" dur="1" fill="hold">
                                          <p:stCondLst>
                                            <p:cond delay="0"/>
                                          </p:stCondLst>
                                        </p:cTn>
                                        <p:tgtEl>
                                          <p:spTgt spid="140">
                                            <p:txEl>
                                              <p:pRg st="0" end="0"/>
                                            </p:txEl>
                                          </p:spTgt>
                                        </p:tgtEl>
                                        <p:attrNameLst>
                                          <p:attrName>style.visibility</p:attrName>
                                        </p:attrNameLst>
                                      </p:cBhvr>
                                      <p:to>
                                        <p:strVal val="visible"/>
                                      </p:to>
                                    </p:set>
                                    <p:anim calcmode="lin" valueType="num">
                                      <p:cBhvr>
                                        <p:cTn id="23" dur="500" fill="hold"/>
                                        <p:tgtEl>
                                          <p:spTgt spid="140">
                                            <p:txEl>
                                              <p:pRg st="0" end="0"/>
                                            </p:txEl>
                                          </p:spTgt>
                                        </p:tgtEl>
                                        <p:attrNameLst>
                                          <p:attrName>ppt_w</p:attrName>
                                        </p:attrNameLst>
                                      </p:cBhvr>
                                      <p:tavLst>
                                        <p:tav tm="0">
                                          <p:val>
                                            <p:fltVal val="0"/>
                                          </p:val>
                                        </p:tav>
                                        <p:tav tm="100000">
                                          <p:val>
                                            <p:strVal val="#ppt_w"/>
                                          </p:val>
                                        </p:tav>
                                      </p:tavLst>
                                    </p:anim>
                                    <p:anim calcmode="lin" valueType="num">
                                      <p:cBhvr>
                                        <p:cTn id="24" dur="500" fill="hold"/>
                                        <p:tgtEl>
                                          <p:spTgt spid="140">
                                            <p:txEl>
                                              <p:pRg st="0" end="0"/>
                                            </p:txEl>
                                          </p:spTgt>
                                        </p:tgtEl>
                                        <p:attrNameLst>
                                          <p:attrName>ppt_h</p:attrName>
                                        </p:attrNameLst>
                                      </p:cBhvr>
                                      <p:tavLst>
                                        <p:tav tm="0">
                                          <p:val>
                                            <p:fltVal val="0"/>
                                          </p:val>
                                        </p:tav>
                                        <p:tav tm="100000">
                                          <p:val>
                                            <p:strVal val="#ppt_h"/>
                                          </p:val>
                                        </p:tav>
                                      </p:tavLst>
                                    </p:anim>
                                    <p:animEffect transition="in" filter="fade">
                                      <p:cBhvr>
                                        <p:cTn id="25" dur="500"/>
                                        <p:tgtEl>
                                          <p:spTgt spid="140">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nodeType="clickEffect">
                                  <p:stCondLst>
                                    <p:cond delay="0"/>
                                  </p:stCondLst>
                                  <p:childTnLst>
                                    <p:set>
                                      <p:cBhvr>
                                        <p:cTn id="29" dur="1" fill="hold">
                                          <p:stCondLst>
                                            <p:cond delay="0"/>
                                          </p:stCondLst>
                                        </p:cTn>
                                        <p:tgtEl>
                                          <p:spTgt spid="27">
                                            <p:txEl>
                                              <p:pRg st="0" end="0"/>
                                            </p:txEl>
                                          </p:spTgt>
                                        </p:tgtEl>
                                        <p:attrNameLst>
                                          <p:attrName>style.visibility</p:attrName>
                                        </p:attrNameLst>
                                      </p:cBhvr>
                                      <p:to>
                                        <p:strVal val="visible"/>
                                      </p:to>
                                    </p:set>
                                    <p:anim calcmode="lin" valueType="num">
                                      <p:cBhvr>
                                        <p:cTn id="30" dur="500" fill="hold"/>
                                        <p:tgtEl>
                                          <p:spTgt spid="27">
                                            <p:txEl>
                                              <p:pRg st="0" end="0"/>
                                            </p:txEl>
                                          </p:spTgt>
                                        </p:tgtEl>
                                        <p:attrNameLst>
                                          <p:attrName>ppt_w</p:attrName>
                                        </p:attrNameLst>
                                      </p:cBhvr>
                                      <p:tavLst>
                                        <p:tav tm="0">
                                          <p:val>
                                            <p:fltVal val="0"/>
                                          </p:val>
                                        </p:tav>
                                        <p:tav tm="100000">
                                          <p:val>
                                            <p:strVal val="#ppt_w"/>
                                          </p:val>
                                        </p:tav>
                                      </p:tavLst>
                                    </p:anim>
                                    <p:anim calcmode="lin" valueType="num">
                                      <p:cBhvr>
                                        <p:cTn id="31" dur="500" fill="hold"/>
                                        <p:tgtEl>
                                          <p:spTgt spid="27">
                                            <p:txEl>
                                              <p:pRg st="0" end="0"/>
                                            </p:txEl>
                                          </p:spTgt>
                                        </p:tgtEl>
                                        <p:attrNameLst>
                                          <p:attrName>ppt_h</p:attrName>
                                        </p:attrNameLst>
                                      </p:cBhvr>
                                      <p:tavLst>
                                        <p:tav tm="0">
                                          <p:val>
                                            <p:fltVal val="0"/>
                                          </p:val>
                                        </p:tav>
                                        <p:tav tm="100000">
                                          <p:val>
                                            <p:strVal val="#ppt_h"/>
                                          </p:val>
                                        </p:tav>
                                      </p:tavLst>
                                    </p:anim>
                                    <p:animEffect transition="in" filter="fade">
                                      <p:cBhvr>
                                        <p:cTn id="32" dur="500"/>
                                        <p:tgtEl>
                                          <p:spTgt spid="2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nodeType="clickEffect">
                                  <p:stCondLst>
                                    <p:cond delay="0"/>
                                  </p:stCondLst>
                                  <p:childTnLst>
                                    <p:set>
                                      <p:cBhvr>
                                        <p:cTn id="36" dur="1" fill="hold">
                                          <p:stCondLst>
                                            <p:cond delay="0"/>
                                          </p:stCondLst>
                                        </p:cTn>
                                        <p:tgtEl>
                                          <p:spTgt spid="27">
                                            <p:txEl>
                                              <p:pRg st="1" end="1"/>
                                            </p:txEl>
                                          </p:spTgt>
                                        </p:tgtEl>
                                        <p:attrNameLst>
                                          <p:attrName>style.visibility</p:attrName>
                                        </p:attrNameLst>
                                      </p:cBhvr>
                                      <p:to>
                                        <p:strVal val="visible"/>
                                      </p:to>
                                    </p:set>
                                    <p:anim calcmode="lin" valueType="num">
                                      <p:cBhvr>
                                        <p:cTn id="37" dur="500" fill="hold"/>
                                        <p:tgtEl>
                                          <p:spTgt spid="27">
                                            <p:txEl>
                                              <p:pRg st="1" end="1"/>
                                            </p:txEl>
                                          </p:spTgt>
                                        </p:tgtEl>
                                        <p:attrNameLst>
                                          <p:attrName>ppt_w</p:attrName>
                                        </p:attrNameLst>
                                      </p:cBhvr>
                                      <p:tavLst>
                                        <p:tav tm="0">
                                          <p:val>
                                            <p:fltVal val="0"/>
                                          </p:val>
                                        </p:tav>
                                        <p:tav tm="100000">
                                          <p:val>
                                            <p:strVal val="#ppt_w"/>
                                          </p:val>
                                        </p:tav>
                                      </p:tavLst>
                                    </p:anim>
                                    <p:anim calcmode="lin" valueType="num">
                                      <p:cBhvr>
                                        <p:cTn id="38" dur="500" fill="hold"/>
                                        <p:tgtEl>
                                          <p:spTgt spid="27">
                                            <p:txEl>
                                              <p:pRg st="1" end="1"/>
                                            </p:txEl>
                                          </p:spTgt>
                                        </p:tgtEl>
                                        <p:attrNameLst>
                                          <p:attrName>ppt_h</p:attrName>
                                        </p:attrNameLst>
                                      </p:cBhvr>
                                      <p:tavLst>
                                        <p:tav tm="0">
                                          <p:val>
                                            <p:fltVal val="0"/>
                                          </p:val>
                                        </p:tav>
                                        <p:tav tm="100000">
                                          <p:val>
                                            <p:strVal val="#ppt_h"/>
                                          </p:val>
                                        </p:tav>
                                      </p:tavLst>
                                    </p:anim>
                                    <p:animEffect transition="in" filter="fade">
                                      <p:cBhvr>
                                        <p:cTn id="39" dur="500"/>
                                        <p:tgtEl>
                                          <p:spTgt spid="27">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nodeType="clickEffect">
                                  <p:stCondLst>
                                    <p:cond delay="0"/>
                                  </p:stCondLst>
                                  <p:childTnLst>
                                    <p:set>
                                      <p:cBhvr>
                                        <p:cTn id="43" dur="1" fill="hold">
                                          <p:stCondLst>
                                            <p:cond delay="0"/>
                                          </p:stCondLst>
                                        </p:cTn>
                                        <p:tgtEl>
                                          <p:spTgt spid="27">
                                            <p:txEl>
                                              <p:pRg st="2" end="2"/>
                                            </p:txEl>
                                          </p:spTgt>
                                        </p:tgtEl>
                                        <p:attrNameLst>
                                          <p:attrName>style.visibility</p:attrName>
                                        </p:attrNameLst>
                                      </p:cBhvr>
                                      <p:to>
                                        <p:strVal val="visible"/>
                                      </p:to>
                                    </p:set>
                                    <p:anim calcmode="lin" valueType="num">
                                      <p:cBhvr>
                                        <p:cTn id="44" dur="500" fill="hold"/>
                                        <p:tgtEl>
                                          <p:spTgt spid="27">
                                            <p:txEl>
                                              <p:pRg st="2" end="2"/>
                                            </p:txEl>
                                          </p:spTgt>
                                        </p:tgtEl>
                                        <p:attrNameLst>
                                          <p:attrName>ppt_w</p:attrName>
                                        </p:attrNameLst>
                                      </p:cBhvr>
                                      <p:tavLst>
                                        <p:tav tm="0">
                                          <p:val>
                                            <p:fltVal val="0"/>
                                          </p:val>
                                        </p:tav>
                                        <p:tav tm="100000">
                                          <p:val>
                                            <p:strVal val="#ppt_w"/>
                                          </p:val>
                                        </p:tav>
                                      </p:tavLst>
                                    </p:anim>
                                    <p:anim calcmode="lin" valueType="num">
                                      <p:cBhvr>
                                        <p:cTn id="45" dur="500" fill="hold"/>
                                        <p:tgtEl>
                                          <p:spTgt spid="27">
                                            <p:txEl>
                                              <p:pRg st="2" end="2"/>
                                            </p:txEl>
                                          </p:spTgt>
                                        </p:tgtEl>
                                        <p:attrNameLst>
                                          <p:attrName>ppt_h</p:attrName>
                                        </p:attrNameLst>
                                      </p:cBhvr>
                                      <p:tavLst>
                                        <p:tav tm="0">
                                          <p:val>
                                            <p:fltVal val="0"/>
                                          </p:val>
                                        </p:tav>
                                        <p:tav tm="100000">
                                          <p:val>
                                            <p:strVal val="#ppt_h"/>
                                          </p:val>
                                        </p:tav>
                                      </p:tavLst>
                                    </p:anim>
                                    <p:animEffect transition="in" filter="fade">
                                      <p:cBhvr>
                                        <p:cTn id="46" dur="500"/>
                                        <p:tgtEl>
                                          <p:spTgt spid="27">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nodeType="clickEffect">
                                  <p:stCondLst>
                                    <p:cond delay="0"/>
                                  </p:stCondLst>
                                  <p:childTnLst>
                                    <p:set>
                                      <p:cBhvr>
                                        <p:cTn id="50" dur="1" fill="hold">
                                          <p:stCondLst>
                                            <p:cond delay="0"/>
                                          </p:stCondLst>
                                        </p:cTn>
                                        <p:tgtEl>
                                          <p:spTgt spid="27">
                                            <p:txEl>
                                              <p:pRg st="3" end="3"/>
                                            </p:txEl>
                                          </p:spTgt>
                                        </p:tgtEl>
                                        <p:attrNameLst>
                                          <p:attrName>style.visibility</p:attrName>
                                        </p:attrNameLst>
                                      </p:cBhvr>
                                      <p:to>
                                        <p:strVal val="visible"/>
                                      </p:to>
                                    </p:set>
                                    <p:anim calcmode="lin" valueType="num">
                                      <p:cBhvr>
                                        <p:cTn id="51" dur="500" fill="hold"/>
                                        <p:tgtEl>
                                          <p:spTgt spid="27">
                                            <p:txEl>
                                              <p:pRg st="3" end="3"/>
                                            </p:txEl>
                                          </p:spTgt>
                                        </p:tgtEl>
                                        <p:attrNameLst>
                                          <p:attrName>ppt_w</p:attrName>
                                        </p:attrNameLst>
                                      </p:cBhvr>
                                      <p:tavLst>
                                        <p:tav tm="0">
                                          <p:val>
                                            <p:fltVal val="0"/>
                                          </p:val>
                                        </p:tav>
                                        <p:tav tm="100000">
                                          <p:val>
                                            <p:strVal val="#ppt_w"/>
                                          </p:val>
                                        </p:tav>
                                      </p:tavLst>
                                    </p:anim>
                                    <p:anim calcmode="lin" valueType="num">
                                      <p:cBhvr>
                                        <p:cTn id="52" dur="500" fill="hold"/>
                                        <p:tgtEl>
                                          <p:spTgt spid="27">
                                            <p:txEl>
                                              <p:pRg st="3" end="3"/>
                                            </p:txEl>
                                          </p:spTgt>
                                        </p:tgtEl>
                                        <p:attrNameLst>
                                          <p:attrName>ppt_h</p:attrName>
                                        </p:attrNameLst>
                                      </p:cBhvr>
                                      <p:tavLst>
                                        <p:tav tm="0">
                                          <p:val>
                                            <p:fltVal val="0"/>
                                          </p:val>
                                        </p:tav>
                                        <p:tav tm="100000">
                                          <p:val>
                                            <p:strVal val="#ppt_h"/>
                                          </p:val>
                                        </p:tav>
                                      </p:tavLst>
                                    </p:anim>
                                    <p:animEffect transition="in" filter="fade">
                                      <p:cBhvr>
                                        <p:cTn id="53" dur="500"/>
                                        <p:tgtEl>
                                          <p:spTgt spid="27">
                                            <p:txEl>
                                              <p:pRg st="3" end="3"/>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53" presetClass="entr" presetSubtype="16" fill="hold" nodeType="clickEffect">
                                  <p:stCondLst>
                                    <p:cond delay="0"/>
                                  </p:stCondLst>
                                  <p:childTnLst>
                                    <p:set>
                                      <p:cBhvr>
                                        <p:cTn id="57" dur="1" fill="hold">
                                          <p:stCondLst>
                                            <p:cond delay="0"/>
                                          </p:stCondLst>
                                        </p:cTn>
                                        <p:tgtEl>
                                          <p:spTgt spid="27">
                                            <p:txEl>
                                              <p:pRg st="4" end="4"/>
                                            </p:txEl>
                                          </p:spTgt>
                                        </p:tgtEl>
                                        <p:attrNameLst>
                                          <p:attrName>style.visibility</p:attrName>
                                        </p:attrNameLst>
                                      </p:cBhvr>
                                      <p:to>
                                        <p:strVal val="visible"/>
                                      </p:to>
                                    </p:set>
                                    <p:anim calcmode="lin" valueType="num">
                                      <p:cBhvr>
                                        <p:cTn id="58" dur="500" fill="hold"/>
                                        <p:tgtEl>
                                          <p:spTgt spid="27">
                                            <p:txEl>
                                              <p:pRg st="4" end="4"/>
                                            </p:txEl>
                                          </p:spTgt>
                                        </p:tgtEl>
                                        <p:attrNameLst>
                                          <p:attrName>ppt_w</p:attrName>
                                        </p:attrNameLst>
                                      </p:cBhvr>
                                      <p:tavLst>
                                        <p:tav tm="0">
                                          <p:val>
                                            <p:fltVal val="0"/>
                                          </p:val>
                                        </p:tav>
                                        <p:tav tm="100000">
                                          <p:val>
                                            <p:strVal val="#ppt_w"/>
                                          </p:val>
                                        </p:tav>
                                      </p:tavLst>
                                    </p:anim>
                                    <p:anim calcmode="lin" valueType="num">
                                      <p:cBhvr>
                                        <p:cTn id="59" dur="500" fill="hold"/>
                                        <p:tgtEl>
                                          <p:spTgt spid="27">
                                            <p:txEl>
                                              <p:pRg st="4" end="4"/>
                                            </p:txEl>
                                          </p:spTgt>
                                        </p:tgtEl>
                                        <p:attrNameLst>
                                          <p:attrName>ppt_h</p:attrName>
                                        </p:attrNameLst>
                                      </p:cBhvr>
                                      <p:tavLst>
                                        <p:tav tm="0">
                                          <p:val>
                                            <p:fltVal val="0"/>
                                          </p:val>
                                        </p:tav>
                                        <p:tav tm="100000">
                                          <p:val>
                                            <p:strVal val="#ppt_h"/>
                                          </p:val>
                                        </p:tav>
                                      </p:tavLst>
                                    </p:anim>
                                    <p:animEffect transition="in" filter="fade">
                                      <p:cBhvr>
                                        <p:cTn id="60" dur="500"/>
                                        <p:tgtEl>
                                          <p:spTgt spid="27">
                                            <p:txEl>
                                              <p:pRg st="4" end="4"/>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nodeType="clickEffect">
                                  <p:stCondLst>
                                    <p:cond delay="0"/>
                                  </p:stCondLst>
                                  <p:childTnLst>
                                    <p:set>
                                      <p:cBhvr>
                                        <p:cTn id="64" dur="1" fill="hold">
                                          <p:stCondLst>
                                            <p:cond delay="0"/>
                                          </p:stCondLst>
                                        </p:cTn>
                                        <p:tgtEl>
                                          <p:spTgt spid="27">
                                            <p:txEl>
                                              <p:pRg st="5" end="5"/>
                                            </p:txEl>
                                          </p:spTgt>
                                        </p:tgtEl>
                                        <p:attrNameLst>
                                          <p:attrName>style.visibility</p:attrName>
                                        </p:attrNameLst>
                                      </p:cBhvr>
                                      <p:to>
                                        <p:strVal val="visible"/>
                                      </p:to>
                                    </p:set>
                                    <p:anim calcmode="lin" valueType="num">
                                      <p:cBhvr>
                                        <p:cTn id="65" dur="500" fill="hold"/>
                                        <p:tgtEl>
                                          <p:spTgt spid="27">
                                            <p:txEl>
                                              <p:pRg st="5" end="5"/>
                                            </p:txEl>
                                          </p:spTgt>
                                        </p:tgtEl>
                                        <p:attrNameLst>
                                          <p:attrName>ppt_w</p:attrName>
                                        </p:attrNameLst>
                                      </p:cBhvr>
                                      <p:tavLst>
                                        <p:tav tm="0">
                                          <p:val>
                                            <p:fltVal val="0"/>
                                          </p:val>
                                        </p:tav>
                                        <p:tav tm="100000">
                                          <p:val>
                                            <p:strVal val="#ppt_w"/>
                                          </p:val>
                                        </p:tav>
                                      </p:tavLst>
                                    </p:anim>
                                    <p:anim calcmode="lin" valueType="num">
                                      <p:cBhvr>
                                        <p:cTn id="66" dur="500" fill="hold"/>
                                        <p:tgtEl>
                                          <p:spTgt spid="27">
                                            <p:txEl>
                                              <p:pRg st="5" end="5"/>
                                            </p:txEl>
                                          </p:spTgt>
                                        </p:tgtEl>
                                        <p:attrNameLst>
                                          <p:attrName>ppt_h</p:attrName>
                                        </p:attrNameLst>
                                      </p:cBhvr>
                                      <p:tavLst>
                                        <p:tav tm="0">
                                          <p:val>
                                            <p:fltVal val="0"/>
                                          </p:val>
                                        </p:tav>
                                        <p:tav tm="100000">
                                          <p:val>
                                            <p:strVal val="#ppt_h"/>
                                          </p:val>
                                        </p:tav>
                                      </p:tavLst>
                                    </p:anim>
                                    <p:animEffect transition="in" filter="fade">
                                      <p:cBhvr>
                                        <p:cTn id="67" dur="500"/>
                                        <p:tgtEl>
                                          <p:spTgt spid="27">
                                            <p:txEl>
                                              <p:pRg st="5" end="5"/>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nodeType="clickEffect">
                                  <p:stCondLst>
                                    <p:cond delay="0"/>
                                  </p:stCondLst>
                                  <p:childTnLst>
                                    <p:set>
                                      <p:cBhvr>
                                        <p:cTn id="71" dur="1" fill="hold">
                                          <p:stCondLst>
                                            <p:cond delay="0"/>
                                          </p:stCondLst>
                                        </p:cTn>
                                        <p:tgtEl>
                                          <p:spTgt spid="27">
                                            <p:txEl>
                                              <p:pRg st="6" end="6"/>
                                            </p:txEl>
                                          </p:spTgt>
                                        </p:tgtEl>
                                        <p:attrNameLst>
                                          <p:attrName>style.visibility</p:attrName>
                                        </p:attrNameLst>
                                      </p:cBhvr>
                                      <p:to>
                                        <p:strVal val="visible"/>
                                      </p:to>
                                    </p:set>
                                    <p:anim calcmode="lin" valueType="num">
                                      <p:cBhvr>
                                        <p:cTn id="72" dur="500" fill="hold"/>
                                        <p:tgtEl>
                                          <p:spTgt spid="27">
                                            <p:txEl>
                                              <p:pRg st="6" end="6"/>
                                            </p:txEl>
                                          </p:spTgt>
                                        </p:tgtEl>
                                        <p:attrNameLst>
                                          <p:attrName>ppt_w</p:attrName>
                                        </p:attrNameLst>
                                      </p:cBhvr>
                                      <p:tavLst>
                                        <p:tav tm="0">
                                          <p:val>
                                            <p:fltVal val="0"/>
                                          </p:val>
                                        </p:tav>
                                        <p:tav tm="100000">
                                          <p:val>
                                            <p:strVal val="#ppt_w"/>
                                          </p:val>
                                        </p:tav>
                                      </p:tavLst>
                                    </p:anim>
                                    <p:anim calcmode="lin" valueType="num">
                                      <p:cBhvr>
                                        <p:cTn id="73" dur="500" fill="hold"/>
                                        <p:tgtEl>
                                          <p:spTgt spid="27">
                                            <p:txEl>
                                              <p:pRg st="6" end="6"/>
                                            </p:txEl>
                                          </p:spTgt>
                                        </p:tgtEl>
                                        <p:attrNameLst>
                                          <p:attrName>ppt_h</p:attrName>
                                        </p:attrNameLst>
                                      </p:cBhvr>
                                      <p:tavLst>
                                        <p:tav tm="0">
                                          <p:val>
                                            <p:fltVal val="0"/>
                                          </p:val>
                                        </p:tav>
                                        <p:tav tm="100000">
                                          <p:val>
                                            <p:strVal val="#ppt_h"/>
                                          </p:val>
                                        </p:tav>
                                      </p:tavLst>
                                    </p:anim>
                                    <p:animEffect transition="in" filter="fade">
                                      <p:cBhvr>
                                        <p:cTn id="74" dur="500"/>
                                        <p:tgtEl>
                                          <p:spTgt spid="27">
                                            <p:txEl>
                                              <p:pRg st="6" end="6"/>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nodeType="clickEffect">
                                  <p:stCondLst>
                                    <p:cond delay="0"/>
                                  </p:stCondLst>
                                  <p:childTnLst>
                                    <p:set>
                                      <p:cBhvr>
                                        <p:cTn id="78" dur="1" fill="hold">
                                          <p:stCondLst>
                                            <p:cond delay="0"/>
                                          </p:stCondLst>
                                        </p:cTn>
                                        <p:tgtEl>
                                          <p:spTgt spid="27">
                                            <p:txEl>
                                              <p:pRg st="7" end="7"/>
                                            </p:txEl>
                                          </p:spTgt>
                                        </p:tgtEl>
                                        <p:attrNameLst>
                                          <p:attrName>style.visibility</p:attrName>
                                        </p:attrNameLst>
                                      </p:cBhvr>
                                      <p:to>
                                        <p:strVal val="visible"/>
                                      </p:to>
                                    </p:set>
                                    <p:anim calcmode="lin" valueType="num">
                                      <p:cBhvr>
                                        <p:cTn id="79" dur="500" fill="hold"/>
                                        <p:tgtEl>
                                          <p:spTgt spid="27">
                                            <p:txEl>
                                              <p:pRg st="7" end="7"/>
                                            </p:txEl>
                                          </p:spTgt>
                                        </p:tgtEl>
                                        <p:attrNameLst>
                                          <p:attrName>ppt_w</p:attrName>
                                        </p:attrNameLst>
                                      </p:cBhvr>
                                      <p:tavLst>
                                        <p:tav tm="0">
                                          <p:val>
                                            <p:fltVal val="0"/>
                                          </p:val>
                                        </p:tav>
                                        <p:tav tm="100000">
                                          <p:val>
                                            <p:strVal val="#ppt_w"/>
                                          </p:val>
                                        </p:tav>
                                      </p:tavLst>
                                    </p:anim>
                                    <p:anim calcmode="lin" valueType="num">
                                      <p:cBhvr>
                                        <p:cTn id="80" dur="500" fill="hold"/>
                                        <p:tgtEl>
                                          <p:spTgt spid="27">
                                            <p:txEl>
                                              <p:pRg st="7" end="7"/>
                                            </p:txEl>
                                          </p:spTgt>
                                        </p:tgtEl>
                                        <p:attrNameLst>
                                          <p:attrName>ppt_h</p:attrName>
                                        </p:attrNameLst>
                                      </p:cBhvr>
                                      <p:tavLst>
                                        <p:tav tm="0">
                                          <p:val>
                                            <p:fltVal val="0"/>
                                          </p:val>
                                        </p:tav>
                                        <p:tav tm="100000">
                                          <p:val>
                                            <p:strVal val="#ppt_h"/>
                                          </p:val>
                                        </p:tav>
                                      </p:tavLst>
                                    </p:anim>
                                    <p:animEffect transition="in" filter="fade">
                                      <p:cBhvr>
                                        <p:cTn id="81" dur="500"/>
                                        <p:tgtEl>
                                          <p:spTgt spid="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1170979" flipH="1">
            <a:off x="3621645" y="971202"/>
            <a:ext cx="1900710" cy="1614432"/>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sp>
        <p:nvSpPr>
          <p:cNvPr id="15" name="矩形 14"/>
          <p:cNvSpPr/>
          <p:nvPr/>
        </p:nvSpPr>
        <p:spPr>
          <a:xfrm>
            <a:off x="3819113" y="1588083"/>
            <a:ext cx="1400960" cy="78168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8" name="图片 17"/>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5154763" y="1767842"/>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5">
            <a:extLst>
              <a:ext uri="{FF2B5EF4-FFF2-40B4-BE49-F238E27FC236}">
                <a16:creationId xmlns:a16="http://schemas.microsoft.com/office/drawing/2014/main" id="{9F044F43-439E-4EDE-8077-0D10A68BF276}"/>
              </a:ext>
            </a:extLst>
          </p:cNvPr>
          <p:cNvSpPr txBox="1"/>
          <p:nvPr/>
        </p:nvSpPr>
        <p:spPr>
          <a:xfrm>
            <a:off x="4189096" y="1619192"/>
            <a:ext cx="1157064" cy="71946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a:normAutofit fontScale="92500" lnSpcReduction="10000"/>
          </a:bodyPr>
          <a:lstStyle/>
          <a:p>
            <a:r>
              <a:rPr lang="en-US" altLang="zh-CN" sz="5400" b="1" dirty="0">
                <a:solidFill>
                  <a:schemeClr val="bg1"/>
                </a:solidFill>
                <a:latin typeface="+mn-lt"/>
                <a:ea typeface="+mn-ea"/>
                <a:cs typeface="+mn-ea"/>
                <a:sym typeface="+mn-lt"/>
              </a:rPr>
              <a:t>03</a:t>
            </a:r>
            <a:endParaRPr lang="en-US" altLang="zh-CN" sz="3200" b="1" dirty="0">
              <a:solidFill>
                <a:schemeClr val="bg1"/>
              </a:solidFill>
              <a:latin typeface="+mn-lt"/>
              <a:ea typeface="+mn-ea"/>
              <a:cs typeface="+mn-ea"/>
              <a:sym typeface="+mn-lt"/>
            </a:endParaRPr>
          </a:p>
        </p:txBody>
      </p:sp>
      <p:sp>
        <p:nvSpPr>
          <p:cNvPr id="8" name="TextBox 7">
            <a:extLst>
              <a:ext uri="{FF2B5EF4-FFF2-40B4-BE49-F238E27FC236}">
                <a16:creationId xmlns:a16="http://schemas.microsoft.com/office/drawing/2014/main" id="{F67A2238-1FD2-4CD6-BB78-E66DDA5EE689}"/>
              </a:ext>
            </a:extLst>
          </p:cNvPr>
          <p:cNvSpPr>
            <a:spLocks noChangeArrowheads="1"/>
          </p:cNvSpPr>
          <p:nvPr/>
        </p:nvSpPr>
        <p:spPr bwMode="auto">
          <a:xfrm>
            <a:off x="1015670" y="2887856"/>
            <a:ext cx="7112659" cy="643446"/>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algn="ctr">
              <a:lnSpc>
                <a:spcPct val="150000"/>
              </a:lnSpc>
            </a:pPr>
            <a:r>
              <a:rPr lang="en-US" altLang="zh-CN" sz="3200" b="1" dirty="0">
                <a:solidFill>
                  <a:srgbClr val="CE7532"/>
                </a:solidFill>
                <a:cs typeface="Calibri" panose="020F0502020204030204" pitchFamily="34" charset="0"/>
                <a:sym typeface="+mn-lt"/>
              </a:rPr>
              <a:t>Bidding in the software industry</a:t>
            </a:r>
          </a:p>
        </p:txBody>
      </p:sp>
    </p:spTree>
    <p:custDataLst>
      <p:tags r:id="rId1"/>
    </p:custDataLst>
    <p:extLst>
      <p:ext uri="{BB962C8B-B14F-4D97-AF65-F5344CB8AC3E}">
        <p14:creationId xmlns:p14="http://schemas.microsoft.com/office/powerpoint/2010/main" val="18284118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2549">
        <p15:prstTrans prst="pageCurlDouble"/>
      </p:transition>
    </mc:Choice>
    <mc:Fallback xmlns="">
      <p:transition spd="slow" advTm="2549">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 calcmode="lin" valueType="num">
                                      <p:cBhvr>
                                        <p:cTn id="14" dur="500" fill="hold"/>
                                        <p:tgtEl>
                                          <p:spTgt spid="18"/>
                                        </p:tgtEl>
                                        <p:attrNameLst>
                                          <p:attrName>style.rotation</p:attrName>
                                        </p:attrNameLst>
                                      </p:cBhvr>
                                      <p:tavLst>
                                        <p:tav tm="0">
                                          <p:val>
                                            <p:fltVal val="360"/>
                                          </p:val>
                                        </p:tav>
                                        <p:tav tm="100000">
                                          <p:val>
                                            <p:fltVal val="0"/>
                                          </p:val>
                                        </p:tav>
                                      </p:tavLst>
                                    </p:anim>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49" presetClass="entr" presetSubtype="0" decel="10000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p:cTn id="20" dur="500" fill="hold"/>
                                        <p:tgtEl>
                                          <p:spTgt spid="13"/>
                                        </p:tgtEl>
                                        <p:attrNameLst>
                                          <p:attrName>ppt_w</p:attrName>
                                        </p:attrNameLst>
                                      </p:cBhvr>
                                      <p:tavLst>
                                        <p:tav tm="0">
                                          <p:val>
                                            <p:fltVal val="0"/>
                                          </p:val>
                                        </p:tav>
                                        <p:tav tm="100000">
                                          <p:val>
                                            <p:strVal val="#ppt_w"/>
                                          </p:val>
                                        </p:tav>
                                      </p:tavLst>
                                    </p:anim>
                                    <p:anim calcmode="lin" valueType="num">
                                      <p:cBhvr>
                                        <p:cTn id="21" dur="500" fill="hold"/>
                                        <p:tgtEl>
                                          <p:spTgt spid="13"/>
                                        </p:tgtEl>
                                        <p:attrNameLst>
                                          <p:attrName>ppt_h</p:attrName>
                                        </p:attrNameLst>
                                      </p:cBhvr>
                                      <p:tavLst>
                                        <p:tav tm="0">
                                          <p:val>
                                            <p:fltVal val="0"/>
                                          </p:val>
                                        </p:tav>
                                        <p:tav tm="100000">
                                          <p:val>
                                            <p:strVal val="#ppt_h"/>
                                          </p:val>
                                        </p:tav>
                                      </p:tavLst>
                                    </p:anim>
                                    <p:anim calcmode="lin" valueType="num">
                                      <p:cBhvr>
                                        <p:cTn id="22" dur="500" fill="hold"/>
                                        <p:tgtEl>
                                          <p:spTgt spid="13"/>
                                        </p:tgtEl>
                                        <p:attrNameLst>
                                          <p:attrName>style.rotation</p:attrName>
                                        </p:attrNameLst>
                                      </p:cBhvr>
                                      <p:tavLst>
                                        <p:tav tm="0">
                                          <p:val>
                                            <p:fltVal val="360"/>
                                          </p:val>
                                        </p:tav>
                                        <p:tav tm="100000">
                                          <p:val>
                                            <p:fltVal val="0"/>
                                          </p:val>
                                        </p:tav>
                                      </p:tavLst>
                                    </p:anim>
                                    <p:animEffect transition="in" filter="fade">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p:cTn id="28" dur="500" fill="hold"/>
                                        <p:tgtEl>
                                          <p:spTgt spid="15"/>
                                        </p:tgtEl>
                                        <p:attrNameLst>
                                          <p:attrName>ppt_w</p:attrName>
                                        </p:attrNameLst>
                                      </p:cBhvr>
                                      <p:tavLst>
                                        <p:tav tm="0">
                                          <p:val>
                                            <p:fltVal val="0"/>
                                          </p:val>
                                        </p:tav>
                                        <p:tav tm="100000">
                                          <p:val>
                                            <p:strVal val="#ppt_w"/>
                                          </p:val>
                                        </p:tav>
                                      </p:tavLst>
                                    </p:anim>
                                    <p:anim calcmode="lin" valueType="num">
                                      <p:cBhvr>
                                        <p:cTn id="29" dur="500" fill="hold"/>
                                        <p:tgtEl>
                                          <p:spTgt spid="15"/>
                                        </p:tgtEl>
                                        <p:attrNameLst>
                                          <p:attrName>ppt_h</p:attrName>
                                        </p:attrNameLst>
                                      </p:cBhvr>
                                      <p:tavLst>
                                        <p:tav tm="0">
                                          <p:val>
                                            <p:fltVal val="0"/>
                                          </p:val>
                                        </p:tav>
                                        <p:tav tm="100000">
                                          <p:val>
                                            <p:strVal val="#ppt_h"/>
                                          </p:val>
                                        </p:tav>
                                      </p:tavLst>
                                    </p:anim>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26"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down)">
                                      <p:cBhvr>
                                        <p:cTn id="35" dur="580">
                                          <p:stCondLst>
                                            <p:cond delay="0"/>
                                          </p:stCondLst>
                                        </p:cTn>
                                        <p:tgtEl>
                                          <p:spTgt spid="8"/>
                                        </p:tgtEl>
                                      </p:cBhvr>
                                    </p:animEffect>
                                    <p:anim calcmode="lin" valueType="num">
                                      <p:cBhvr>
                                        <p:cTn id="36"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37"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38"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39"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40"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41" dur="26">
                                          <p:stCondLst>
                                            <p:cond delay="650"/>
                                          </p:stCondLst>
                                        </p:cTn>
                                        <p:tgtEl>
                                          <p:spTgt spid="8"/>
                                        </p:tgtEl>
                                      </p:cBhvr>
                                      <p:to x="100000" y="60000"/>
                                    </p:animScale>
                                    <p:animScale>
                                      <p:cBhvr>
                                        <p:cTn id="42" dur="166" decel="50000">
                                          <p:stCondLst>
                                            <p:cond delay="676"/>
                                          </p:stCondLst>
                                        </p:cTn>
                                        <p:tgtEl>
                                          <p:spTgt spid="8"/>
                                        </p:tgtEl>
                                      </p:cBhvr>
                                      <p:to x="100000" y="100000"/>
                                    </p:animScale>
                                    <p:animScale>
                                      <p:cBhvr>
                                        <p:cTn id="43" dur="26">
                                          <p:stCondLst>
                                            <p:cond delay="1312"/>
                                          </p:stCondLst>
                                        </p:cTn>
                                        <p:tgtEl>
                                          <p:spTgt spid="8"/>
                                        </p:tgtEl>
                                      </p:cBhvr>
                                      <p:to x="100000" y="80000"/>
                                    </p:animScale>
                                    <p:animScale>
                                      <p:cBhvr>
                                        <p:cTn id="44" dur="166" decel="50000">
                                          <p:stCondLst>
                                            <p:cond delay="1338"/>
                                          </p:stCondLst>
                                        </p:cTn>
                                        <p:tgtEl>
                                          <p:spTgt spid="8"/>
                                        </p:tgtEl>
                                      </p:cBhvr>
                                      <p:to x="100000" y="100000"/>
                                    </p:animScale>
                                    <p:animScale>
                                      <p:cBhvr>
                                        <p:cTn id="45" dur="26">
                                          <p:stCondLst>
                                            <p:cond delay="1642"/>
                                          </p:stCondLst>
                                        </p:cTn>
                                        <p:tgtEl>
                                          <p:spTgt spid="8"/>
                                        </p:tgtEl>
                                      </p:cBhvr>
                                      <p:to x="100000" y="90000"/>
                                    </p:animScale>
                                    <p:animScale>
                                      <p:cBhvr>
                                        <p:cTn id="46" dur="166" decel="50000">
                                          <p:stCondLst>
                                            <p:cond delay="1668"/>
                                          </p:stCondLst>
                                        </p:cTn>
                                        <p:tgtEl>
                                          <p:spTgt spid="8"/>
                                        </p:tgtEl>
                                      </p:cBhvr>
                                      <p:to x="100000" y="100000"/>
                                    </p:animScale>
                                    <p:animScale>
                                      <p:cBhvr>
                                        <p:cTn id="47" dur="26">
                                          <p:stCondLst>
                                            <p:cond delay="1808"/>
                                          </p:stCondLst>
                                        </p:cTn>
                                        <p:tgtEl>
                                          <p:spTgt spid="8"/>
                                        </p:tgtEl>
                                      </p:cBhvr>
                                      <p:to x="100000" y="95000"/>
                                    </p:animScale>
                                    <p:animScale>
                                      <p:cBhvr>
                                        <p:cTn id="48"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120188" y="4372727"/>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0" name="图片 12"/>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21351356" flipH="1">
            <a:off x="146286" y="-6008"/>
            <a:ext cx="1319882" cy="1121086"/>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40" name="TextBox 7">
            <a:extLst>
              <a:ext uri="{FF2B5EF4-FFF2-40B4-BE49-F238E27FC236}">
                <a16:creationId xmlns:a16="http://schemas.microsoft.com/office/drawing/2014/main" id="{F67A2238-1FD2-4CD6-BB78-E66DDA5EE689}"/>
              </a:ext>
            </a:extLst>
          </p:cNvPr>
          <p:cNvSpPr>
            <a:spLocks noChangeArrowheads="1"/>
          </p:cNvSpPr>
          <p:nvPr/>
        </p:nvSpPr>
        <p:spPr bwMode="auto">
          <a:xfrm>
            <a:off x="1979712" y="123478"/>
            <a:ext cx="6802633" cy="562975"/>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algn="just">
              <a:lnSpc>
                <a:spcPct val="150000"/>
              </a:lnSpc>
            </a:pPr>
            <a:r>
              <a:rPr lang="en-US" altLang="zh-CN" sz="2800" b="1" dirty="0">
                <a:solidFill>
                  <a:srgbClr val="CE7532"/>
                </a:solidFill>
                <a:cs typeface="Calibri" panose="020F0502020204030204" pitchFamily="34" charset="0"/>
                <a:sym typeface="+mn-lt"/>
              </a:rPr>
              <a:t>03. Bidding in the software industry</a:t>
            </a:r>
          </a:p>
        </p:txBody>
      </p:sp>
      <p:sp>
        <p:nvSpPr>
          <p:cNvPr id="27" name="TextBox 7">
            <a:extLst>
              <a:ext uri="{FF2B5EF4-FFF2-40B4-BE49-F238E27FC236}">
                <a16:creationId xmlns:a16="http://schemas.microsoft.com/office/drawing/2014/main" id="{F67A2238-1FD2-4CD6-BB78-E66DDA5EE689}"/>
              </a:ext>
            </a:extLst>
          </p:cNvPr>
          <p:cNvSpPr>
            <a:spLocks noChangeArrowheads="1"/>
          </p:cNvSpPr>
          <p:nvPr/>
        </p:nvSpPr>
        <p:spPr bwMode="auto">
          <a:xfrm>
            <a:off x="514809" y="1346475"/>
            <a:ext cx="5209319" cy="1292662"/>
          </a:xfrm>
          <a:prstGeom prst="rect">
            <a:avLst/>
          </a:prstGeom>
          <a:noFill/>
          <a:ln>
            <a:noFill/>
            <a:headEnd/>
            <a:tailEnd/>
          </a:ln>
          <a:effectLst>
            <a:glow rad="101600">
              <a:srgbClr val="FF0000">
                <a:alpha val="40000"/>
              </a:srgb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r>
              <a:rPr lang="en-US" sz="1400" b="1" dirty="0">
                <a:solidFill>
                  <a:srgbClr val="CE7532"/>
                </a:solidFill>
                <a:latin typeface="Calibri" panose="020F0502020204030204" pitchFamily="34" charset="0"/>
                <a:cs typeface="Calibri" panose="020F0502020204030204" pitchFamily="34" charset="0"/>
              </a:rPr>
              <a:t>Definition:  </a:t>
            </a:r>
          </a:p>
          <a:p>
            <a:pPr marL="285750" indent="-285750">
              <a:buFont typeface="Arial" panose="020B0604020202020204" pitchFamily="34" charset="0"/>
              <a:buChar char="•"/>
            </a:pPr>
            <a:r>
              <a:rPr lang="en-US" sz="1400" b="1" dirty="0">
                <a:solidFill>
                  <a:schemeClr val="accent1">
                    <a:lumMod val="50000"/>
                  </a:schemeClr>
                </a:solidFill>
                <a:latin typeface="Calibri" panose="020F0502020204030204" pitchFamily="34" charset="0"/>
                <a:cs typeface="Calibri" panose="020F0502020204030204" pitchFamily="34" charset="0"/>
              </a:rPr>
              <a:t>Bidding in the software industry refers to the process where companies submit proposals or tenders to win contracts for software development or related services. This process is common in various forms, including competitive bidding for projects, government contracts, or even within private sector initiatives</a:t>
            </a:r>
          </a:p>
        </p:txBody>
      </p:sp>
      <p:pic>
        <p:nvPicPr>
          <p:cNvPr id="3" name="Picture 2">
            <a:extLst>
              <a:ext uri="{FF2B5EF4-FFF2-40B4-BE49-F238E27FC236}">
                <a16:creationId xmlns:a16="http://schemas.microsoft.com/office/drawing/2014/main" id="{F666D60A-C4B1-530C-57C6-5B1283CA5E1D}"/>
              </a:ext>
            </a:extLst>
          </p:cNvPr>
          <p:cNvPicPr>
            <a:picLocks noChangeAspect="1"/>
          </p:cNvPicPr>
          <p:nvPr/>
        </p:nvPicPr>
        <p:blipFill>
          <a:blip r:embed="rId8"/>
          <a:stretch>
            <a:fillRect/>
          </a:stretch>
        </p:blipFill>
        <p:spPr>
          <a:xfrm>
            <a:off x="5940152" y="1562729"/>
            <a:ext cx="1893565" cy="1506483"/>
          </a:xfrm>
          <a:prstGeom prst="rect">
            <a:avLst/>
          </a:prstGeom>
        </p:spPr>
      </p:pic>
    </p:spTree>
    <p:custDataLst>
      <p:tags r:id="rId1"/>
    </p:custDataLst>
    <p:extLst>
      <p:ext uri="{BB962C8B-B14F-4D97-AF65-F5344CB8AC3E}">
        <p14:creationId xmlns:p14="http://schemas.microsoft.com/office/powerpoint/2010/main" val="12559998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2724">
        <p15:prstTrans prst="pageCurlDoub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 calcmode="lin" valueType="num">
                                      <p:cBhvr>
                                        <p:cTn id="13" dur="500" fill="hold"/>
                                        <p:tgtEl>
                                          <p:spTgt spid="70"/>
                                        </p:tgtEl>
                                        <p:attrNameLst>
                                          <p:attrName>ppt_w</p:attrName>
                                        </p:attrNameLst>
                                      </p:cBhvr>
                                      <p:tavLst>
                                        <p:tav tm="0">
                                          <p:val>
                                            <p:fltVal val="0"/>
                                          </p:val>
                                        </p:tav>
                                        <p:tav tm="100000">
                                          <p:val>
                                            <p:strVal val="#ppt_w"/>
                                          </p:val>
                                        </p:tav>
                                      </p:tavLst>
                                    </p:anim>
                                    <p:anim calcmode="lin" valueType="num">
                                      <p:cBhvr>
                                        <p:cTn id="14" dur="500" fill="hold"/>
                                        <p:tgtEl>
                                          <p:spTgt spid="70"/>
                                        </p:tgtEl>
                                        <p:attrNameLst>
                                          <p:attrName>ppt_h</p:attrName>
                                        </p:attrNameLst>
                                      </p:cBhvr>
                                      <p:tavLst>
                                        <p:tav tm="0">
                                          <p:val>
                                            <p:fltVal val="0"/>
                                          </p:val>
                                        </p:tav>
                                        <p:tav tm="100000">
                                          <p:val>
                                            <p:strVal val="#ppt_h"/>
                                          </p:val>
                                        </p:tav>
                                      </p:tavLst>
                                    </p:anim>
                                    <p:anim calcmode="lin" valueType="num">
                                      <p:cBhvr>
                                        <p:cTn id="15" dur="500" fill="hold"/>
                                        <p:tgtEl>
                                          <p:spTgt spid="70"/>
                                        </p:tgtEl>
                                        <p:attrNameLst>
                                          <p:attrName>style.rotation</p:attrName>
                                        </p:attrNameLst>
                                      </p:cBhvr>
                                      <p:tavLst>
                                        <p:tav tm="0">
                                          <p:val>
                                            <p:fltVal val="360"/>
                                          </p:val>
                                        </p:tav>
                                        <p:tav tm="100000">
                                          <p:val>
                                            <p:fltVal val="0"/>
                                          </p:val>
                                        </p:tav>
                                      </p:tavLst>
                                    </p:anim>
                                    <p:animEffect transition="in" filter="fade">
                                      <p:cBhvr>
                                        <p:cTn id="16" dur="500"/>
                                        <p:tgtEl>
                                          <p:spTgt spid="7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40">
                                            <p:txEl>
                                              <p:pRg st="0" end="0"/>
                                            </p:txEl>
                                          </p:spTgt>
                                        </p:tgtEl>
                                        <p:attrNameLst>
                                          <p:attrName>style.visibility</p:attrName>
                                        </p:attrNameLst>
                                      </p:cBhvr>
                                      <p:to>
                                        <p:strVal val="visible"/>
                                      </p:to>
                                    </p:set>
                                    <p:anim calcmode="lin" valueType="num">
                                      <p:cBhvr>
                                        <p:cTn id="21" dur="500" fill="hold"/>
                                        <p:tgtEl>
                                          <p:spTgt spid="140">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140">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140">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7">
                                            <p:txEl>
                                              <p:pRg st="0" end="0"/>
                                            </p:txEl>
                                          </p:spTgt>
                                        </p:tgtEl>
                                        <p:attrNameLst>
                                          <p:attrName>style.visibility</p:attrName>
                                        </p:attrNameLst>
                                      </p:cBhvr>
                                      <p:to>
                                        <p:strVal val="visible"/>
                                      </p:to>
                                    </p:set>
                                    <p:anim calcmode="lin" valueType="num">
                                      <p:cBhvr>
                                        <p:cTn id="28" dur="500" fill="hold"/>
                                        <p:tgtEl>
                                          <p:spTgt spid="27">
                                            <p:txEl>
                                              <p:pRg st="0" end="0"/>
                                            </p:txEl>
                                          </p:spTgt>
                                        </p:tgtEl>
                                        <p:attrNameLst>
                                          <p:attrName>ppt_w</p:attrName>
                                        </p:attrNameLst>
                                      </p:cBhvr>
                                      <p:tavLst>
                                        <p:tav tm="0">
                                          <p:val>
                                            <p:fltVal val="0"/>
                                          </p:val>
                                        </p:tav>
                                        <p:tav tm="100000">
                                          <p:val>
                                            <p:strVal val="#ppt_w"/>
                                          </p:val>
                                        </p:tav>
                                      </p:tavLst>
                                    </p:anim>
                                    <p:anim calcmode="lin" valueType="num">
                                      <p:cBhvr>
                                        <p:cTn id="29" dur="500" fill="hold"/>
                                        <p:tgtEl>
                                          <p:spTgt spid="27">
                                            <p:txEl>
                                              <p:pRg st="0" end="0"/>
                                            </p:txEl>
                                          </p:spTgt>
                                        </p:tgtEl>
                                        <p:attrNameLst>
                                          <p:attrName>ppt_h</p:attrName>
                                        </p:attrNameLst>
                                      </p:cBhvr>
                                      <p:tavLst>
                                        <p:tav tm="0">
                                          <p:val>
                                            <p:fltVal val="0"/>
                                          </p:val>
                                        </p:tav>
                                        <p:tav tm="100000">
                                          <p:val>
                                            <p:strVal val="#ppt_h"/>
                                          </p:val>
                                        </p:tav>
                                      </p:tavLst>
                                    </p:anim>
                                    <p:animEffect transition="in" filter="fade">
                                      <p:cBhvr>
                                        <p:cTn id="30" dur="500"/>
                                        <p:tgtEl>
                                          <p:spTgt spid="27">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27">
                                            <p:txEl>
                                              <p:pRg st="1" end="1"/>
                                            </p:txEl>
                                          </p:spTgt>
                                        </p:tgtEl>
                                        <p:attrNameLst>
                                          <p:attrName>style.visibility</p:attrName>
                                        </p:attrNameLst>
                                      </p:cBhvr>
                                      <p:to>
                                        <p:strVal val="visible"/>
                                      </p:to>
                                    </p:set>
                                    <p:anim calcmode="lin" valueType="num">
                                      <p:cBhvr>
                                        <p:cTn id="35" dur="500" fill="hold"/>
                                        <p:tgtEl>
                                          <p:spTgt spid="27">
                                            <p:txEl>
                                              <p:pRg st="1" end="1"/>
                                            </p:txEl>
                                          </p:spTgt>
                                        </p:tgtEl>
                                        <p:attrNameLst>
                                          <p:attrName>ppt_w</p:attrName>
                                        </p:attrNameLst>
                                      </p:cBhvr>
                                      <p:tavLst>
                                        <p:tav tm="0">
                                          <p:val>
                                            <p:fltVal val="0"/>
                                          </p:val>
                                        </p:tav>
                                        <p:tav tm="100000">
                                          <p:val>
                                            <p:strVal val="#ppt_w"/>
                                          </p:val>
                                        </p:tav>
                                      </p:tavLst>
                                    </p:anim>
                                    <p:anim calcmode="lin" valueType="num">
                                      <p:cBhvr>
                                        <p:cTn id="36" dur="500" fill="hold"/>
                                        <p:tgtEl>
                                          <p:spTgt spid="27">
                                            <p:txEl>
                                              <p:pRg st="1" end="1"/>
                                            </p:txEl>
                                          </p:spTgt>
                                        </p:tgtEl>
                                        <p:attrNameLst>
                                          <p:attrName>ppt_h</p:attrName>
                                        </p:attrNameLst>
                                      </p:cBhvr>
                                      <p:tavLst>
                                        <p:tav tm="0">
                                          <p:val>
                                            <p:fltVal val="0"/>
                                          </p:val>
                                        </p:tav>
                                        <p:tav tm="100000">
                                          <p:val>
                                            <p:strVal val="#ppt_h"/>
                                          </p:val>
                                        </p:tav>
                                      </p:tavLst>
                                    </p:anim>
                                    <p:animEffect transition="in" filter="fade">
                                      <p:cBhvr>
                                        <p:cTn id="37" dur="500"/>
                                        <p:tgtEl>
                                          <p:spTgt spid="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1170979" flipH="1">
            <a:off x="3621645" y="971202"/>
            <a:ext cx="1900710" cy="1614432"/>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sp>
        <p:nvSpPr>
          <p:cNvPr id="15" name="矩形 14"/>
          <p:cNvSpPr/>
          <p:nvPr/>
        </p:nvSpPr>
        <p:spPr>
          <a:xfrm>
            <a:off x="3819113" y="1588083"/>
            <a:ext cx="1400960" cy="78168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8" name="图片 17"/>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5154763" y="1767842"/>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5">
            <a:extLst>
              <a:ext uri="{FF2B5EF4-FFF2-40B4-BE49-F238E27FC236}">
                <a16:creationId xmlns:a16="http://schemas.microsoft.com/office/drawing/2014/main" id="{9F044F43-439E-4EDE-8077-0D10A68BF276}"/>
              </a:ext>
            </a:extLst>
          </p:cNvPr>
          <p:cNvSpPr txBox="1"/>
          <p:nvPr/>
        </p:nvSpPr>
        <p:spPr>
          <a:xfrm>
            <a:off x="4189096" y="1619192"/>
            <a:ext cx="1157064" cy="71946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a:normAutofit fontScale="92500" lnSpcReduction="10000"/>
          </a:bodyPr>
          <a:lstStyle/>
          <a:p>
            <a:r>
              <a:rPr lang="en-US" altLang="zh-CN" sz="5400" b="1" dirty="0">
                <a:solidFill>
                  <a:schemeClr val="bg1"/>
                </a:solidFill>
                <a:latin typeface="+mn-lt"/>
                <a:ea typeface="+mn-ea"/>
                <a:cs typeface="+mn-ea"/>
                <a:sym typeface="+mn-lt"/>
              </a:rPr>
              <a:t>04</a:t>
            </a:r>
            <a:endParaRPr lang="en-US" altLang="zh-CN" sz="3200" b="1" dirty="0">
              <a:solidFill>
                <a:schemeClr val="bg1"/>
              </a:solidFill>
              <a:latin typeface="+mn-lt"/>
              <a:ea typeface="+mn-ea"/>
              <a:cs typeface="+mn-ea"/>
              <a:sym typeface="+mn-lt"/>
            </a:endParaRPr>
          </a:p>
        </p:txBody>
      </p:sp>
      <p:sp>
        <p:nvSpPr>
          <p:cNvPr id="8" name="TextBox 7">
            <a:extLst>
              <a:ext uri="{FF2B5EF4-FFF2-40B4-BE49-F238E27FC236}">
                <a16:creationId xmlns:a16="http://schemas.microsoft.com/office/drawing/2014/main" id="{F67A2238-1FD2-4CD6-BB78-E66DDA5EE689}"/>
              </a:ext>
            </a:extLst>
          </p:cNvPr>
          <p:cNvSpPr>
            <a:spLocks noChangeArrowheads="1"/>
          </p:cNvSpPr>
          <p:nvPr/>
        </p:nvSpPr>
        <p:spPr bwMode="auto">
          <a:xfrm>
            <a:off x="1789831" y="2911462"/>
            <a:ext cx="5806506" cy="1209305"/>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algn="ctr">
              <a:lnSpc>
                <a:spcPct val="150000"/>
              </a:lnSpc>
            </a:pPr>
            <a:r>
              <a:rPr lang="en-US" altLang="zh-CN" sz="2800" b="1" dirty="0">
                <a:solidFill>
                  <a:srgbClr val="CE7532"/>
                </a:solidFill>
                <a:cs typeface="Calibri" panose="020F0502020204030204" pitchFamily="34" charset="0"/>
                <a:sym typeface="+mn-lt"/>
              </a:rPr>
              <a:t>Organization or Team structure in software industry</a:t>
            </a:r>
          </a:p>
        </p:txBody>
      </p:sp>
    </p:spTree>
    <p:custDataLst>
      <p:tags r:id="rId1"/>
    </p:custDataLst>
    <p:extLst>
      <p:ext uri="{BB962C8B-B14F-4D97-AF65-F5344CB8AC3E}">
        <p14:creationId xmlns:p14="http://schemas.microsoft.com/office/powerpoint/2010/main" val="33318993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2549">
        <p15:prstTrans prst="pageCurlDoub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 calcmode="lin" valueType="num">
                                      <p:cBhvr>
                                        <p:cTn id="14" dur="500" fill="hold"/>
                                        <p:tgtEl>
                                          <p:spTgt spid="18"/>
                                        </p:tgtEl>
                                        <p:attrNameLst>
                                          <p:attrName>style.rotation</p:attrName>
                                        </p:attrNameLst>
                                      </p:cBhvr>
                                      <p:tavLst>
                                        <p:tav tm="0">
                                          <p:val>
                                            <p:fltVal val="360"/>
                                          </p:val>
                                        </p:tav>
                                        <p:tav tm="100000">
                                          <p:val>
                                            <p:fltVal val="0"/>
                                          </p:val>
                                        </p:tav>
                                      </p:tavLst>
                                    </p:anim>
                                    <p:animEffect transition="in" filter="fade">
                                      <p:cBhvr>
                                        <p:cTn id="15" dur="500"/>
                                        <p:tgtEl>
                                          <p:spTgt spid="18"/>
                                        </p:tgtEl>
                                      </p:cBhvr>
                                    </p:animEffect>
                                  </p:childTnLst>
                                </p:cTn>
                              </p:par>
                              <p:par>
                                <p:cTn id="16" presetID="49" presetClass="entr" presetSubtype="0" decel="10000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ppt_w</p:attrName>
                                        </p:attrNameLst>
                                      </p:cBhvr>
                                      <p:tavLst>
                                        <p:tav tm="0">
                                          <p:val>
                                            <p:fltVal val="0"/>
                                          </p:val>
                                        </p:tav>
                                        <p:tav tm="100000">
                                          <p:val>
                                            <p:strVal val="#ppt_w"/>
                                          </p:val>
                                        </p:tav>
                                      </p:tavLst>
                                    </p:anim>
                                    <p:anim calcmode="lin" valueType="num">
                                      <p:cBhvr>
                                        <p:cTn id="19" dur="500" fill="hold"/>
                                        <p:tgtEl>
                                          <p:spTgt spid="13"/>
                                        </p:tgtEl>
                                        <p:attrNameLst>
                                          <p:attrName>ppt_h</p:attrName>
                                        </p:attrNameLst>
                                      </p:cBhvr>
                                      <p:tavLst>
                                        <p:tav tm="0">
                                          <p:val>
                                            <p:fltVal val="0"/>
                                          </p:val>
                                        </p:tav>
                                        <p:tav tm="100000">
                                          <p:val>
                                            <p:strVal val="#ppt_h"/>
                                          </p:val>
                                        </p:tav>
                                      </p:tavLst>
                                    </p:anim>
                                    <p:anim calcmode="lin" valueType="num">
                                      <p:cBhvr>
                                        <p:cTn id="20" dur="500" fill="hold"/>
                                        <p:tgtEl>
                                          <p:spTgt spid="13"/>
                                        </p:tgtEl>
                                        <p:attrNameLst>
                                          <p:attrName>style.rotation</p:attrName>
                                        </p:attrNameLst>
                                      </p:cBhvr>
                                      <p:tavLst>
                                        <p:tav tm="0">
                                          <p:val>
                                            <p:fltVal val="360"/>
                                          </p:val>
                                        </p:tav>
                                        <p:tav tm="100000">
                                          <p:val>
                                            <p:fltVal val="0"/>
                                          </p:val>
                                        </p:tav>
                                      </p:tavLst>
                                    </p:anim>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p:cTn id="26" dur="500" fill="hold"/>
                                        <p:tgtEl>
                                          <p:spTgt spid="15"/>
                                        </p:tgtEl>
                                        <p:attrNameLst>
                                          <p:attrName>ppt_w</p:attrName>
                                        </p:attrNameLst>
                                      </p:cBhvr>
                                      <p:tavLst>
                                        <p:tav tm="0">
                                          <p:val>
                                            <p:fltVal val="0"/>
                                          </p:val>
                                        </p:tav>
                                        <p:tav tm="100000">
                                          <p:val>
                                            <p:strVal val="#ppt_w"/>
                                          </p:val>
                                        </p:tav>
                                      </p:tavLst>
                                    </p:anim>
                                    <p:anim calcmode="lin" valueType="num">
                                      <p:cBhvr>
                                        <p:cTn id="27" dur="500" fill="hold"/>
                                        <p:tgtEl>
                                          <p:spTgt spid="15"/>
                                        </p:tgtEl>
                                        <p:attrNameLst>
                                          <p:attrName>ppt_h</p:attrName>
                                        </p:attrNameLst>
                                      </p:cBhvr>
                                      <p:tavLst>
                                        <p:tav tm="0">
                                          <p:val>
                                            <p:fltVal val="0"/>
                                          </p:val>
                                        </p:tav>
                                        <p:tav tm="100000">
                                          <p:val>
                                            <p:strVal val="#ppt_h"/>
                                          </p:val>
                                        </p:tav>
                                      </p:tavLst>
                                    </p:anim>
                                    <p:animEffect transition="in" filter="fade">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anim calcmode="lin" valueType="num">
                                      <p:cBhvr>
                                        <p:cTn id="33" dur="500" fill="hold"/>
                                        <p:tgtEl>
                                          <p:spTgt spid="8">
                                            <p:txEl>
                                              <p:pRg st="0" end="0"/>
                                            </p:txEl>
                                          </p:spTgt>
                                        </p:tgtEl>
                                        <p:attrNameLst>
                                          <p:attrName>ppt_w</p:attrName>
                                        </p:attrNameLst>
                                      </p:cBhvr>
                                      <p:tavLst>
                                        <p:tav tm="0">
                                          <p:val>
                                            <p:fltVal val="0"/>
                                          </p:val>
                                        </p:tav>
                                        <p:tav tm="100000">
                                          <p:val>
                                            <p:strVal val="#ppt_w"/>
                                          </p:val>
                                        </p:tav>
                                      </p:tavLst>
                                    </p:anim>
                                    <p:anim calcmode="lin" valueType="num">
                                      <p:cBhvr>
                                        <p:cTn id="34" dur="5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35"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120188" y="4372727"/>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0" name="图片 12"/>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21351356" flipH="1">
            <a:off x="146286" y="-6008"/>
            <a:ext cx="1319882" cy="1121086"/>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40" name="TextBox 7">
            <a:extLst>
              <a:ext uri="{FF2B5EF4-FFF2-40B4-BE49-F238E27FC236}">
                <a16:creationId xmlns:a16="http://schemas.microsoft.com/office/drawing/2014/main" id="{F67A2238-1FD2-4CD6-BB78-E66DDA5EE689}"/>
              </a:ext>
            </a:extLst>
          </p:cNvPr>
          <p:cNvSpPr>
            <a:spLocks noChangeArrowheads="1"/>
          </p:cNvSpPr>
          <p:nvPr/>
        </p:nvSpPr>
        <p:spPr bwMode="auto">
          <a:xfrm>
            <a:off x="1979712" y="123478"/>
            <a:ext cx="6802633" cy="1036566"/>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algn="just">
              <a:lnSpc>
                <a:spcPct val="150000"/>
              </a:lnSpc>
            </a:pPr>
            <a:r>
              <a:rPr lang="en-US" altLang="zh-CN" sz="2400" b="1" dirty="0">
                <a:solidFill>
                  <a:srgbClr val="CE7532"/>
                </a:solidFill>
                <a:cs typeface="Calibri" panose="020F0502020204030204" pitchFamily="34" charset="0"/>
                <a:sym typeface="+mn-lt"/>
              </a:rPr>
              <a:t>04. Organization or Team structure in software industry</a:t>
            </a:r>
          </a:p>
        </p:txBody>
      </p:sp>
      <p:sp>
        <p:nvSpPr>
          <p:cNvPr id="27" name="TextBox 7">
            <a:extLst>
              <a:ext uri="{FF2B5EF4-FFF2-40B4-BE49-F238E27FC236}">
                <a16:creationId xmlns:a16="http://schemas.microsoft.com/office/drawing/2014/main" id="{F67A2238-1FD2-4CD6-BB78-E66DDA5EE689}"/>
              </a:ext>
            </a:extLst>
          </p:cNvPr>
          <p:cNvSpPr>
            <a:spLocks noChangeArrowheads="1"/>
          </p:cNvSpPr>
          <p:nvPr/>
        </p:nvSpPr>
        <p:spPr bwMode="auto">
          <a:xfrm>
            <a:off x="467544" y="1248398"/>
            <a:ext cx="8161647" cy="215444"/>
          </a:xfrm>
          <a:prstGeom prst="rect">
            <a:avLst/>
          </a:prstGeom>
          <a:noFill/>
          <a:ln>
            <a:noFill/>
            <a:headEnd/>
            <a:tailEnd/>
          </a:ln>
          <a:effectLst>
            <a:glow rad="101600">
              <a:srgbClr val="FF0000">
                <a:alpha val="40000"/>
              </a:srgbClr>
            </a:glow>
          </a:effectLst>
          <a:scene3d>
            <a:camera prst="orthographicFront">
              <a:rot lat="0" lon="0" rev="0"/>
            </a:camera>
            <a:lightRig rig="contrasting" dir="t">
              <a:rot lat="0" lon="0" rev="7800000"/>
            </a:lightRig>
          </a:scene3d>
          <a:sp3d>
            <a:bevelT w="139700" h="1397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endParaRPr lang="en-US" sz="1400" b="1" dirty="0">
              <a:solidFill>
                <a:schemeClr val="accent1">
                  <a:lumMod val="50000"/>
                </a:schemeClr>
              </a:solidFill>
              <a:latin typeface="Calibri" panose="020F0502020204030204" pitchFamily="34" charset="0"/>
              <a:cs typeface="Calibri" panose="020F0502020204030204" pitchFamily="34" charset="0"/>
            </a:endParaRPr>
          </a:p>
        </p:txBody>
      </p:sp>
      <p:graphicFrame>
        <p:nvGraphicFramePr>
          <p:cNvPr id="8" name="Diagram 7"/>
          <p:cNvGraphicFramePr/>
          <p:nvPr>
            <p:extLst>
              <p:ext uri="{D42A27DB-BD31-4B8C-83A1-F6EECF244321}">
                <p14:modId xmlns:p14="http://schemas.microsoft.com/office/powerpoint/2010/main" val="2646889189"/>
              </p:ext>
            </p:extLst>
          </p:nvPr>
        </p:nvGraphicFramePr>
        <p:xfrm>
          <a:off x="793351" y="1248398"/>
          <a:ext cx="5866881" cy="362760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 name="TextBox 7">
            <a:extLst>
              <a:ext uri="{FF2B5EF4-FFF2-40B4-BE49-F238E27FC236}">
                <a16:creationId xmlns:a16="http://schemas.microsoft.com/office/drawing/2014/main" id="{E836C70D-8DB1-465D-76D1-B15A0AF280BD}"/>
              </a:ext>
            </a:extLst>
          </p:cNvPr>
          <p:cNvSpPr>
            <a:spLocks noChangeArrowheads="1"/>
          </p:cNvSpPr>
          <p:nvPr/>
        </p:nvSpPr>
        <p:spPr bwMode="auto">
          <a:xfrm>
            <a:off x="7232074" y="1550937"/>
            <a:ext cx="1368152" cy="893578"/>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a:lnSpc>
                <a:spcPct val="150000"/>
              </a:lnSpc>
            </a:pPr>
            <a:r>
              <a:rPr lang="en-US" altLang="zh-CN" sz="1000" b="1" dirty="0">
                <a:solidFill>
                  <a:schemeClr val="accent1">
                    <a:lumMod val="50000"/>
                  </a:schemeClr>
                </a:solidFill>
                <a:cs typeface="Calibri" panose="020F0502020204030204" pitchFamily="34" charset="0"/>
                <a:sym typeface="+mn-lt"/>
              </a:rPr>
              <a:t>Refer : Organization or Team structure in software industry file for more detail</a:t>
            </a:r>
          </a:p>
        </p:txBody>
      </p:sp>
    </p:spTree>
    <p:custDataLst>
      <p:tags r:id="rId1"/>
    </p:custDataLst>
    <p:extLst>
      <p:ext uri="{BB962C8B-B14F-4D97-AF65-F5344CB8AC3E}">
        <p14:creationId xmlns:p14="http://schemas.microsoft.com/office/powerpoint/2010/main" val="5630017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2724">
        <p15:prstTrans prst="pageCurlDoub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 calcmode="lin" valueType="num">
                                      <p:cBhvr>
                                        <p:cTn id="13" dur="500" fill="hold"/>
                                        <p:tgtEl>
                                          <p:spTgt spid="70"/>
                                        </p:tgtEl>
                                        <p:attrNameLst>
                                          <p:attrName>ppt_w</p:attrName>
                                        </p:attrNameLst>
                                      </p:cBhvr>
                                      <p:tavLst>
                                        <p:tav tm="0">
                                          <p:val>
                                            <p:fltVal val="0"/>
                                          </p:val>
                                        </p:tav>
                                        <p:tav tm="100000">
                                          <p:val>
                                            <p:strVal val="#ppt_w"/>
                                          </p:val>
                                        </p:tav>
                                      </p:tavLst>
                                    </p:anim>
                                    <p:anim calcmode="lin" valueType="num">
                                      <p:cBhvr>
                                        <p:cTn id="14" dur="500" fill="hold"/>
                                        <p:tgtEl>
                                          <p:spTgt spid="70"/>
                                        </p:tgtEl>
                                        <p:attrNameLst>
                                          <p:attrName>ppt_h</p:attrName>
                                        </p:attrNameLst>
                                      </p:cBhvr>
                                      <p:tavLst>
                                        <p:tav tm="0">
                                          <p:val>
                                            <p:fltVal val="0"/>
                                          </p:val>
                                        </p:tav>
                                        <p:tav tm="100000">
                                          <p:val>
                                            <p:strVal val="#ppt_h"/>
                                          </p:val>
                                        </p:tav>
                                      </p:tavLst>
                                    </p:anim>
                                    <p:anim calcmode="lin" valueType="num">
                                      <p:cBhvr>
                                        <p:cTn id="15" dur="500" fill="hold"/>
                                        <p:tgtEl>
                                          <p:spTgt spid="70"/>
                                        </p:tgtEl>
                                        <p:attrNameLst>
                                          <p:attrName>style.rotation</p:attrName>
                                        </p:attrNameLst>
                                      </p:cBhvr>
                                      <p:tavLst>
                                        <p:tav tm="0">
                                          <p:val>
                                            <p:fltVal val="360"/>
                                          </p:val>
                                        </p:tav>
                                        <p:tav tm="100000">
                                          <p:val>
                                            <p:fltVal val="0"/>
                                          </p:val>
                                        </p:tav>
                                      </p:tavLst>
                                    </p:anim>
                                    <p:animEffect transition="in" filter="fade">
                                      <p:cBhvr>
                                        <p:cTn id="16" dur="500"/>
                                        <p:tgtEl>
                                          <p:spTgt spid="7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40">
                                            <p:txEl>
                                              <p:pRg st="0" end="0"/>
                                            </p:txEl>
                                          </p:spTgt>
                                        </p:tgtEl>
                                        <p:attrNameLst>
                                          <p:attrName>style.visibility</p:attrName>
                                        </p:attrNameLst>
                                      </p:cBhvr>
                                      <p:to>
                                        <p:strVal val="visible"/>
                                      </p:to>
                                    </p:set>
                                    <p:anim calcmode="lin" valueType="num">
                                      <p:cBhvr>
                                        <p:cTn id="21" dur="500" fill="hold"/>
                                        <p:tgtEl>
                                          <p:spTgt spid="140">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140">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140">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nodePh="1">
                                  <p:stCondLst>
                                    <p:cond delay="0"/>
                                  </p:stCondLst>
                                  <p:endCondLst>
                                    <p:cond evt="begin" delay="0">
                                      <p:tn val="26"/>
                                    </p:cond>
                                  </p:endCondLst>
                                  <p:childTnLst>
                                    <p:set>
                                      <p:cBhvr>
                                        <p:cTn id="27" dur="1" fill="hold">
                                          <p:stCondLst>
                                            <p:cond delay="0"/>
                                          </p:stCondLst>
                                        </p:cTn>
                                        <p:tgtEl>
                                          <p:spTgt spid="27">
                                            <p:txEl>
                                              <p:pRg st="0" end="0"/>
                                            </p:txEl>
                                          </p:spTgt>
                                        </p:tgtEl>
                                        <p:attrNameLst>
                                          <p:attrName>style.visibility</p:attrName>
                                        </p:attrNameLst>
                                      </p:cBhvr>
                                      <p:to>
                                        <p:strVal val="visible"/>
                                      </p:to>
                                    </p:set>
                                    <p:anim calcmode="lin" valueType="num">
                                      <p:cBhvr>
                                        <p:cTn id="28" dur="500" fill="hold"/>
                                        <p:tgtEl>
                                          <p:spTgt spid="27">
                                            <p:txEl>
                                              <p:pRg st="0" end="0"/>
                                            </p:txEl>
                                          </p:spTgt>
                                        </p:tgtEl>
                                        <p:attrNameLst>
                                          <p:attrName>ppt_w</p:attrName>
                                        </p:attrNameLst>
                                      </p:cBhvr>
                                      <p:tavLst>
                                        <p:tav tm="0">
                                          <p:val>
                                            <p:fltVal val="0"/>
                                          </p:val>
                                        </p:tav>
                                        <p:tav tm="100000">
                                          <p:val>
                                            <p:strVal val="#ppt_w"/>
                                          </p:val>
                                        </p:tav>
                                      </p:tavLst>
                                    </p:anim>
                                    <p:anim calcmode="lin" valueType="num">
                                      <p:cBhvr>
                                        <p:cTn id="29" dur="500" fill="hold"/>
                                        <p:tgtEl>
                                          <p:spTgt spid="27">
                                            <p:txEl>
                                              <p:pRg st="0" end="0"/>
                                            </p:txEl>
                                          </p:spTgt>
                                        </p:tgtEl>
                                        <p:attrNameLst>
                                          <p:attrName>ppt_h</p:attrName>
                                        </p:attrNameLst>
                                      </p:cBhvr>
                                      <p:tavLst>
                                        <p:tav tm="0">
                                          <p:val>
                                            <p:fltVal val="0"/>
                                          </p:val>
                                        </p:tav>
                                        <p:tav tm="100000">
                                          <p:val>
                                            <p:strVal val="#ppt_h"/>
                                          </p:val>
                                        </p:tav>
                                      </p:tavLst>
                                    </p:anim>
                                    <p:animEffect transition="in" filter="fade">
                                      <p:cBhvr>
                                        <p:cTn id="30" dur="500"/>
                                        <p:tgtEl>
                                          <p:spTgt spid="27">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down)">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nodeType="clickEffect">
                                  <p:stCondLst>
                                    <p:cond delay="0"/>
                                  </p:stCondLst>
                                  <p:childTnLst>
                                    <p:set>
                                      <p:cBhvr>
                                        <p:cTn id="39" dur="1" fill="hold">
                                          <p:stCondLst>
                                            <p:cond delay="0"/>
                                          </p:stCondLst>
                                        </p:cTn>
                                        <p:tgtEl>
                                          <p:spTgt spid="2">
                                            <p:txEl>
                                              <p:pRg st="0" end="0"/>
                                            </p:txEl>
                                          </p:spTgt>
                                        </p:tgtEl>
                                        <p:attrNameLst>
                                          <p:attrName>style.visibility</p:attrName>
                                        </p:attrNameLst>
                                      </p:cBhvr>
                                      <p:to>
                                        <p:strVal val="visible"/>
                                      </p:to>
                                    </p:set>
                                    <p:anim calcmode="lin" valueType="num">
                                      <p:cBhvr>
                                        <p:cTn id="40"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41"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4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1170979" flipH="1">
            <a:off x="3621645" y="971202"/>
            <a:ext cx="1900710" cy="1614432"/>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sp>
        <p:nvSpPr>
          <p:cNvPr id="15" name="矩形 14"/>
          <p:cNvSpPr/>
          <p:nvPr/>
        </p:nvSpPr>
        <p:spPr>
          <a:xfrm>
            <a:off x="3819113" y="1588083"/>
            <a:ext cx="1400960" cy="78168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8" name="图片 17"/>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5154763" y="1767842"/>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5">
            <a:extLst>
              <a:ext uri="{FF2B5EF4-FFF2-40B4-BE49-F238E27FC236}">
                <a16:creationId xmlns:a16="http://schemas.microsoft.com/office/drawing/2014/main" id="{9F044F43-439E-4EDE-8077-0D10A68BF276}"/>
              </a:ext>
            </a:extLst>
          </p:cNvPr>
          <p:cNvSpPr txBox="1"/>
          <p:nvPr/>
        </p:nvSpPr>
        <p:spPr>
          <a:xfrm>
            <a:off x="4189096" y="1619192"/>
            <a:ext cx="1157064" cy="71946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a:normAutofit fontScale="92500" lnSpcReduction="10000"/>
          </a:bodyPr>
          <a:lstStyle/>
          <a:p>
            <a:r>
              <a:rPr lang="en-US" altLang="zh-CN" sz="5400" b="1" dirty="0">
                <a:solidFill>
                  <a:schemeClr val="bg1"/>
                </a:solidFill>
                <a:latin typeface="+mn-lt"/>
                <a:ea typeface="+mn-ea"/>
                <a:cs typeface="+mn-ea"/>
                <a:sym typeface="+mn-lt"/>
              </a:rPr>
              <a:t>04</a:t>
            </a:r>
            <a:endParaRPr lang="en-US" altLang="zh-CN" sz="3200" b="1" dirty="0">
              <a:solidFill>
                <a:schemeClr val="bg1"/>
              </a:solidFill>
              <a:latin typeface="+mn-lt"/>
              <a:ea typeface="+mn-ea"/>
              <a:cs typeface="+mn-ea"/>
              <a:sym typeface="+mn-lt"/>
            </a:endParaRPr>
          </a:p>
        </p:txBody>
      </p:sp>
      <p:sp>
        <p:nvSpPr>
          <p:cNvPr id="8" name="TextBox 7">
            <a:extLst>
              <a:ext uri="{FF2B5EF4-FFF2-40B4-BE49-F238E27FC236}">
                <a16:creationId xmlns:a16="http://schemas.microsoft.com/office/drawing/2014/main" id="{F67A2238-1FD2-4CD6-BB78-E66DDA5EE689}"/>
              </a:ext>
            </a:extLst>
          </p:cNvPr>
          <p:cNvSpPr>
            <a:spLocks noChangeArrowheads="1"/>
          </p:cNvSpPr>
          <p:nvPr/>
        </p:nvSpPr>
        <p:spPr bwMode="auto">
          <a:xfrm>
            <a:off x="611560" y="2887856"/>
            <a:ext cx="7992888" cy="1289777"/>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algn="ctr">
              <a:lnSpc>
                <a:spcPct val="150000"/>
              </a:lnSpc>
            </a:pPr>
            <a:r>
              <a:rPr lang="en-US" altLang="zh-CN" sz="2800" b="1" dirty="0">
                <a:solidFill>
                  <a:srgbClr val="CE7532"/>
                </a:solidFill>
                <a:cs typeface="Calibri" panose="020F0502020204030204" pitchFamily="34" charset="0"/>
                <a:sym typeface="+mn-lt"/>
              </a:rPr>
              <a:t>Why is testing necessary and important?</a:t>
            </a:r>
          </a:p>
          <a:p>
            <a:pPr algn="ctr">
              <a:lnSpc>
                <a:spcPct val="150000"/>
              </a:lnSpc>
            </a:pPr>
            <a:r>
              <a:rPr lang="en-US" altLang="zh-CN" sz="3200" b="1" dirty="0">
                <a:solidFill>
                  <a:srgbClr val="CE7532"/>
                </a:solidFill>
                <a:cs typeface="Calibri" panose="020F0502020204030204" pitchFamily="34" charset="0"/>
                <a:sym typeface="+mn-lt"/>
              </a:rPr>
              <a:t> </a:t>
            </a:r>
          </a:p>
        </p:txBody>
      </p:sp>
    </p:spTree>
    <p:custDataLst>
      <p:tags r:id="rId1"/>
    </p:custDataLst>
    <p:extLst>
      <p:ext uri="{BB962C8B-B14F-4D97-AF65-F5344CB8AC3E}">
        <p14:creationId xmlns:p14="http://schemas.microsoft.com/office/powerpoint/2010/main" val="1792987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2549">
        <p15:prstTrans prst="pageCurlDoub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 calcmode="lin" valueType="num">
                                      <p:cBhvr>
                                        <p:cTn id="14" dur="500" fill="hold"/>
                                        <p:tgtEl>
                                          <p:spTgt spid="18"/>
                                        </p:tgtEl>
                                        <p:attrNameLst>
                                          <p:attrName>style.rotation</p:attrName>
                                        </p:attrNameLst>
                                      </p:cBhvr>
                                      <p:tavLst>
                                        <p:tav tm="0">
                                          <p:val>
                                            <p:fltVal val="360"/>
                                          </p:val>
                                        </p:tav>
                                        <p:tav tm="100000">
                                          <p:val>
                                            <p:fltVal val="0"/>
                                          </p:val>
                                        </p:tav>
                                      </p:tavLst>
                                    </p:anim>
                                    <p:animEffect transition="in" filter="fade">
                                      <p:cBhvr>
                                        <p:cTn id="15" dur="500"/>
                                        <p:tgtEl>
                                          <p:spTgt spid="18"/>
                                        </p:tgtEl>
                                      </p:cBhvr>
                                    </p:animEffect>
                                  </p:childTnLst>
                                </p:cTn>
                              </p:par>
                              <p:par>
                                <p:cTn id="16" presetID="49" presetClass="entr" presetSubtype="0" decel="10000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ppt_w</p:attrName>
                                        </p:attrNameLst>
                                      </p:cBhvr>
                                      <p:tavLst>
                                        <p:tav tm="0">
                                          <p:val>
                                            <p:fltVal val="0"/>
                                          </p:val>
                                        </p:tav>
                                        <p:tav tm="100000">
                                          <p:val>
                                            <p:strVal val="#ppt_w"/>
                                          </p:val>
                                        </p:tav>
                                      </p:tavLst>
                                    </p:anim>
                                    <p:anim calcmode="lin" valueType="num">
                                      <p:cBhvr>
                                        <p:cTn id="19" dur="500" fill="hold"/>
                                        <p:tgtEl>
                                          <p:spTgt spid="13"/>
                                        </p:tgtEl>
                                        <p:attrNameLst>
                                          <p:attrName>ppt_h</p:attrName>
                                        </p:attrNameLst>
                                      </p:cBhvr>
                                      <p:tavLst>
                                        <p:tav tm="0">
                                          <p:val>
                                            <p:fltVal val="0"/>
                                          </p:val>
                                        </p:tav>
                                        <p:tav tm="100000">
                                          <p:val>
                                            <p:strVal val="#ppt_h"/>
                                          </p:val>
                                        </p:tav>
                                      </p:tavLst>
                                    </p:anim>
                                    <p:anim calcmode="lin" valueType="num">
                                      <p:cBhvr>
                                        <p:cTn id="20" dur="500" fill="hold"/>
                                        <p:tgtEl>
                                          <p:spTgt spid="13"/>
                                        </p:tgtEl>
                                        <p:attrNameLst>
                                          <p:attrName>style.rotation</p:attrName>
                                        </p:attrNameLst>
                                      </p:cBhvr>
                                      <p:tavLst>
                                        <p:tav tm="0">
                                          <p:val>
                                            <p:fltVal val="360"/>
                                          </p:val>
                                        </p:tav>
                                        <p:tav tm="100000">
                                          <p:val>
                                            <p:fltVal val="0"/>
                                          </p:val>
                                        </p:tav>
                                      </p:tavLst>
                                    </p:anim>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p:cTn id="26" dur="500" fill="hold"/>
                                        <p:tgtEl>
                                          <p:spTgt spid="15"/>
                                        </p:tgtEl>
                                        <p:attrNameLst>
                                          <p:attrName>ppt_w</p:attrName>
                                        </p:attrNameLst>
                                      </p:cBhvr>
                                      <p:tavLst>
                                        <p:tav tm="0">
                                          <p:val>
                                            <p:fltVal val="0"/>
                                          </p:val>
                                        </p:tav>
                                        <p:tav tm="100000">
                                          <p:val>
                                            <p:strVal val="#ppt_w"/>
                                          </p:val>
                                        </p:tav>
                                      </p:tavLst>
                                    </p:anim>
                                    <p:anim calcmode="lin" valueType="num">
                                      <p:cBhvr>
                                        <p:cTn id="27" dur="500" fill="hold"/>
                                        <p:tgtEl>
                                          <p:spTgt spid="15"/>
                                        </p:tgtEl>
                                        <p:attrNameLst>
                                          <p:attrName>ppt_h</p:attrName>
                                        </p:attrNameLst>
                                      </p:cBhvr>
                                      <p:tavLst>
                                        <p:tav tm="0">
                                          <p:val>
                                            <p:fltVal val="0"/>
                                          </p:val>
                                        </p:tav>
                                        <p:tav tm="100000">
                                          <p:val>
                                            <p:strVal val="#ppt_h"/>
                                          </p:val>
                                        </p:tav>
                                      </p:tavLst>
                                    </p:anim>
                                    <p:animEffect transition="in" filter="fade">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anim calcmode="lin" valueType="num">
                                      <p:cBhvr>
                                        <p:cTn id="33" dur="500" fill="hold"/>
                                        <p:tgtEl>
                                          <p:spTgt spid="8">
                                            <p:txEl>
                                              <p:pRg st="0" end="0"/>
                                            </p:txEl>
                                          </p:spTgt>
                                        </p:tgtEl>
                                        <p:attrNameLst>
                                          <p:attrName>ppt_w</p:attrName>
                                        </p:attrNameLst>
                                      </p:cBhvr>
                                      <p:tavLst>
                                        <p:tav tm="0">
                                          <p:val>
                                            <p:fltVal val="0"/>
                                          </p:val>
                                        </p:tav>
                                        <p:tav tm="100000">
                                          <p:val>
                                            <p:strVal val="#ppt_w"/>
                                          </p:val>
                                        </p:tav>
                                      </p:tavLst>
                                    </p:anim>
                                    <p:anim calcmode="lin" valueType="num">
                                      <p:cBhvr>
                                        <p:cTn id="34" dur="5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35" dur="500"/>
                                        <p:tgtEl>
                                          <p:spTgt spid="8">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nodeType="clickEffect">
                                  <p:stCondLst>
                                    <p:cond delay="0"/>
                                  </p:stCondLst>
                                  <p:childTnLst>
                                    <p:set>
                                      <p:cBhvr>
                                        <p:cTn id="39" dur="1" fill="hold">
                                          <p:stCondLst>
                                            <p:cond delay="0"/>
                                          </p:stCondLst>
                                        </p:cTn>
                                        <p:tgtEl>
                                          <p:spTgt spid="8">
                                            <p:txEl>
                                              <p:pRg st="1" end="1"/>
                                            </p:txEl>
                                          </p:spTgt>
                                        </p:tgtEl>
                                        <p:attrNameLst>
                                          <p:attrName>style.visibility</p:attrName>
                                        </p:attrNameLst>
                                      </p:cBhvr>
                                      <p:to>
                                        <p:strVal val="visible"/>
                                      </p:to>
                                    </p:set>
                                    <p:anim calcmode="lin" valueType="num">
                                      <p:cBhvr>
                                        <p:cTn id="40" dur="500" fill="hold"/>
                                        <p:tgtEl>
                                          <p:spTgt spid="8">
                                            <p:txEl>
                                              <p:pRg st="1" end="1"/>
                                            </p:txEl>
                                          </p:spTgt>
                                        </p:tgtEl>
                                        <p:attrNameLst>
                                          <p:attrName>ppt_w</p:attrName>
                                        </p:attrNameLst>
                                      </p:cBhvr>
                                      <p:tavLst>
                                        <p:tav tm="0">
                                          <p:val>
                                            <p:fltVal val="0"/>
                                          </p:val>
                                        </p:tav>
                                        <p:tav tm="100000">
                                          <p:val>
                                            <p:strVal val="#ppt_w"/>
                                          </p:val>
                                        </p:tav>
                                      </p:tavLst>
                                    </p:anim>
                                    <p:anim calcmode="lin" valueType="num">
                                      <p:cBhvr>
                                        <p:cTn id="41" dur="500" fill="hold"/>
                                        <p:tgtEl>
                                          <p:spTgt spid="8">
                                            <p:txEl>
                                              <p:pRg st="1" end="1"/>
                                            </p:txEl>
                                          </p:spTgt>
                                        </p:tgtEl>
                                        <p:attrNameLst>
                                          <p:attrName>ppt_h</p:attrName>
                                        </p:attrNameLst>
                                      </p:cBhvr>
                                      <p:tavLst>
                                        <p:tav tm="0">
                                          <p:val>
                                            <p:fltVal val="0"/>
                                          </p:val>
                                        </p:tav>
                                        <p:tav tm="100000">
                                          <p:val>
                                            <p:strVal val="#ppt_h"/>
                                          </p:val>
                                        </p:tav>
                                      </p:tavLst>
                                    </p:anim>
                                    <p:animEffect transition="in" filter="fade">
                                      <p:cBhvr>
                                        <p:cTn id="42"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120188" y="4372727"/>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0" name="图片 12"/>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21351356" flipH="1">
            <a:off x="146286" y="-6008"/>
            <a:ext cx="1319882" cy="1121086"/>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40" name="TextBox 7">
            <a:extLst>
              <a:ext uri="{FF2B5EF4-FFF2-40B4-BE49-F238E27FC236}">
                <a16:creationId xmlns:a16="http://schemas.microsoft.com/office/drawing/2014/main" id="{F67A2238-1FD2-4CD6-BB78-E66DDA5EE689}"/>
              </a:ext>
            </a:extLst>
          </p:cNvPr>
          <p:cNvSpPr>
            <a:spLocks noChangeArrowheads="1"/>
          </p:cNvSpPr>
          <p:nvPr/>
        </p:nvSpPr>
        <p:spPr bwMode="auto">
          <a:xfrm>
            <a:off x="1979712" y="123478"/>
            <a:ext cx="6802633" cy="861774"/>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r>
              <a:rPr lang="en-US" altLang="zh-CN" sz="2800" b="1" dirty="0">
                <a:solidFill>
                  <a:srgbClr val="CE7532"/>
                </a:solidFill>
                <a:cs typeface="Calibri" panose="020F0502020204030204" pitchFamily="34" charset="0"/>
                <a:sym typeface="+mn-lt"/>
              </a:rPr>
              <a:t>04. Why is Testing Necessary and Important?</a:t>
            </a:r>
          </a:p>
        </p:txBody>
      </p:sp>
      <p:sp>
        <p:nvSpPr>
          <p:cNvPr id="27" name="TextBox 7">
            <a:extLst>
              <a:ext uri="{FF2B5EF4-FFF2-40B4-BE49-F238E27FC236}">
                <a16:creationId xmlns:a16="http://schemas.microsoft.com/office/drawing/2014/main" id="{F67A2238-1FD2-4CD6-BB78-E66DDA5EE689}"/>
              </a:ext>
            </a:extLst>
          </p:cNvPr>
          <p:cNvSpPr>
            <a:spLocks noChangeArrowheads="1"/>
          </p:cNvSpPr>
          <p:nvPr/>
        </p:nvSpPr>
        <p:spPr bwMode="auto">
          <a:xfrm>
            <a:off x="514809" y="1346475"/>
            <a:ext cx="8161647" cy="4308872"/>
          </a:xfrm>
          <a:prstGeom prst="rect">
            <a:avLst/>
          </a:prstGeom>
          <a:noFill/>
          <a:ln>
            <a:noFill/>
            <a:headEnd/>
            <a:tailEnd/>
          </a:ln>
          <a:effectLst>
            <a:glow rad="101600">
              <a:srgbClr val="FF0000">
                <a:alpha val="40000"/>
              </a:srgb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marL="400050" indent="-400050">
              <a:buFont typeface="+mj-lt"/>
              <a:buAutoNum type="romanUcPeriod"/>
            </a:pPr>
            <a:r>
              <a:rPr lang="en-US" sz="1400" b="1" dirty="0">
                <a:solidFill>
                  <a:srgbClr val="CE7532"/>
                </a:solidFill>
                <a:latin typeface="Calibri" panose="020F0502020204030204" pitchFamily="34" charset="0"/>
                <a:cs typeface="Calibri" panose="020F0502020204030204" pitchFamily="34" charset="0"/>
              </a:rPr>
              <a:t>Ensure Software Works: </a:t>
            </a:r>
            <a:r>
              <a:rPr lang="en-US" sz="1400" b="1" dirty="0">
                <a:solidFill>
                  <a:schemeClr val="accent1">
                    <a:lumMod val="50000"/>
                  </a:schemeClr>
                </a:solidFill>
                <a:latin typeface="Calibri" panose="020F0502020204030204" pitchFamily="34" charset="0"/>
                <a:cs typeface="Calibri" panose="020F0502020204030204" pitchFamily="34" charset="0"/>
              </a:rPr>
              <a:t>Make sure the software does what it's supposed to do.</a:t>
            </a:r>
          </a:p>
          <a:p>
            <a:pPr marL="400050" indent="-400050">
              <a:buFont typeface="+mj-lt"/>
              <a:buAutoNum type="romanUcPeriod"/>
            </a:pPr>
            <a:r>
              <a:rPr lang="en-US" sz="1400" b="1" dirty="0">
                <a:solidFill>
                  <a:srgbClr val="CE7532"/>
                </a:solidFill>
                <a:latin typeface="Calibri" panose="020F0502020204030204" pitchFamily="34" charset="0"/>
                <a:cs typeface="Calibri" panose="020F0502020204030204" pitchFamily="34" charset="0"/>
              </a:rPr>
              <a:t>Find Mistakes Early: </a:t>
            </a:r>
            <a:r>
              <a:rPr lang="en-US" sz="1400" b="1" dirty="0">
                <a:solidFill>
                  <a:schemeClr val="accent1">
                    <a:lumMod val="50000"/>
                  </a:schemeClr>
                </a:solidFill>
                <a:latin typeface="Calibri" panose="020F0502020204030204" pitchFamily="34" charset="0"/>
                <a:cs typeface="Calibri" panose="020F0502020204030204" pitchFamily="34" charset="0"/>
              </a:rPr>
              <a:t>Catch and fix errors defects delivering to the customers.</a:t>
            </a:r>
          </a:p>
          <a:p>
            <a:pPr marL="285750" indent="-285750">
              <a:buFont typeface="Arial" panose="020B0604020202020204" pitchFamily="34" charset="0"/>
              <a:buChar char="•"/>
            </a:pPr>
            <a:r>
              <a:rPr lang="en-US" sz="1400" b="1" dirty="0">
                <a:solidFill>
                  <a:srgbClr val="CE7532"/>
                </a:solidFill>
                <a:latin typeface="Calibri" panose="020F0502020204030204" pitchFamily="34" charset="0"/>
                <a:cs typeface="Calibri" panose="020F0502020204030204" pitchFamily="34" charset="0"/>
              </a:rPr>
              <a:t>Examples</a:t>
            </a:r>
            <a:r>
              <a:rPr lang="en-US" sz="1400" b="1" dirty="0">
                <a:solidFill>
                  <a:schemeClr val="accent1">
                    <a:lumMod val="50000"/>
                  </a:schemeClr>
                </a:solidFill>
                <a:latin typeface="Calibri" panose="020F0502020204030204" pitchFamily="34" charset="0"/>
                <a:cs typeface="Calibri" panose="020F0502020204030204" pitchFamily="34" charset="0"/>
              </a:rPr>
              <a:t> : </a:t>
            </a:r>
          </a:p>
          <a:p>
            <a:pPr marL="742950" lvl="1" indent="-285750">
              <a:buFont typeface="Arial" panose="020B0604020202020204" pitchFamily="34" charset="0"/>
              <a:buChar char="•"/>
            </a:pPr>
            <a:r>
              <a:rPr lang="en-US" sz="1400" b="1" dirty="0">
                <a:solidFill>
                  <a:schemeClr val="accent1">
                    <a:lumMod val="50000"/>
                  </a:schemeClr>
                </a:solidFill>
                <a:latin typeface="Calibri" panose="020F0502020204030204" pitchFamily="34" charset="0"/>
                <a:cs typeface="Calibri" panose="020F0502020204030204" pitchFamily="34" charset="0"/>
              </a:rPr>
              <a:t>E-commerce Website Scenarios and Their testing importance :</a:t>
            </a:r>
          </a:p>
          <a:p>
            <a:pPr lvl="1"/>
            <a:endParaRPr lang="en-US" sz="1400" b="1" dirty="0">
              <a:solidFill>
                <a:schemeClr val="accent1">
                  <a:lumMod val="50000"/>
                </a:schemeClr>
              </a:solidFill>
              <a:latin typeface="Calibri" panose="020F0502020204030204" pitchFamily="34" charset="0"/>
              <a:cs typeface="Calibri" panose="020F0502020204030204" pitchFamily="34" charset="0"/>
            </a:endParaRPr>
          </a:p>
          <a:p>
            <a:pPr marL="800100" lvl="1" indent="-342900">
              <a:buFont typeface="+mj-lt"/>
              <a:buAutoNum type="arabicPeriod"/>
            </a:pPr>
            <a:r>
              <a:rPr lang="en-US" sz="1400" b="1" dirty="0">
                <a:solidFill>
                  <a:schemeClr val="accent1">
                    <a:lumMod val="50000"/>
                  </a:schemeClr>
                </a:solidFill>
                <a:latin typeface="Calibri" panose="020F0502020204030204" pitchFamily="34" charset="0"/>
                <a:cs typeface="Calibri" panose="020F0502020204030204" pitchFamily="34" charset="0"/>
              </a:rPr>
              <a:t>Login/Signup Issues:</a:t>
            </a:r>
          </a:p>
          <a:p>
            <a:pPr marL="1200150" lvl="2" indent="-285750">
              <a:buFont typeface="Arial" panose="020B0604020202020204" pitchFamily="34" charset="0"/>
              <a:buChar char="•"/>
            </a:pPr>
            <a:r>
              <a:rPr lang="en-US" sz="1400" b="1" dirty="0">
                <a:solidFill>
                  <a:srgbClr val="CE7532"/>
                </a:solidFill>
                <a:latin typeface="Calibri" panose="020F0502020204030204" pitchFamily="34" charset="0"/>
                <a:cs typeface="Calibri" panose="020F0502020204030204" pitchFamily="34" charset="0"/>
              </a:rPr>
              <a:t>Case: </a:t>
            </a:r>
            <a:r>
              <a:rPr lang="en-US" sz="1400" b="1" dirty="0">
                <a:solidFill>
                  <a:schemeClr val="accent3">
                    <a:lumMod val="50000"/>
                  </a:schemeClr>
                </a:solidFill>
                <a:latin typeface="Calibri" panose="020F0502020204030204" pitchFamily="34" charset="0"/>
                <a:cs typeface="Calibri" panose="020F0502020204030204" pitchFamily="34" charset="0"/>
              </a:rPr>
              <a:t>Users can't create accounts or log in</a:t>
            </a:r>
            <a:r>
              <a:rPr lang="en-US" sz="1400" b="1" dirty="0">
                <a:solidFill>
                  <a:schemeClr val="accent1">
                    <a:lumMod val="50000"/>
                  </a:schemeClr>
                </a:solidFill>
                <a:latin typeface="Calibri" panose="020F0502020204030204" pitchFamily="34" charset="0"/>
                <a:cs typeface="Calibri" panose="020F0502020204030204" pitchFamily="34" charset="0"/>
              </a:rPr>
              <a:t>.</a:t>
            </a:r>
          </a:p>
          <a:p>
            <a:pPr marL="1200150" lvl="2" indent="-285750">
              <a:buFont typeface="Arial" panose="020B0604020202020204" pitchFamily="34" charset="0"/>
              <a:buChar char="•"/>
            </a:pPr>
            <a:r>
              <a:rPr lang="en-US" sz="1400" b="1" dirty="0">
                <a:solidFill>
                  <a:srgbClr val="CE7532"/>
                </a:solidFill>
                <a:latin typeface="Calibri" panose="020F0502020204030204" pitchFamily="34" charset="0"/>
                <a:cs typeface="Calibri" panose="020F0502020204030204" pitchFamily="34" charset="0"/>
              </a:rPr>
              <a:t>Importance:  </a:t>
            </a:r>
            <a:r>
              <a:rPr lang="en-US" sz="1400" b="1" dirty="0">
                <a:solidFill>
                  <a:schemeClr val="accent1">
                    <a:lumMod val="50000"/>
                  </a:schemeClr>
                </a:solidFill>
                <a:latin typeface="Calibri" panose="020F0502020204030204" pitchFamily="34" charset="0"/>
                <a:cs typeface="Calibri" panose="020F0502020204030204" pitchFamily="34" charset="0"/>
              </a:rPr>
              <a:t>Ensures users can access their accounts, improving user experience.</a:t>
            </a:r>
          </a:p>
          <a:p>
            <a:pPr marL="742950" lvl="1" indent="-285750">
              <a:buFont typeface="Arial" panose="020B0604020202020204" pitchFamily="34" charset="0"/>
              <a:buChar char="•"/>
            </a:pPr>
            <a:endParaRPr lang="en-US" sz="1400" b="1" dirty="0">
              <a:solidFill>
                <a:schemeClr val="accent1">
                  <a:lumMod val="50000"/>
                </a:schemeClr>
              </a:solidFill>
              <a:latin typeface="Calibri" panose="020F0502020204030204" pitchFamily="34" charset="0"/>
              <a:cs typeface="Calibri" panose="020F0502020204030204" pitchFamily="34" charset="0"/>
            </a:endParaRPr>
          </a:p>
          <a:p>
            <a:pPr marL="800100" lvl="1" indent="-342900">
              <a:buFont typeface="+mj-lt"/>
              <a:buAutoNum type="arabicPeriod" startAt="2"/>
            </a:pPr>
            <a:r>
              <a:rPr lang="en-US" sz="1400" b="1" dirty="0">
                <a:solidFill>
                  <a:schemeClr val="accent1">
                    <a:lumMod val="50000"/>
                  </a:schemeClr>
                </a:solidFill>
                <a:latin typeface="Calibri" panose="020F0502020204030204" pitchFamily="34" charset="0"/>
                <a:cs typeface="Calibri" panose="020F0502020204030204" pitchFamily="34" charset="0"/>
              </a:rPr>
              <a:t>Add to Cart Button Not Working:</a:t>
            </a:r>
          </a:p>
          <a:p>
            <a:pPr marL="1200150" lvl="2" indent="-285750">
              <a:buFont typeface="Arial" panose="020B0604020202020204" pitchFamily="34" charset="0"/>
              <a:buChar char="•"/>
            </a:pPr>
            <a:r>
              <a:rPr lang="en-US" sz="1400" b="1" dirty="0">
                <a:solidFill>
                  <a:srgbClr val="CE7532"/>
                </a:solidFill>
                <a:latin typeface="Calibri" panose="020F0502020204030204" pitchFamily="34" charset="0"/>
                <a:cs typeface="Calibri" panose="020F0502020204030204" pitchFamily="34" charset="0"/>
              </a:rPr>
              <a:t>Case: </a:t>
            </a:r>
            <a:r>
              <a:rPr lang="en-US" sz="1400" b="1" dirty="0">
                <a:solidFill>
                  <a:schemeClr val="accent1">
                    <a:lumMod val="50000"/>
                  </a:schemeClr>
                </a:solidFill>
                <a:latin typeface="Calibri" panose="020F0502020204030204" pitchFamily="34" charset="0"/>
                <a:cs typeface="Calibri" panose="020F0502020204030204" pitchFamily="34" charset="0"/>
              </a:rPr>
              <a:t>Users can't add items to their cart.</a:t>
            </a:r>
          </a:p>
          <a:p>
            <a:pPr marL="1200150" lvl="2" indent="-285750">
              <a:buFont typeface="Arial" panose="020B0604020202020204" pitchFamily="34" charset="0"/>
              <a:buChar char="•"/>
            </a:pPr>
            <a:r>
              <a:rPr lang="en-US" sz="1400" b="1" dirty="0">
                <a:solidFill>
                  <a:srgbClr val="CE7532"/>
                </a:solidFill>
                <a:latin typeface="Calibri" panose="020F0502020204030204" pitchFamily="34" charset="0"/>
                <a:cs typeface="Calibri" panose="020F0502020204030204" pitchFamily="34" charset="0"/>
              </a:rPr>
              <a:t>Importance: </a:t>
            </a:r>
            <a:r>
              <a:rPr lang="en-US" sz="1400" b="1" dirty="0">
                <a:solidFill>
                  <a:schemeClr val="accent1">
                    <a:lumMod val="50000"/>
                  </a:schemeClr>
                </a:solidFill>
                <a:latin typeface="Calibri" panose="020F0502020204030204" pitchFamily="34" charset="0"/>
                <a:cs typeface="Calibri" panose="020F0502020204030204" pitchFamily="34" charset="0"/>
              </a:rPr>
              <a:t>Ensures customers can select and buy products, preventing lost sales. </a:t>
            </a:r>
          </a:p>
          <a:p>
            <a:pPr marL="1200150" lvl="2" indent="-285750">
              <a:buFont typeface="Arial" panose="020B0604020202020204" pitchFamily="34" charset="0"/>
              <a:buChar char="•"/>
            </a:pPr>
            <a:endParaRPr lang="en-US" sz="1400" b="1" dirty="0">
              <a:solidFill>
                <a:schemeClr val="accent1">
                  <a:lumMod val="50000"/>
                </a:schemeClr>
              </a:solidFill>
              <a:latin typeface="Calibri" panose="020F0502020204030204" pitchFamily="34" charset="0"/>
              <a:cs typeface="Calibri" panose="020F0502020204030204" pitchFamily="34" charset="0"/>
            </a:endParaRPr>
          </a:p>
          <a:p>
            <a:pPr marL="800100" lvl="1" indent="-342900">
              <a:buFont typeface="+mj-lt"/>
              <a:buAutoNum type="arabicPeriod" startAt="2"/>
            </a:pPr>
            <a:r>
              <a:rPr lang="en-US" sz="1400" b="1" dirty="0">
                <a:solidFill>
                  <a:schemeClr val="accent1">
                    <a:lumMod val="50000"/>
                  </a:schemeClr>
                </a:solidFill>
                <a:latin typeface="Calibri" panose="020F0502020204030204" pitchFamily="34" charset="0"/>
                <a:cs typeface="Calibri" panose="020F0502020204030204" pitchFamily="34" charset="0"/>
              </a:rPr>
              <a:t>Search Problems:</a:t>
            </a:r>
          </a:p>
          <a:p>
            <a:pPr marL="1257300" lvl="2" indent="-342900">
              <a:buFont typeface="Arial" panose="020B0604020202020204" pitchFamily="34" charset="0"/>
              <a:buChar char="•"/>
            </a:pPr>
            <a:r>
              <a:rPr lang="en-US" sz="1400" b="1" dirty="0">
                <a:solidFill>
                  <a:srgbClr val="CE7532"/>
                </a:solidFill>
                <a:latin typeface="Calibri" panose="020F0502020204030204" pitchFamily="34" charset="0"/>
                <a:cs typeface="Calibri" panose="020F0502020204030204" pitchFamily="34" charset="0"/>
              </a:rPr>
              <a:t>Case: </a:t>
            </a:r>
            <a:r>
              <a:rPr lang="en-US" sz="1400" b="1" dirty="0">
                <a:solidFill>
                  <a:schemeClr val="accent1">
                    <a:lumMod val="50000"/>
                  </a:schemeClr>
                </a:solidFill>
                <a:latin typeface="Calibri" panose="020F0502020204030204" pitchFamily="34" charset="0"/>
                <a:cs typeface="Calibri" panose="020F0502020204030204" pitchFamily="34" charset="0"/>
              </a:rPr>
              <a:t>Search results are wrong or missing items.</a:t>
            </a:r>
          </a:p>
          <a:p>
            <a:pPr marL="1257300" lvl="2" indent="-342900">
              <a:buFont typeface="Arial" panose="020B0604020202020204" pitchFamily="34" charset="0"/>
              <a:buChar char="•"/>
            </a:pPr>
            <a:r>
              <a:rPr lang="en-US" sz="1400" b="1" dirty="0">
                <a:solidFill>
                  <a:srgbClr val="CE7532"/>
                </a:solidFill>
                <a:latin typeface="Calibri" panose="020F0502020204030204" pitchFamily="34" charset="0"/>
                <a:cs typeface="Calibri" panose="020F0502020204030204" pitchFamily="34" charset="0"/>
              </a:rPr>
              <a:t>Importance: </a:t>
            </a:r>
            <a:r>
              <a:rPr lang="en-US" sz="1400" b="1" dirty="0">
                <a:solidFill>
                  <a:schemeClr val="accent1">
                    <a:lumMod val="50000"/>
                  </a:schemeClr>
                </a:solidFill>
                <a:latin typeface="Calibri" panose="020F0502020204030204" pitchFamily="34" charset="0"/>
                <a:cs typeface="Calibri" panose="020F0502020204030204" pitchFamily="34" charset="0"/>
              </a:rPr>
              <a:t>Ensures users can find products easily, improving shopping experience.</a:t>
            </a:r>
          </a:p>
          <a:p>
            <a:pPr marL="742950" lvl="1" indent="-285750">
              <a:buFont typeface="Arial" panose="020B0604020202020204" pitchFamily="34" charset="0"/>
              <a:buChar char="•"/>
            </a:pPr>
            <a:endParaRPr lang="en-US" sz="1400" b="1" dirty="0">
              <a:solidFill>
                <a:schemeClr val="accent1">
                  <a:lumMod val="50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sz="1400" b="1" dirty="0">
              <a:solidFill>
                <a:schemeClr val="accent1">
                  <a:lumMod val="50000"/>
                </a:schemeClr>
              </a:solidFill>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endParaRPr lang="en-US" sz="1400" b="1" dirty="0">
              <a:solidFill>
                <a:schemeClr val="accent1">
                  <a:lumMod val="50000"/>
                </a:schemeClr>
              </a:solidFill>
              <a:latin typeface="Calibri" panose="020F0502020204030204" pitchFamily="34" charset="0"/>
              <a:cs typeface="Calibri" panose="020F0502020204030204" pitchFamily="34" charset="0"/>
            </a:endParaRPr>
          </a:p>
          <a:p>
            <a:endParaRPr lang="en-US" sz="1400" b="1" dirty="0">
              <a:solidFill>
                <a:schemeClr val="accent1">
                  <a:lumMod val="50000"/>
                </a:schemeClr>
              </a:solidFill>
              <a:latin typeface="Calibri" panose="020F0502020204030204" pitchFamily="34" charset="0"/>
              <a:cs typeface="Calibri" panose="020F0502020204030204" pitchFamily="34" charset="0"/>
            </a:endParaRPr>
          </a:p>
        </p:txBody>
      </p:sp>
    </p:spTree>
    <p:custDataLst>
      <p:tags r:id="rId1"/>
    </p:custDataLst>
    <p:extLst>
      <p:ext uri="{BB962C8B-B14F-4D97-AF65-F5344CB8AC3E}">
        <p14:creationId xmlns:p14="http://schemas.microsoft.com/office/powerpoint/2010/main" val="36605694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2724">
        <p15:prstTrans prst="pageCurlDoub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 calcmode="lin" valueType="num">
                                      <p:cBhvr>
                                        <p:cTn id="13" dur="500" fill="hold"/>
                                        <p:tgtEl>
                                          <p:spTgt spid="70"/>
                                        </p:tgtEl>
                                        <p:attrNameLst>
                                          <p:attrName>ppt_w</p:attrName>
                                        </p:attrNameLst>
                                      </p:cBhvr>
                                      <p:tavLst>
                                        <p:tav tm="0">
                                          <p:val>
                                            <p:fltVal val="0"/>
                                          </p:val>
                                        </p:tav>
                                        <p:tav tm="100000">
                                          <p:val>
                                            <p:strVal val="#ppt_w"/>
                                          </p:val>
                                        </p:tav>
                                      </p:tavLst>
                                    </p:anim>
                                    <p:anim calcmode="lin" valueType="num">
                                      <p:cBhvr>
                                        <p:cTn id="14" dur="500" fill="hold"/>
                                        <p:tgtEl>
                                          <p:spTgt spid="70"/>
                                        </p:tgtEl>
                                        <p:attrNameLst>
                                          <p:attrName>ppt_h</p:attrName>
                                        </p:attrNameLst>
                                      </p:cBhvr>
                                      <p:tavLst>
                                        <p:tav tm="0">
                                          <p:val>
                                            <p:fltVal val="0"/>
                                          </p:val>
                                        </p:tav>
                                        <p:tav tm="100000">
                                          <p:val>
                                            <p:strVal val="#ppt_h"/>
                                          </p:val>
                                        </p:tav>
                                      </p:tavLst>
                                    </p:anim>
                                    <p:anim calcmode="lin" valueType="num">
                                      <p:cBhvr>
                                        <p:cTn id="15" dur="500" fill="hold"/>
                                        <p:tgtEl>
                                          <p:spTgt spid="70"/>
                                        </p:tgtEl>
                                        <p:attrNameLst>
                                          <p:attrName>style.rotation</p:attrName>
                                        </p:attrNameLst>
                                      </p:cBhvr>
                                      <p:tavLst>
                                        <p:tav tm="0">
                                          <p:val>
                                            <p:fltVal val="360"/>
                                          </p:val>
                                        </p:tav>
                                        <p:tav tm="100000">
                                          <p:val>
                                            <p:fltVal val="0"/>
                                          </p:val>
                                        </p:tav>
                                      </p:tavLst>
                                    </p:anim>
                                    <p:animEffect transition="in" filter="fade">
                                      <p:cBhvr>
                                        <p:cTn id="16" dur="500"/>
                                        <p:tgtEl>
                                          <p:spTgt spid="7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40">
                                            <p:txEl>
                                              <p:pRg st="0" end="0"/>
                                            </p:txEl>
                                          </p:spTgt>
                                        </p:tgtEl>
                                        <p:attrNameLst>
                                          <p:attrName>style.visibility</p:attrName>
                                        </p:attrNameLst>
                                      </p:cBhvr>
                                      <p:to>
                                        <p:strVal val="visible"/>
                                      </p:to>
                                    </p:set>
                                    <p:anim calcmode="lin" valueType="num">
                                      <p:cBhvr>
                                        <p:cTn id="21" dur="500" fill="hold"/>
                                        <p:tgtEl>
                                          <p:spTgt spid="140">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140">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140">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7">
                                            <p:txEl>
                                              <p:pRg st="0" end="0"/>
                                            </p:txEl>
                                          </p:spTgt>
                                        </p:tgtEl>
                                        <p:attrNameLst>
                                          <p:attrName>style.visibility</p:attrName>
                                        </p:attrNameLst>
                                      </p:cBhvr>
                                      <p:to>
                                        <p:strVal val="visible"/>
                                      </p:to>
                                    </p:set>
                                    <p:anim calcmode="lin" valueType="num">
                                      <p:cBhvr>
                                        <p:cTn id="28" dur="500" fill="hold"/>
                                        <p:tgtEl>
                                          <p:spTgt spid="27">
                                            <p:txEl>
                                              <p:pRg st="0" end="0"/>
                                            </p:txEl>
                                          </p:spTgt>
                                        </p:tgtEl>
                                        <p:attrNameLst>
                                          <p:attrName>ppt_w</p:attrName>
                                        </p:attrNameLst>
                                      </p:cBhvr>
                                      <p:tavLst>
                                        <p:tav tm="0">
                                          <p:val>
                                            <p:fltVal val="0"/>
                                          </p:val>
                                        </p:tav>
                                        <p:tav tm="100000">
                                          <p:val>
                                            <p:strVal val="#ppt_w"/>
                                          </p:val>
                                        </p:tav>
                                      </p:tavLst>
                                    </p:anim>
                                    <p:anim calcmode="lin" valueType="num">
                                      <p:cBhvr>
                                        <p:cTn id="29" dur="500" fill="hold"/>
                                        <p:tgtEl>
                                          <p:spTgt spid="27">
                                            <p:txEl>
                                              <p:pRg st="0" end="0"/>
                                            </p:txEl>
                                          </p:spTgt>
                                        </p:tgtEl>
                                        <p:attrNameLst>
                                          <p:attrName>ppt_h</p:attrName>
                                        </p:attrNameLst>
                                      </p:cBhvr>
                                      <p:tavLst>
                                        <p:tav tm="0">
                                          <p:val>
                                            <p:fltVal val="0"/>
                                          </p:val>
                                        </p:tav>
                                        <p:tav tm="100000">
                                          <p:val>
                                            <p:strVal val="#ppt_h"/>
                                          </p:val>
                                        </p:tav>
                                      </p:tavLst>
                                    </p:anim>
                                    <p:animEffect transition="in" filter="fade">
                                      <p:cBhvr>
                                        <p:cTn id="30" dur="500"/>
                                        <p:tgtEl>
                                          <p:spTgt spid="27">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27">
                                            <p:txEl>
                                              <p:pRg st="1" end="1"/>
                                            </p:txEl>
                                          </p:spTgt>
                                        </p:tgtEl>
                                        <p:attrNameLst>
                                          <p:attrName>style.visibility</p:attrName>
                                        </p:attrNameLst>
                                      </p:cBhvr>
                                      <p:to>
                                        <p:strVal val="visible"/>
                                      </p:to>
                                    </p:set>
                                    <p:anim calcmode="lin" valueType="num">
                                      <p:cBhvr>
                                        <p:cTn id="35" dur="500" fill="hold"/>
                                        <p:tgtEl>
                                          <p:spTgt spid="27">
                                            <p:txEl>
                                              <p:pRg st="1" end="1"/>
                                            </p:txEl>
                                          </p:spTgt>
                                        </p:tgtEl>
                                        <p:attrNameLst>
                                          <p:attrName>ppt_w</p:attrName>
                                        </p:attrNameLst>
                                      </p:cBhvr>
                                      <p:tavLst>
                                        <p:tav tm="0">
                                          <p:val>
                                            <p:fltVal val="0"/>
                                          </p:val>
                                        </p:tav>
                                        <p:tav tm="100000">
                                          <p:val>
                                            <p:strVal val="#ppt_w"/>
                                          </p:val>
                                        </p:tav>
                                      </p:tavLst>
                                    </p:anim>
                                    <p:anim calcmode="lin" valueType="num">
                                      <p:cBhvr>
                                        <p:cTn id="36" dur="500" fill="hold"/>
                                        <p:tgtEl>
                                          <p:spTgt spid="27">
                                            <p:txEl>
                                              <p:pRg st="1" end="1"/>
                                            </p:txEl>
                                          </p:spTgt>
                                        </p:tgtEl>
                                        <p:attrNameLst>
                                          <p:attrName>ppt_h</p:attrName>
                                        </p:attrNameLst>
                                      </p:cBhvr>
                                      <p:tavLst>
                                        <p:tav tm="0">
                                          <p:val>
                                            <p:fltVal val="0"/>
                                          </p:val>
                                        </p:tav>
                                        <p:tav tm="100000">
                                          <p:val>
                                            <p:strVal val="#ppt_h"/>
                                          </p:val>
                                        </p:tav>
                                      </p:tavLst>
                                    </p:anim>
                                    <p:animEffect transition="in" filter="fade">
                                      <p:cBhvr>
                                        <p:cTn id="37" dur="500"/>
                                        <p:tgtEl>
                                          <p:spTgt spid="27">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27">
                                            <p:txEl>
                                              <p:pRg st="2" end="2"/>
                                            </p:txEl>
                                          </p:spTgt>
                                        </p:tgtEl>
                                        <p:attrNameLst>
                                          <p:attrName>style.visibility</p:attrName>
                                        </p:attrNameLst>
                                      </p:cBhvr>
                                      <p:to>
                                        <p:strVal val="visible"/>
                                      </p:to>
                                    </p:set>
                                    <p:anim calcmode="lin" valueType="num">
                                      <p:cBhvr>
                                        <p:cTn id="42" dur="500" fill="hold"/>
                                        <p:tgtEl>
                                          <p:spTgt spid="27">
                                            <p:txEl>
                                              <p:pRg st="2" end="2"/>
                                            </p:txEl>
                                          </p:spTgt>
                                        </p:tgtEl>
                                        <p:attrNameLst>
                                          <p:attrName>ppt_w</p:attrName>
                                        </p:attrNameLst>
                                      </p:cBhvr>
                                      <p:tavLst>
                                        <p:tav tm="0">
                                          <p:val>
                                            <p:fltVal val="0"/>
                                          </p:val>
                                        </p:tav>
                                        <p:tav tm="100000">
                                          <p:val>
                                            <p:strVal val="#ppt_w"/>
                                          </p:val>
                                        </p:tav>
                                      </p:tavLst>
                                    </p:anim>
                                    <p:anim calcmode="lin" valueType="num">
                                      <p:cBhvr>
                                        <p:cTn id="43" dur="500" fill="hold"/>
                                        <p:tgtEl>
                                          <p:spTgt spid="27">
                                            <p:txEl>
                                              <p:pRg st="2" end="2"/>
                                            </p:txEl>
                                          </p:spTgt>
                                        </p:tgtEl>
                                        <p:attrNameLst>
                                          <p:attrName>ppt_h</p:attrName>
                                        </p:attrNameLst>
                                      </p:cBhvr>
                                      <p:tavLst>
                                        <p:tav tm="0">
                                          <p:val>
                                            <p:fltVal val="0"/>
                                          </p:val>
                                        </p:tav>
                                        <p:tav tm="100000">
                                          <p:val>
                                            <p:strVal val="#ppt_h"/>
                                          </p:val>
                                        </p:tav>
                                      </p:tavLst>
                                    </p:anim>
                                    <p:animEffect transition="in" filter="fade">
                                      <p:cBhvr>
                                        <p:cTn id="44" dur="500"/>
                                        <p:tgtEl>
                                          <p:spTgt spid="27">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27">
                                            <p:txEl>
                                              <p:pRg st="3" end="3"/>
                                            </p:txEl>
                                          </p:spTgt>
                                        </p:tgtEl>
                                        <p:attrNameLst>
                                          <p:attrName>style.visibility</p:attrName>
                                        </p:attrNameLst>
                                      </p:cBhvr>
                                      <p:to>
                                        <p:strVal val="visible"/>
                                      </p:to>
                                    </p:set>
                                    <p:anim calcmode="lin" valueType="num">
                                      <p:cBhvr>
                                        <p:cTn id="49" dur="500" fill="hold"/>
                                        <p:tgtEl>
                                          <p:spTgt spid="27">
                                            <p:txEl>
                                              <p:pRg st="3" end="3"/>
                                            </p:txEl>
                                          </p:spTgt>
                                        </p:tgtEl>
                                        <p:attrNameLst>
                                          <p:attrName>ppt_w</p:attrName>
                                        </p:attrNameLst>
                                      </p:cBhvr>
                                      <p:tavLst>
                                        <p:tav tm="0">
                                          <p:val>
                                            <p:fltVal val="0"/>
                                          </p:val>
                                        </p:tav>
                                        <p:tav tm="100000">
                                          <p:val>
                                            <p:strVal val="#ppt_w"/>
                                          </p:val>
                                        </p:tav>
                                      </p:tavLst>
                                    </p:anim>
                                    <p:anim calcmode="lin" valueType="num">
                                      <p:cBhvr>
                                        <p:cTn id="50" dur="500" fill="hold"/>
                                        <p:tgtEl>
                                          <p:spTgt spid="27">
                                            <p:txEl>
                                              <p:pRg st="3" end="3"/>
                                            </p:txEl>
                                          </p:spTgt>
                                        </p:tgtEl>
                                        <p:attrNameLst>
                                          <p:attrName>ppt_h</p:attrName>
                                        </p:attrNameLst>
                                      </p:cBhvr>
                                      <p:tavLst>
                                        <p:tav tm="0">
                                          <p:val>
                                            <p:fltVal val="0"/>
                                          </p:val>
                                        </p:tav>
                                        <p:tav tm="100000">
                                          <p:val>
                                            <p:strVal val="#ppt_h"/>
                                          </p:val>
                                        </p:tav>
                                      </p:tavLst>
                                    </p:anim>
                                    <p:animEffect transition="in" filter="fade">
                                      <p:cBhvr>
                                        <p:cTn id="51" dur="500"/>
                                        <p:tgtEl>
                                          <p:spTgt spid="27">
                                            <p:txEl>
                                              <p:pRg st="3" end="3"/>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27">
                                            <p:txEl>
                                              <p:pRg st="5" end="5"/>
                                            </p:txEl>
                                          </p:spTgt>
                                        </p:tgtEl>
                                        <p:attrNameLst>
                                          <p:attrName>style.visibility</p:attrName>
                                        </p:attrNameLst>
                                      </p:cBhvr>
                                      <p:to>
                                        <p:strVal val="visible"/>
                                      </p:to>
                                    </p:set>
                                    <p:anim calcmode="lin" valueType="num">
                                      <p:cBhvr>
                                        <p:cTn id="56" dur="500" fill="hold"/>
                                        <p:tgtEl>
                                          <p:spTgt spid="27">
                                            <p:txEl>
                                              <p:pRg st="5" end="5"/>
                                            </p:txEl>
                                          </p:spTgt>
                                        </p:tgtEl>
                                        <p:attrNameLst>
                                          <p:attrName>ppt_w</p:attrName>
                                        </p:attrNameLst>
                                      </p:cBhvr>
                                      <p:tavLst>
                                        <p:tav tm="0">
                                          <p:val>
                                            <p:fltVal val="0"/>
                                          </p:val>
                                        </p:tav>
                                        <p:tav tm="100000">
                                          <p:val>
                                            <p:strVal val="#ppt_w"/>
                                          </p:val>
                                        </p:tav>
                                      </p:tavLst>
                                    </p:anim>
                                    <p:anim calcmode="lin" valueType="num">
                                      <p:cBhvr>
                                        <p:cTn id="57" dur="500" fill="hold"/>
                                        <p:tgtEl>
                                          <p:spTgt spid="27">
                                            <p:txEl>
                                              <p:pRg st="5" end="5"/>
                                            </p:txEl>
                                          </p:spTgt>
                                        </p:tgtEl>
                                        <p:attrNameLst>
                                          <p:attrName>ppt_h</p:attrName>
                                        </p:attrNameLst>
                                      </p:cBhvr>
                                      <p:tavLst>
                                        <p:tav tm="0">
                                          <p:val>
                                            <p:fltVal val="0"/>
                                          </p:val>
                                        </p:tav>
                                        <p:tav tm="100000">
                                          <p:val>
                                            <p:strVal val="#ppt_h"/>
                                          </p:val>
                                        </p:tav>
                                      </p:tavLst>
                                    </p:anim>
                                    <p:animEffect transition="in" filter="fade">
                                      <p:cBhvr>
                                        <p:cTn id="58" dur="500"/>
                                        <p:tgtEl>
                                          <p:spTgt spid="27">
                                            <p:txEl>
                                              <p:pRg st="5" end="5"/>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27">
                                            <p:txEl>
                                              <p:pRg st="6" end="6"/>
                                            </p:txEl>
                                          </p:spTgt>
                                        </p:tgtEl>
                                        <p:attrNameLst>
                                          <p:attrName>style.visibility</p:attrName>
                                        </p:attrNameLst>
                                      </p:cBhvr>
                                      <p:to>
                                        <p:strVal val="visible"/>
                                      </p:to>
                                    </p:set>
                                    <p:anim calcmode="lin" valueType="num">
                                      <p:cBhvr>
                                        <p:cTn id="63" dur="500" fill="hold"/>
                                        <p:tgtEl>
                                          <p:spTgt spid="27">
                                            <p:txEl>
                                              <p:pRg st="6" end="6"/>
                                            </p:txEl>
                                          </p:spTgt>
                                        </p:tgtEl>
                                        <p:attrNameLst>
                                          <p:attrName>ppt_w</p:attrName>
                                        </p:attrNameLst>
                                      </p:cBhvr>
                                      <p:tavLst>
                                        <p:tav tm="0">
                                          <p:val>
                                            <p:fltVal val="0"/>
                                          </p:val>
                                        </p:tav>
                                        <p:tav tm="100000">
                                          <p:val>
                                            <p:strVal val="#ppt_w"/>
                                          </p:val>
                                        </p:tav>
                                      </p:tavLst>
                                    </p:anim>
                                    <p:anim calcmode="lin" valueType="num">
                                      <p:cBhvr>
                                        <p:cTn id="64" dur="500" fill="hold"/>
                                        <p:tgtEl>
                                          <p:spTgt spid="27">
                                            <p:txEl>
                                              <p:pRg st="6" end="6"/>
                                            </p:txEl>
                                          </p:spTgt>
                                        </p:tgtEl>
                                        <p:attrNameLst>
                                          <p:attrName>ppt_h</p:attrName>
                                        </p:attrNameLst>
                                      </p:cBhvr>
                                      <p:tavLst>
                                        <p:tav tm="0">
                                          <p:val>
                                            <p:fltVal val="0"/>
                                          </p:val>
                                        </p:tav>
                                        <p:tav tm="100000">
                                          <p:val>
                                            <p:strVal val="#ppt_h"/>
                                          </p:val>
                                        </p:tav>
                                      </p:tavLst>
                                    </p:anim>
                                    <p:animEffect transition="in" filter="fade">
                                      <p:cBhvr>
                                        <p:cTn id="65" dur="500"/>
                                        <p:tgtEl>
                                          <p:spTgt spid="27">
                                            <p:txEl>
                                              <p:pRg st="6" end="6"/>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nodeType="clickEffect">
                                  <p:stCondLst>
                                    <p:cond delay="0"/>
                                  </p:stCondLst>
                                  <p:childTnLst>
                                    <p:set>
                                      <p:cBhvr>
                                        <p:cTn id="69" dur="1" fill="hold">
                                          <p:stCondLst>
                                            <p:cond delay="0"/>
                                          </p:stCondLst>
                                        </p:cTn>
                                        <p:tgtEl>
                                          <p:spTgt spid="27">
                                            <p:txEl>
                                              <p:pRg st="7" end="7"/>
                                            </p:txEl>
                                          </p:spTgt>
                                        </p:tgtEl>
                                        <p:attrNameLst>
                                          <p:attrName>style.visibility</p:attrName>
                                        </p:attrNameLst>
                                      </p:cBhvr>
                                      <p:to>
                                        <p:strVal val="visible"/>
                                      </p:to>
                                    </p:set>
                                    <p:anim calcmode="lin" valueType="num">
                                      <p:cBhvr>
                                        <p:cTn id="70" dur="500" fill="hold"/>
                                        <p:tgtEl>
                                          <p:spTgt spid="27">
                                            <p:txEl>
                                              <p:pRg st="7" end="7"/>
                                            </p:txEl>
                                          </p:spTgt>
                                        </p:tgtEl>
                                        <p:attrNameLst>
                                          <p:attrName>ppt_w</p:attrName>
                                        </p:attrNameLst>
                                      </p:cBhvr>
                                      <p:tavLst>
                                        <p:tav tm="0">
                                          <p:val>
                                            <p:fltVal val="0"/>
                                          </p:val>
                                        </p:tav>
                                        <p:tav tm="100000">
                                          <p:val>
                                            <p:strVal val="#ppt_w"/>
                                          </p:val>
                                        </p:tav>
                                      </p:tavLst>
                                    </p:anim>
                                    <p:anim calcmode="lin" valueType="num">
                                      <p:cBhvr>
                                        <p:cTn id="71" dur="500" fill="hold"/>
                                        <p:tgtEl>
                                          <p:spTgt spid="27">
                                            <p:txEl>
                                              <p:pRg st="7" end="7"/>
                                            </p:txEl>
                                          </p:spTgt>
                                        </p:tgtEl>
                                        <p:attrNameLst>
                                          <p:attrName>ppt_h</p:attrName>
                                        </p:attrNameLst>
                                      </p:cBhvr>
                                      <p:tavLst>
                                        <p:tav tm="0">
                                          <p:val>
                                            <p:fltVal val="0"/>
                                          </p:val>
                                        </p:tav>
                                        <p:tav tm="100000">
                                          <p:val>
                                            <p:strVal val="#ppt_h"/>
                                          </p:val>
                                        </p:tav>
                                      </p:tavLst>
                                    </p:anim>
                                    <p:animEffect transition="in" filter="fade">
                                      <p:cBhvr>
                                        <p:cTn id="72" dur="500"/>
                                        <p:tgtEl>
                                          <p:spTgt spid="27">
                                            <p:txEl>
                                              <p:pRg st="7" end="7"/>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nodeType="clickEffect">
                                  <p:stCondLst>
                                    <p:cond delay="0"/>
                                  </p:stCondLst>
                                  <p:childTnLst>
                                    <p:set>
                                      <p:cBhvr>
                                        <p:cTn id="76" dur="1" fill="hold">
                                          <p:stCondLst>
                                            <p:cond delay="0"/>
                                          </p:stCondLst>
                                        </p:cTn>
                                        <p:tgtEl>
                                          <p:spTgt spid="27">
                                            <p:txEl>
                                              <p:pRg st="9" end="9"/>
                                            </p:txEl>
                                          </p:spTgt>
                                        </p:tgtEl>
                                        <p:attrNameLst>
                                          <p:attrName>style.visibility</p:attrName>
                                        </p:attrNameLst>
                                      </p:cBhvr>
                                      <p:to>
                                        <p:strVal val="visible"/>
                                      </p:to>
                                    </p:set>
                                    <p:anim calcmode="lin" valueType="num">
                                      <p:cBhvr>
                                        <p:cTn id="77" dur="500" fill="hold"/>
                                        <p:tgtEl>
                                          <p:spTgt spid="27">
                                            <p:txEl>
                                              <p:pRg st="9" end="9"/>
                                            </p:txEl>
                                          </p:spTgt>
                                        </p:tgtEl>
                                        <p:attrNameLst>
                                          <p:attrName>ppt_w</p:attrName>
                                        </p:attrNameLst>
                                      </p:cBhvr>
                                      <p:tavLst>
                                        <p:tav tm="0">
                                          <p:val>
                                            <p:fltVal val="0"/>
                                          </p:val>
                                        </p:tav>
                                        <p:tav tm="100000">
                                          <p:val>
                                            <p:strVal val="#ppt_w"/>
                                          </p:val>
                                        </p:tav>
                                      </p:tavLst>
                                    </p:anim>
                                    <p:anim calcmode="lin" valueType="num">
                                      <p:cBhvr>
                                        <p:cTn id="78" dur="500" fill="hold"/>
                                        <p:tgtEl>
                                          <p:spTgt spid="27">
                                            <p:txEl>
                                              <p:pRg st="9" end="9"/>
                                            </p:txEl>
                                          </p:spTgt>
                                        </p:tgtEl>
                                        <p:attrNameLst>
                                          <p:attrName>ppt_h</p:attrName>
                                        </p:attrNameLst>
                                      </p:cBhvr>
                                      <p:tavLst>
                                        <p:tav tm="0">
                                          <p:val>
                                            <p:fltVal val="0"/>
                                          </p:val>
                                        </p:tav>
                                        <p:tav tm="100000">
                                          <p:val>
                                            <p:strVal val="#ppt_h"/>
                                          </p:val>
                                        </p:tav>
                                      </p:tavLst>
                                    </p:anim>
                                    <p:animEffect transition="in" filter="fade">
                                      <p:cBhvr>
                                        <p:cTn id="79" dur="500"/>
                                        <p:tgtEl>
                                          <p:spTgt spid="27">
                                            <p:txEl>
                                              <p:pRg st="9" end="9"/>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nodeType="clickEffect">
                                  <p:stCondLst>
                                    <p:cond delay="0"/>
                                  </p:stCondLst>
                                  <p:childTnLst>
                                    <p:set>
                                      <p:cBhvr>
                                        <p:cTn id="83" dur="1" fill="hold">
                                          <p:stCondLst>
                                            <p:cond delay="0"/>
                                          </p:stCondLst>
                                        </p:cTn>
                                        <p:tgtEl>
                                          <p:spTgt spid="27">
                                            <p:txEl>
                                              <p:pRg st="10" end="10"/>
                                            </p:txEl>
                                          </p:spTgt>
                                        </p:tgtEl>
                                        <p:attrNameLst>
                                          <p:attrName>style.visibility</p:attrName>
                                        </p:attrNameLst>
                                      </p:cBhvr>
                                      <p:to>
                                        <p:strVal val="visible"/>
                                      </p:to>
                                    </p:set>
                                    <p:anim calcmode="lin" valueType="num">
                                      <p:cBhvr>
                                        <p:cTn id="84" dur="500" fill="hold"/>
                                        <p:tgtEl>
                                          <p:spTgt spid="27">
                                            <p:txEl>
                                              <p:pRg st="10" end="10"/>
                                            </p:txEl>
                                          </p:spTgt>
                                        </p:tgtEl>
                                        <p:attrNameLst>
                                          <p:attrName>ppt_w</p:attrName>
                                        </p:attrNameLst>
                                      </p:cBhvr>
                                      <p:tavLst>
                                        <p:tav tm="0">
                                          <p:val>
                                            <p:fltVal val="0"/>
                                          </p:val>
                                        </p:tav>
                                        <p:tav tm="100000">
                                          <p:val>
                                            <p:strVal val="#ppt_w"/>
                                          </p:val>
                                        </p:tav>
                                      </p:tavLst>
                                    </p:anim>
                                    <p:anim calcmode="lin" valueType="num">
                                      <p:cBhvr>
                                        <p:cTn id="85" dur="500" fill="hold"/>
                                        <p:tgtEl>
                                          <p:spTgt spid="27">
                                            <p:txEl>
                                              <p:pRg st="10" end="10"/>
                                            </p:txEl>
                                          </p:spTgt>
                                        </p:tgtEl>
                                        <p:attrNameLst>
                                          <p:attrName>ppt_h</p:attrName>
                                        </p:attrNameLst>
                                      </p:cBhvr>
                                      <p:tavLst>
                                        <p:tav tm="0">
                                          <p:val>
                                            <p:fltVal val="0"/>
                                          </p:val>
                                        </p:tav>
                                        <p:tav tm="100000">
                                          <p:val>
                                            <p:strVal val="#ppt_h"/>
                                          </p:val>
                                        </p:tav>
                                      </p:tavLst>
                                    </p:anim>
                                    <p:animEffect transition="in" filter="fade">
                                      <p:cBhvr>
                                        <p:cTn id="86" dur="500"/>
                                        <p:tgtEl>
                                          <p:spTgt spid="27">
                                            <p:txEl>
                                              <p:pRg st="10" end="10"/>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53" presetClass="entr" presetSubtype="16" fill="hold" nodeType="clickEffect">
                                  <p:stCondLst>
                                    <p:cond delay="0"/>
                                  </p:stCondLst>
                                  <p:childTnLst>
                                    <p:set>
                                      <p:cBhvr>
                                        <p:cTn id="90" dur="1" fill="hold">
                                          <p:stCondLst>
                                            <p:cond delay="0"/>
                                          </p:stCondLst>
                                        </p:cTn>
                                        <p:tgtEl>
                                          <p:spTgt spid="27">
                                            <p:txEl>
                                              <p:pRg st="11" end="11"/>
                                            </p:txEl>
                                          </p:spTgt>
                                        </p:tgtEl>
                                        <p:attrNameLst>
                                          <p:attrName>style.visibility</p:attrName>
                                        </p:attrNameLst>
                                      </p:cBhvr>
                                      <p:to>
                                        <p:strVal val="visible"/>
                                      </p:to>
                                    </p:set>
                                    <p:anim calcmode="lin" valueType="num">
                                      <p:cBhvr>
                                        <p:cTn id="91" dur="500" fill="hold"/>
                                        <p:tgtEl>
                                          <p:spTgt spid="27">
                                            <p:txEl>
                                              <p:pRg st="11" end="11"/>
                                            </p:txEl>
                                          </p:spTgt>
                                        </p:tgtEl>
                                        <p:attrNameLst>
                                          <p:attrName>ppt_w</p:attrName>
                                        </p:attrNameLst>
                                      </p:cBhvr>
                                      <p:tavLst>
                                        <p:tav tm="0">
                                          <p:val>
                                            <p:fltVal val="0"/>
                                          </p:val>
                                        </p:tav>
                                        <p:tav tm="100000">
                                          <p:val>
                                            <p:strVal val="#ppt_w"/>
                                          </p:val>
                                        </p:tav>
                                      </p:tavLst>
                                    </p:anim>
                                    <p:anim calcmode="lin" valueType="num">
                                      <p:cBhvr>
                                        <p:cTn id="92" dur="500" fill="hold"/>
                                        <p:tgtEl>
                                          <p:spTgt spid="27">
                                            <p:txEl>
                                              <p:pRg st="11" end="11"/>
                                            </p:txEl>
                                          </p:spTgt>
                                        </p:tgtEl>
                                        <p:attrNameLst>
                                          <p:attrName>ppt_h</p:attrName>
                                        </p:attrNameLst>
                                      </p:cBhvr>
                                      <p:tavLst>
                                        <p:tav tm="0">
                                          <p:val>
                                            <p:fltVal val="0"/>
                                          </p:val>
                                        </p:tav>
                                        <p:tav tm="100000">
                                          <p:val>
                                            <p:strVal val="#ppt_h"/>
                                          </p:val>
                                        </p:tav>
                                      </p:tavLst>
                                    </p:anim>
                                    <p:animEffect transition="in" filter="fade">
                                      <p:cBhvr>
                                        <p:cTn id="93" dur="500"/>
                                        <p:tgtEl>
                                          <p:spTgt spid="27">
                                            <p:txEl>
                                              <p:pRg st="11" end="11"/>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53" presetClass="entr" presetSubtype="16" fill="hold" nodeType="clickEffect">
                                  <p:stCondLst>
                                    <p:cond delay="0"/>
                                  </p:stCondLst>
                                  <p:childTnLst>
                                    <p:set>
                                      <p:cBhvr>
                                        <p:cTn id="97" dur="1" fill="hold">
                                          <p:stCondLst>
                                            <p:cond delay="0"/>
                                          </p:stCondLst>
                                        </p:cTn>
                                        <p:tgtEl>
                                          <p:spTgt spid="27">
                                            <p:txEl>
                                              <p:pRg st="13" end="13"/>
                                            </p:txEl>
                                          </p:spTgt>
                                        </p:tgtEl>
                                        <p:attrNameLst>
                                          <p:attrName>style.visibility</p:attrName>
                                        </p:attrNameLst>
                                      </p:cBhvr>
                                      <p:to>
                                        <p:strVal val="visible"/>
                                      </p:to>
                                    </p:set>
                                    <p:anim calcmode="lin" valueType="num">
                                      <p:cBhvr>
                                        <p:cTn id="98" dur="500" fill="hold"/>
                                        <p:tgtEl>
                                          <p:spTgt spid="27">
                                            <p:txEl>
                                              <p:pRg st="13" end="13"/>
                                            </p:txEl>
                                          </p:spTgt>
                                        </p:tgtEl>
                                        <p:attrNameLst>
                                          <p:attrName>ppt_w</p:attrName>
                                        </p:attrNameLst>
                                      </p:cBhvr>
                                      <p:tavLst>
                                        <p:tav tm="0">
                                          <p:val>
                                            <p:fltVal val="0"/>
                                          </p:val>
                                        </p:tav>
                                        <p:tav tm="100000">
                                          <p:val>
                                            <p:strVal val="#ppt_w"/>
                                          </p:val>
                                        </p:tav>
                                      </p:tavLst>
                                    </p:anim>
                                    <p:anim calcmode="lin" valueType="num">
                                      <p:cBhvr>
                                        <p:cTn id="99" dur="500" fill="hold"/>
                                        <p:tgtEl>
                                          <p:spTgt spid="27">
                                            <p:txEl>
                                              <p:pRg st="13" end="13"/>
                                            </p:txEl>
                                          </p:spTgt>
                                        </p:tgtEl>
                                        <p:attrNameLst>
                                          <p:attrName>ppt_h</p:attrName>
                                        </p:attrNameLst>
                                      </p:cBhvr>
                                      <p:tavLst>
                                        <p:tav tm="0">
                                          <p:val>
                                            <p:fltVal val="0"/>
                                          </p:val>
                                        </p:tav>
                                        <p:tav tm="100000">
                                          <p:val>
                                            <p:strVal val="#ppt_h"/>
                                          </p:val>
                                        </p:tav>
                                      </p:tavLst>
                                    </p:anim>
                                    <p:animEffect transition="in" filter="fade">
                                      <p:cBhvr>
                                        <p:cTn id="100" dur="500"/>
                                        <p:tgtEl>
                                          <p:spTgt spid="27">
                                            <p:txEl>
                                              <p:pRg st="13" end="13"/>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53" presetClass="entr" presetSubtype="16" fill="hold" nodeType="clickEffect">
                                  <p:stCondLst>
                                    <p:cond delay="0"/>
                                  </p:stCondLst>
                                  <p:childTnLst>
                                    <p:set>
                                      <p:cBhvr>
                                        <p:cTn id="104" dur="1" fill="hold">
                                          <p:stCondLst>
                                            <p:cond delay="0"/>
                                          </p:stCondLst>
                                        </p:cTn>
                                        <p:tgtEl>
                                          <p:spTgt spid="27">
                                            <p:txEl>
                                              <p:pRg st="14" end="14"/>
                                            </p:txEl>
                                          </p:spTgt>
                                        </p:tgtEl>
                                        <p:attrNameLst>
                                          <p:attrName>style.visibility</p:attrName>
                                        </p:attrNameLst>
                                      </p:cBhvr>
                                      <p:to>
                                        <p:strVal val="visible"/>
                                      </p:to>
                                    </p:set>
                                    <p:anim calcmode="lin" valueType="num">
                                      <p:cBhvr>
                                        <p:cTn id="105" dur="500" fill="hold"/>
                                        <p:tgtEl>
                                          <p:spTgt spid="27">
                                            <p:txEl>
                                              <p:pRg st="14" end="14"/>
                                            </p:txEl>
                                          </p:spTgt>
                                        </p:tgtEl>
                                        <p:attrNameLst>
                                          <p:attrName>ppt_w</p:attrName>
                                        </p:attrNameLst>
                                      </p:cBhvr>
                                      <p:tavLst>
                                        <p:tav tm="0">
                                          <p:val>
                                            <p:fltVal val="0"/>
                                          </p:val>
                                        </p:tav>
                                        <p:tav tm="100000">
                                          <p:val>
                                            <p:strVal val="#ppt_w"/>
                                          </p:val>
                                        </p:tav>
                                      </p:tavLst>
                                    </p:anim>
                                    <p:anim calcmode="lin" valueType="num">
                                      <p:cBhvr>
                                        <p:cTn id="106" dur="500" fill="hold"/>
                                        <p:tgtEl>
                                          <p:spTgt spid="27">
                                            <p:txEl>
                                              <p:pRg st="14" end="14"/>
                                            </p:txEl>
                                          </p:spTgt>
                                        </p:tgtEl>
                                        <p:attrNameLst>
                                          <p:attrName>ppt_h</p:attrName>
                                        </p:attrNameLst>
                                      </p:cBhvr>
                                      <p:tavLst>
                                        <p:tav tm="0">
                                          <p:val>
                                            <p:fltVal val="0"/>
                                          </p:val>
                                        </p:tav>
                                        <p:tav tm="100000">
                                          <p:val>
                                            <p:strVal val="#ppt_h"/>
                                          </p:val>
                                        </p:tav>
                                      </p:tavLst>
                                    </p:anim>
                                    <p:animEffect transition="in" filter="fade">
                                      <p:cBhvr>
                                        <p:cTn id="107" dur="500"/>
                                        <p:tgtEl>
                                          <p:spTgt spid="27">
                                            <p:txEl>
                                              <p:pRg st="14" end="14"/>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53" presetClass="entr" presetSubtype="16" fill="hold" nodeType="clickEffect">
                                  <p:stCondLst>
                                    <p:cond delay="0"/>
                                  </p:stCondLst>
                                  <p:childTnLst>
                                    <p:set>
                                      <p:cBhvr>
                                        <p:cTn id="111" dur="1" fill="hold">
                                          <p:stCondLst>
                                            <p:cond delay="0"/>
                                          </p:stCondLst>
                                        </p:cTn>
                                        <p:tgtEl>
                                          <p:spTgt spid="27">
                                            <p:txEl>
                                              <p:pRg st="15" end="15"/>
                                            </p:txEl>
                                          </p:spTgt>
                                        </p:tgtEl>
                                        <p:attrNameLst>
                                          <p:attrName>style.visibility</p:attrName>
                                        </p:attrNameLst>
                                      </p:cBhvr>
                                      <p:to>
                                        <p:strVal val="visible"/>
                                      </p:to>
                                    </p:set>
                                    <p:anim calcmode="lin" valueType="num">
                                      <p:cBhvr>
                                        <p:cTn id="112" dur="500" fill="hold"/>
                                        <p:tgtEl>
                                          <p:spTgt spid="27">
                                            <p:txEl>
                                              <p:pRg st="15" end="15"/>
                                            </p:txEl>
                                          </p:spTgt>
                                        </p:tgtEl>
                                        <p:attrNameLst>
                                          <p:attrName>ppt_w</p:attrName>
                                        </p:attrNameLst>
                                      </p:cBhvr>
                                      <p:tavLst>
                                        <p:tav tm="0">
                                          <p:val>
                                            <p:fltVal val="0"/>
                                          </p:val>
                                        </p:tav>
                                        <p:tav tm="100000">
                                          <p:val>
                                            <p:strVal val="#ppt_w"/>
                                          </p:val>
                                        </p:tav>
                                      </p:tavLst>
                                    </p:anim>
                                    <p:anim calcmode="lin" valueType="num">
                                      <p:cBhvr>
                                        <p:cTn id="113" dur="500" fill="hold"/>
                                        <p:tgtEl>
                                          <p:spTgt spid="27">
                                            <p:txEl>
                                              <p:pRg st="15" end="15"/>
                                            </p:txEl>
                                          </p:spTgt>
                                        </p:tgtEl>
                                        <p:attrNameLst>
                                          <p:attrName>ppt_h</p:attrName>
                                        </p:attrNameLst>
                                      </p:cBhvr>
                                      <p:tavLst>
                                        <p:tav tm="0">
                                          <p:val>
                                            <p:fltVal val="0"/>
                                          </p:val>
                                        </p:tav>
                                        <p:tav tm="100000">
                                          <p:val>
                                            <p:strVal val="#ppt_h"/>
                                          </p:val>
                                        </p:tav>
                                      </p:tavLst>
                                    </p:anim>
                                    <p:animEffect transition="in" filter="fade">
                                      <p:cBhvr>
                                        <p:cTn id="114" dur="500"/>
                                        <p:tgtEl>
                                          <p:spTgt spid="27">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1170979" flipH="1">
            <a:off x="3621645" y="971202"/>
            <a:ext cx="1900710" cy="1614432"/>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sp>
        <p:nvSpPr>
          <p:cNvPr id="15" name="矩形 14"/>
          <p:cNvSpPr/>
          <p:nvPr/>
        </p:nvSpPr>
        <p:spPr>
          <a:xfrm>
            <a:off x="3819113" y="1588083"/>
            <a:ext cx="1400960" cy="78168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8" name="图片 17"/>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5154763" y="1767842"/>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5">
            <a:extLst>
              <a:ext uri="{FF2B5EF4-FFF2-40B4-BE49-F238E27FC236}">
                <a16:creationId xmlns:a16="http://schemas.microsoft.com/office/drawing/2014/main" id="{9F044F43-439E-4EDE-8077-0D10A68BF276}"/>
              </a:ext>
            </a:extLst>
          </p:cNvPr>
          <p:cNvSpPr txBox="1"/>
          <p:nvPr/>
        </p:nvSpPr>
        <p:spPr>
          <a:xfrm>
            <a:off x="4189096" y="1619192"/>
            <a:ext cx="1157064" cy="71946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a:normAutofit fontScale="92500" lnSpcReduction="10000"/>
          </a:bodyPr>
          <a:lstStyle/>
          <a:p>
            <a:r>
              <a:rPr lang="en-US" altLang="zh-CN" sz="5400" b="1" dirty="0">
                <a:solidFill>
                  <a:schemeClr val="bg1"/>
                </a:solidFill>
                <a:latin typeface="+mn-lt"/>
                <a:ea typeface="+mn-ea"/>
                <a:cs typeface="+mn-ea"/>
                <a:sym typeface="+mn-lt"/>
              </a:rPr>
              <a:t>05</a:t>
            </a:r>
            <a:endParaRPr lang="en-US" altLang="zh-CN" sz="3200" b="1" dirty="0">
              <a:solidFill>
                <a:schemeClr val="bg1"/>
              </a:solidFill>
              <a:latin typeface="+mn-lt"/>
              <a:ea typeface="+mn-ea"/>
              <a:cs typeface="+mn-ea"/>
              <a:sym typeface="+mn-lt"/>
            </a:endParaRPr>
          </a:p>
        </p:txBody>
      </p:sp>
      <p:sp>
        <p:nvSpPr>
          <p:cNvPr id="8" name="TextBox 7">
            <a:extLst>
              <a:ext uri="{FF2B5EF4-FFF2-40B4-BE49-F238E27FC236}">
                <a16:creationId xmlns:a16="http://schemas.microsoft.com/office/drawing/2014/main" id="{F67A2238-1FD2-4CD6-BB78-E66DDA5EE689}"/>
              </a:ext>
            </a:extLst>
          </p:cNvPr>
          <p:cNvSpPr>
            <a:spLocks noChangeArrowheads="1"/>
          </p:cNvSpPr>
          <p:nvPr/>
        </p:nvSpPr>
        <p:spPr bwMode="auto">
          <a:xfrm>
            <a:off x="1267698" y="2888977"/>
            <a:ext cx="6608603" cy="1855636"/>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algn="ctr">
              <a:lnSpc>
                <a:spcPct val="150000"/>
              </a:lnSpc>
            </a:pPr>
            <a:r>
              <a:rPr lang="en-US" altLang="zh-CN" sz="2800" b="1" dirty="0">
                <a:solidFill>
                  <a:srgbClr val="CE7532"/>
                </a:solidFill>
                <a:cs typeface="Calibri" panose="020F0502020204030204" pitchFamily="34" charset="0"/>
                <a:sym typeface="+mn-lt"/>
              </a:rPr>
              <a:t>Why can't developers do the testing themselves, and why do we require testers?</a:t>
            </a:r>
            <a:endParaRPr lang="en-US" altLang="zh-CN" sz="3200" b="1" dirty="0">
              <a:solidFill>
                <a:srgbClr val="CE7532"/>
              </a:solidFill>
              <a:cs typeface="Calibri" panose="020F0502020204030204" pitchFamily="34" charset="0"/>
              <a:sym typeface="+mn-lt"/>
            </a:endParaRPr>
          </a:p>
        </p:txBody>
      </p:sp>
    </p:spTree>
    <p:custDataLst>
      <p:tags r:id="rId1"/>
    </p:custDataLst>
    <p:extLst>
      <p:ext uri="{BB962C8B-B14F-4D97-AF65-F5344CB8AC3E}">
        <p14:creationId xmlns:p14="http://schemas.microsoft.com/office/powerpoint/2010/main" val="33484665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2549">
        <p15:prstTrans prst="pageCurlDoub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 calcmode="lin" valueType="num">
                                      <p:cBhvr>
                                        <p:cTn id="14" dur="500" fill="hold"/>
                                        <p:tgtEl>
                                          <p:spTgt spid="18"/>
                                        </p:tgtEl>
                                        <p:attrNameLst>
                                          <p:attrName>style.rotation</p:attrName>
                                        </p:attrNameLst>
                                      </p:cBhvr>
                                      <p:tavLst>
                                        <p:tav tm="0">
                                          <p:val>
                                            <p:fltVal val="360"/>
                                          </p:val>
                                        </p:tav>
                                        <p:tav tm="100000">
                                          <p:val>
                                            <p:fltVal val="0"/>
                                          </p:val>
                                        </p:tav>
                                      </p:tavLst>
                                    </p:anim>
                                    <p:animEffect transition="in" filter="fade">
                                      <p:cBhvr>
                                        <p:cTn id="15" dur="500"/>
                                        <p:tgtEl>
                                          <p:spTgt spid="18"/>
                                        </p:tgtEl>
                                      </p:cBhvr>
                                    </p:animEffect>
                                  </p:childTnLst>
                                </p:cTn>
                              </p:par>
                              <p:par>
                                <p:cTn id="16" presetID="49" presetClass="entr" presetSubtype="0" decel="10000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ppt_w</p:attrName>
                                        </p:attrNameLst>
                                      </p:cBhvr>
                                      <p:tavLst>
                                        <p:tav tm="0">
                                          <p:val>
                                            <p:fltVal val="0"/>
                                          </p:val>
                                        </p:tav>
                                        <p:tav tm="100000">
                                          <p:val>
                                            <p:strVal val="#ppt_w"/>
                                          </p:val>
                                        </p:tav>
                                      </p:tavLst>
                                    </p:anim>
                                    <p:anim calcmode="lin" valueType="num">
                                      <p:cBhvr>
                                        <p:cTn id="19" dur="500" fill="hold"/>
                                        <p:tgtEl>
                                          <p:spTgt spid="13"/>
                                        </p:tgtEl>
                                        <p:attrNameLst>
                                          <p:attrName>ppt_h</p:attrName>
                                        </p:attrNameLst>
                                      </p:cBhvr>
                                      <p:tavLst>
                                        <p:tav tm="0">
                                          <p:val>
                                            <p:fltVal val="0"/>
                                          </p:val>
                                        </p:tav>
                                        <p:tav tm="100000">
                                          <p:val>
                                            <p:strVal val="#ppt_h"/>
                                          </p:val>
                                        </p:tav>
                                      </p:tavLst>
                                    </p:anim>
                                    <p:anim calcmode="lin" valueType="num">
                                      <p:cBhvr>
                                        <p:cTn id="20" dur="500" fill="hold"/>
                                        <p:tgtEl>
                                          <p:spTgt spid="13"/>
                                        </p:tgtEl>
                                        <p:attrNameLst>
                                          <p:attrName>style.rotation</p:attrName>
                                        </p:attrNameLst>
                                      </p:cBhvr>
                                      <p:tavLst>
                                        <p:tav tm="0">
                                          <p:val>
                                            <p:fltVal val="360"/>
                                          </p:val>
                                        </p:tav>
                                        <p:tav tm="100000">
                                          <p:val>
                                            <p:fltVal val="0"/>
                                          </p:val>
                                        </p:tav>
                                      </p:tavLst>
                                    </p:anim>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p:cTn id="26" dur="500" fill="hold"/>
                                        <p:tgtEl>
                                          <p:spTgt spid="15"/>
                                        </p:tgtEl>
                                        <p:attrNameLst>
                                          <p:attrName>ppt_w</p:attrName>
                                        </p:attrNameLst>
                                      </p:cBhvr>
                                      <p:tavLst>
                                        <p:tav tm="0">
                                          <p:val>
                                            <p:fltVal val="0"/>
                                          </p:val>
                                        </p:tav>
                                        <p:tav tm="100000">
                                          <p:val>
                                            <p:strVal val="#ppt_w"/>
                                          </p:val>
                                        </p:tav>
                                      </p:tavLst>
                                    </p:anim>
                                    <p:anim calcmode="lin" valueType="num">
                                      <p:cBhvr>
                                        <p:cTn id="27" dur="500" fill="hold"/>
                                        <p:tgtEl>
                                          <p:spTgt spid="15"/>
                                        </p:tgtEl>
                                        <p:attrNameLst>
                                          <p:attrName>ppt_h</p:attrName>
                                        </p:attrNameLst>
                                      </p:cBhvr>
                                      <p:tavLst>
                                        <p:tav tm="0">
                                          <p:val>
                                            <p:fltVal val="0"/>
                                          </p:val>
                                        </p:tav>
                                        <p:tav tm="100000">
                                          <p:val>
                                            <p:strVal val="#ppt_h"/>
                                          </p:val>
                                        </p:tav>
                                      </p:tavLst>
                                    </p:anim>
                                    <p:animEffect transition="in" filter="fade">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anim calcmode="lin" valueType="num">
                                      <p:cBhvr>
                                        <p:cTn id="33" dur="500" fill="hold"/>
                                        <p:tgtEl>
                                          <p:spTgt spid="8">
                                            <p:txEl>
                                              <p:pRg st="0" end="0"/>
                                            </p:txEl>
                                          </p:spTgt>
                                        </p:tgtEl>
                                        <p:attrNameLst>
                                          <p:attrName>ppt_w</p:attrName>
                                        </p:attrNameLst>
                                      </p:cBhvr>
                                      <p:tavLst>
                                        <p:tav tm="0">
                                          <p:val>
                                            <p:fltVal val="0"/>
                                          </p:val>
                                        </p:tav>
                                        <p:tav tm="100000">
                                          <p:val>
                                            <p:strVal val="#ppt_w"/>
                                          </p:val>
                                        </p:tav>
                                      </p:tavLst>
                                    </p:anim>
                                    <p:anim calcmode="lin" valueType="num">
                                      <p:cBhvr>
                                        <p:cTn id="34" dur="5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35"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120188" y="4372727"/>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0" name="图片 12"/>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21351356" flipH="1">
            <a:off x="146286" y="-6008"/>
            <a:ext cx="1319882" cy="1121086"/>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40" name="TextBox 7">
            <a:extLst>
              <a:ext uri="{FF2B5EF4-FFF2-40B4-BE49-F238E27FC236}">
                <a16:creationId xmlns:a16="http://schemas.microsoft.com/office/drawing/2014/main" id="{F67A2238-1FD2-4CD6-BB78-E66DDA5EE689}"/>
              </a:ext>
            </a:extLst>
          </p:cNvPr>
          <p:cNvSpPr>
            <a:spLocks noChangeArrowheads="1"/>
          </p:cNvSpPr>
          <p:nvPr/>
        </p:nvSpPr>
        <p:spPr bwMode="auto">
          <a:xfrm>
            <a:off x="1979712" y="123478"/>
            <a:ext cx="6802633" cy="738664"/>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r>
              <a:rPr lang="en-US" altLang="zh-CN" sz="2400" b="1" dirty="0">
                <a:solidFill>
                  <a:srgbClr val="CE7532"/>
                </a:solidFill>
                <a:cs typeface="Calibri" panose="020F0502020204030204" pitchFamily="34" charset="0"/>
                <a:sym typeface="+mn-lt"/>
              </a:rPr>
              <a:t>05. Why can't developers do the testing themselves, and why do we require testers?</a:t>
            </a:r>
          </a:p>
        </p:txBody>
      </p:sp>
      <p:sp>
        <p:nvSpPr>
          <p:cNvPr id="27" name="TextBox 7">
            <a:extLst>
              <a:ext uri="{FF2B5EF4-FFF2-40B4-BE49-F238E27FC236}">
                <a16:creationId xmlns:a16="http://schemas.microsoft.com/office/drawing/2014/main" id="{F67A2238-1FD2-4CD6-BB78-E66DDA5EE689}"/>
              </a:ext>
            </a:extLst>
          </p:cNvPr>
          <p:cNvSpPr>
            <a:spLocks noChangeArrowheads="1"/>
          </p:cNvSpPr>
          <p:nvPr/>
        </p:nvSpPr>
        <p:spPr bwMode="auto">
          <a:xfrm>
            <a:off x="514809" y="1346475"/>
            <a:ext cx="8161647" cy="3447098"/>
          </a:xfrm>
          <a:prstGeom prst="rect">
            <a:avLst/>
          </a:prstGeom>
          <a:noFill/>
          <a:ln>
            <a:noFill/>
            <a:headEnd/>
            <a:tailEnd/>
          </a:ln>
          <a:effectLst>
            <a:glow rad="101600">
              <a:srgbClr val="FF0000">
                <a:alpha val="40000"/>
              </a:srgb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lvl="1"/>
            <a:r>
              <a:rPr lang="en-US" sz="1400" b="1" u="sng" dirty="0">
                <a:solidFill>
                  <a:schemeClr val="accent3">
                    <a:lumMod val="50000"/>
                  </a:schemeClr>
                </a:solidFill>
                <a:latin typeface="Calibri" panose="020F0502020204030204" pitchFamily="34" charset="0"/>
                <a:cs typeface="Calibri" panose="020F0502020204030204" pitchFamily="34" charset="0"/>
              </a:rPr>
              <a:t>Reasons : </a:t>
            </a:r>
          </a:p>
          <a:p>
            <a:pPr marL="742950" lvl="1" indent="-285750">
              <a:buFont typeface="Arial" panose="020B0604020202020204" pitchFamily="34" charset="0"/>
              <a:buChar char="•"/>
            </a:pPr>
            <a:r>
              <a:rPr lang="en-US" sz="1400" b="1" dirty="0">
                <a:solidFill>
                  <a:srgbClr val="CE7532"/>
                </a:solidFill>
                <a:latin typeface="Calibri" panose="020F0502020204030204" pitchFamily="34" charset="0"/>
                <a:cs typeface="Calibri" panose="020F0502020204030204" pitchFamily="34" charset="0"/>
              </a:rPr>
              <a:t>Separation of Duties –</a:t>
            </a:r>
          </a:p>
          <a:p>
            <a:pPr marL="857250" lvl="1" indent="-400050">
              <a:buFont typeface="+mj-lt"/>
              <a:buAutoNum type="romanLcPeriod"/>
            </a:pPr>
            <a:r>
              <a:rPr lang="en-US" sz="1400" dirty="0">
                <a:solidFill>
                  <a:schemeClr val="accent1">
                    <a:lumMod val="50000"/>
                  </a:schemeClr>
                </a:solidFill>
                <a:latin typeface="Calibri" panose="020F0502020204030204" pitchFamily="34" charset="0"/>
                <a:cs typeface="Calibri" panose="020F0502020204030204" pitchFamily="34" charset="0"/>
              </a:rPr>
              <a:t>Developers build the software, while testers ensure it works correctly.</a:t>
            </a:r>
          </a:p>
          <a:p>
            <a:pPr marL="857250" lvl="1" indent="-400050">
              <a:buFont typeface="+mj-lt"/>
              <a:buAutoNum type="romanLcPeriod"/>
            </a:pPr>
            <a:r>
              <a:rPr lang="en-US" sz="1400" dirty="0">
                <a:solidFill>
                  <a:schemeClr val="accent1">
                    <a:lumMod val="50000"/>
                  </a:schemeClr>
                </a:solidFill>
                <a:latin typeface="Calibri" panose="020F0502020204030204" pitchFamily="34" charset="0"/>
                <a:cs typeface="Calibri" panose="020F0502020204030204" pitchFamily="34" charset="0"/>
              </a:rPr>
              <a:t>This separation helps maintain quality and thoroughness, as each team focuses on their expertise.</a:t>
            </a:r>
          </a:p>
          <a:p>
            <a:pPr marL="857250" lvl="1" indent="-400050">
              <a:buFont typeface="+mj-lt"/>
              <a:buAutoNum type="romanLcPeriod"/>
            </a:pPr>
            <a:r>
              <a:rPr lang="en-US" sz="1400" dirty="0">
                <a:solidFill>
                  <a:schemeClr val="accent1">
                    <a:lumMod val="50000"/>
                  </a:schemeClr>
                </a:solidFill>
                <a:latin typeface="Calibri" panose="020F0502020204030204" pitchFamily="34" charset="0"/>
                <a:cs typeface="Calibri" panose="020F0502020204030204" pitchFamily="34" charset="0"/>
              </a:rPr>
              <a:t>Developers focus on creating software, while specialized testers focus on finding defects to ensure the software works well and meets requirements.</a:t>
            </a:r>
          </a:p>
          <a:p>
            <a:pPr lvl="1"/>
            <a:endParaRPr lang="en-US" sz="1400" b="1" dirty="0">
              <a:solidFill>
                <a:srgbClr val="CE7532"/>
              </a:solidFill>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1400" b="1" dirty="0">
                <a:solidFill>
                  <a:srgbClr val="CE7532"/>
                </a:solidFill>
                <a:latin typeface="Calibri" panose="020F0502020204030204" pitchFamily="34" charset="0"/>
                <a:cs typeface="Calibri" panose="020F0502020204030204" pitchFamily="34" charset="0"/>
              </a:rPr>
              <a:t>Lack of Objectivity --</a:t>
            </a:r>
          </a:p>
          <a:p>
            <a:pPr marL="857250" lvl="1" indent="-400050">
              <a:buFont typeface="+mj-lt"/>
              <a:buAutoNum type="romanLcPeriod"/>
            </a:pPr>
            <a:r>
              <a:rPr lang="en-US" sz="1400" dirty="0">
                <a:solidFill>
                  <a:schemeClr val="accent1">
                    <a:lumMod val="50000"/>
                  </a:schemeClr>
                </a:solidFill>
                <a:latin typeface="Calibri" panose="020F0502020204030204" pitchFamily="34" charset="0"/>
                <a:cs typeface="Calibri" panose="020F0502020204030204" pitchFamily="34" charset="0"/>
              </a:rPr>
              <a:t>Developers might miss bugs in their own code because they are too familiar with how it’s supposed to work.</a:t>
            </a:r>
          </a:p>
          <a:p>
            <a:pPr marL="857250" lvl="1" indent="-400050">
              <a:buFont typeface="+mj-lt"/>
              <a:buAutoNum type="romanLcPeriod"/>
            </a:pPr>
            <a:r>
              <a:rPr lang="en-US" sz="1400" dirty="0">
                <a:solidFill>
                  <a:schemeClr val="accent1">
                    <a:lumMod val="50000"/>
                  </a:schemeClr>
                </a:solidFill>
                <a:latin typeface="Calibri" panose="020F0502020204030204" pitchFamily="34" charset="0"/>
                <a:cs typeface="Calibri" panose="020F0502020204030204" pitchFamily="34" charset="0"/>
              </a:rPr>
              <a:t>They are too close to their code and might not see its flaws</a:t>
            </a:r>
            <a:r>
              <a:rPr lang="en-US" sz="1400" b="1" dirty="0">
                <a:solidFill>
                  <a:schemeClr val="accent1">
                    <a:lumMod val="50000"/>
                  </a:schemeClr>
                </a:solidFill>
                <a:latin typeface="Calibri" panose="020F0502020204030204" pitchFamily="34" charset="0"/>
                <a:cs typeface="Calibri" panose="020F0502020204030204" pitchFamily="34" charset="0"/>
              </a:rPr>
              <a:t>. </a:t>
            </a:r>
          </a:p>
          <a:p>
            <a:pPr lvl="1"/>
            <a:endParaRPr lang="en-US" sz="1400" b="1" dirty="0">
              <a:solidFill>
                <a:schemeClr val="accent1">
                  <a:lumMod val="50000"/>
                </a:schemeClr>
              </a:solidFill>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endParaRPr lang="en-US" sz="1400" b="1" dirty="0">
              <a:solidFill>
                <a:schemeClr val="accent1">
                  <a:lumMod val="50000"/>
                </a:schemeClr>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sz="1400" b="1" dirty="0">
              <a:solidFill>
                <a:schemeClr val="accent1">
                  <a:lumMod val="50000"/>
                </a:schemeClr>
              </a:solidFill>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endParaRPr lang="en-US" sz="1400" b="1" dirty="0">
              <a:solidFill>
                <a:schemeClr val="accent1">
                  <a:lumMod val="50000"/>
                </a:schemeClr>
              </a:solidFill>
              <a:latin typeface="Calibri" panose="020F0502020204030204" pitchFamily="34" charset="0"/>
              <a:cs typeface="Calibri" panose="020F0502020204030204" pitchFamily="34" charset="0"/>
            </a:endParaRPr>
          </a:p>
          <a:p>
            <a:endParaRPr lang="en-US" sz="1400" b="1" dirty="0">
              <a:solidFill>
                <a:schemeClr val="accent1">
                  <a:lumMod val="50000"/>
                </a:schemeClr>
              </a:solidFill>
              <a:latin typeface="Calibri" panose="020F0502020204030204" pitchFamily="34" charset="0"/>
              <a:cs typeface="Calibri" panose="020F0502020204030204" pitchFamily="34" charset="0"/>
            </a:endParaRPr>
          </a:p>
        </p:txBody>
      </p:sp>
    </p:spTree>
    <p:custDataLst>
      <p:tags r:id="rId1"/>
    </p:custDataLst>
    <p:extLst>
      <p:ext uri="{BB962C8B-B14F-4D97-AF65-F5344CB8AC3E}">
        <p14:creationId xmlns:p14="http://schemas.microsoft.com/office/powerpoint/2010/main" val="19103769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2724">
        <p15:prstTrans prst="pageCurlDoub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 calcmode="lin" valueType="num">
                                      <p:cBhvr>
                                        <p:cTn id="13" dur="500" fill="hold"/>
                                        <p:tgtEl>
                                          <p:spTgt spid="70"/>
                                        </p:tgtEl>
                                        <p:attrNameLst>
                                          <p:attrName>ppt_w</p:attrName>
                                        </p:attrNameLst>
                                      </p:cBhvr>
                                      <p:tavLst>
                                        <p:tav tm="0">
                                          <p:val>
                                            <p:fltVal val="0"/>
                                          </p:val>
                                        </p:tav>
                                        <p:tav tm="100000">
                                          <p:val>
                                            <p:strVal val="#ppt_w"/>
                                          </p:val>
                                        </p:tav>
                                      </p:tavLst>
                                    </p:anim>
                                    <p:anim calcmode="lin" valueType="num">
                                      <p:cBhvr>
                                        <p:cTn id="14" dur="500" fill="hold"/>
                                        <p:tgtEl>
                                          <p:spTgt spid="70"/>
                                        </p:tgtEl>
                                        <p:attrNameLst>
                                          <p:attrName>ppt_h</p:attrName>
                                        </p:attrNameLst>
                                      </p:cBhvr>
                                      <p:tavLst>
                                        <p:tav tm="0">
                                          <p:val>
                                            <p:fltVal val="0"/>
                                          </p:val>
                                        </p:tav>
                                        <p:tav tm="100000">
                                          <p:val>
                                            <p:strVal val="#ppt_h"/>
                                          </p:val>
                                        </p:tav>
                                      </p:tavLst>
                                    </p:anim>
                                    <p:anim calcmode="lin" valueType="num">
                                      <p:cBhvr>
                                        <p:cTn id="15" dur="500" fill="hold"/>
                                        <p:tgtEl>
                                          <p:spTgt spid="70"/>
                                        </p:tgtEl>
                                        <p:attrNameLst>
                                          <p:attrName>style.rotation</p:attrName>
                                        </p:attrNameLst>
                                      </p:cBhvr>
                                      <p:tavLst>
                                        <p:tav tm="0">
                                          <p:val>
                                            <p:fltVal val="360"/>
                                          </p:val>
                                        </p:tav>
                                        <p:tav tm="100000">
                                          <p:val>
                                            <p:fltVal val="0"/>
                                          </p:val>
                                        </p:tav>
                                      </p:tavLst>
                                    </p:anim>
                                    <p:animEffect transition="in" filter="fade">
                                      <p:cBhvr>
                                        <p:cTn id="16" dur="500"/>
                                        <p:tgtEl>
                                          <p:spTgt spid="7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40">
                                            <p:txEl>
                                              <p:pRg st="0" end="0"/>
                                            </p:txEl>
                                          </p:spTgt>
                                        </p:tgtEl>
                                        <p:attrNameLst>
                                          <p:attrName>style.visibility</p:attrName>
                                        </p:attrNameLst>
                                      </p:cBhvr>
                                      <p:to>
                                        <p:strVal val="visible"/>
                                      </p:to>
                                    </p:set>
                                    <p:anim calcmode="lin" valueType="num">
                                      <p:cBhvr>
                                        <p:cTn id="21" dur="500" fill="hold"/>
                                        <p:tgtEl>
                                          <p:spTgt spid="140">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140">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140">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7"/>
                                        </p:tgtEl>
                                        <p:attrNameLst>
                                          <p:attrName>style.visibility</p:attrName>
                                        </p:attrNameLst>
                                      </p:cBhvr>
                                      <p:to>
                                        <p:strVal val="visible"/>
                                      </p:to>
                                    </p:set>
                                    <p:anim calcmode="lin" valueType="num">
                                      <p:cBhvr>
                                        <p:cTn id="28" dur="500" fill="hold"/>
                                        <p:tgtEl>
                                          <p:spTgt spid="27"/>
                                        </p:tgtEl>
                                        <p:attrNameLst>
                                          <p:attrName>ppt_w</p:attrName>
                                        </p:attrNameLst>
                                      </p:cBhvr>
                                      <p:tavLst>
                                        <p:tav tm="0">
                                          <p:val>
                                            <p:fltVal val="0"/>
                                          </p:val>
                                        </p:tav>
                                        <p:tav tm="100000">
                                          <p:val>
                                            <p:strVal val="#ppt_w"/>
                                          </p:val>
                                        </p:tav>
                                      </p:tavLst>
                                    </p:anim>
                                    <p:anim calcmode="lin" valueType="num">
                                      <p:cBhvr>
                                        <p:cTn id="29" dur="500" fill="hold"/>
                                        <p:tgtEl>
                                          <p:spTgt spid="27"/>
                                        </p:tgtEl>
                                        <p:attrNameLst>
                                          <p:attrName>ppt_h</p:attrName>
                                        </p:attrNameLst>
                                      </p:cBhvr>
                                      <p:tavLst>
                                        <p:tav tm="0">
                                          <p:val>
                                            <p:fltVal val="0"/>
                                          </p:val>
                                        </p:tav>
                                        <p:tav tm="100000">
                                          <p:val>
                                            <p:strVal val="#ppt_h"/>
                                          </p:val>
                                        </p:tav>
                                      </p:tavLst>
                                    </p:anim>
                                    <p:animEffect transition="in" filter="fade">
                                      <p:cBhvr>
                                        <p:cTn id="3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1170979" flipH="1">
            <a:off x="3621645" y="971202"/>
            <a:ext cx="1900710" cy="1614432"/>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p:spPr>
      </p:pic>
      <p:sp>
        <p:nvSpPr>
          <p:cNvPr id="15" name="矩形 14"/>
          <p:cNvSpPr/>
          <p:nvPr/>
        </p:nvSpPr>
        <p:spPr>
          <a:xfrm>
            <a:off x="3819113" y="1588083"/>
            <a:ext cx="1400960" cy="78168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8" name="图片 17"/>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5154763" y="1767842"/>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5">
            <a:extLst>
              <a:ext uri="{FF2B5EF4-FFF2-40B4-BE49-F238E27FC236}">
                <a16:creationId xmlns:a16="http://schemas.microsoft.com/office/drawing/2014/main" id="{9F044F43-439E-4EDE-8077-0D10A68BF276}"/>
              </a:ext>
            </a:extLst>
          </p:cNvPr>
          <p:cNvSpPr txBox="1"/>
          <p:nvPr/>
        </p:nvSpPr>
        <p:spPr>
          <a:xfrm>
            <a:off x="4189096" y="1619192"/>
            <a:ext cx="1157064" cy="71946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a:normAutofit fontScale="92500" lnSpcReduction="10000"/>
          </a:bodyPr>
          <a:lstStyle/>
          <a:p>
            <a:r>
              <a:rPr lang="en-US" altLang="zh-CN" sz="5400" b="1" dirty="0">
                <a:solidFill>
                  <a:schemeClr val="bg1"/>
                </a:solidFill>
                <a:latin typeface="+mn-lt"/>
                <a:ea typeface="+mn-ea"/>
                <a:cs typeface="+mn-ea"/>
                <a:sym typeface="+mn-lt"/>
              </a:rPr>
              <a:t>06</a:t>
            </a:r>
            <a:endParaRPr lang="en-US" altLang="zh-CN" sz="3200" b="1" dirty="0">
              <a:solidFill>
                <a:schemeClr val="bg1"/>
              </a:solidFill>
              <a:latin typeface="+mn-lt"/>
              <a:ea typeface="+mn-ea"/>
              <a:cs typeface="+mn-ea"/>
              <a:sym typeface="+mn-lt"/>
            </a:endParaRPr>
          </a:p>
        </p:txBody>
      </p:sp>
      <p:sp>
        <p:nvSpPr>
          <p:cNvPr id="8" name="TextBox 7">
            <a:extLst>
              <a:ext uri="{FF2B5EF4-FFF2-40B4-BE49-F238E27FC236}">
                <a16:creationId xmlns:a16="http://schemas.microsoft.com/office/drawing/2014/main" id="{F67A2238-1FD2-4CD6-BB78-E66DDA5EE689}"/>
              </a:ext>
            </a:extLst>
          </p:cNvPr>
          <p:cNvSpPr>
            <a:spLocks noChangeArrowheads="1"/>
          </p:cNvSpPr>
          <p:nvPr/>
        </p:nvSpPr>
        <p:spPr bwMode="auto">
          <a:xfrm>
            <a:off x="835650" y="2887856"/>
            <a:ext cx="7472699" cy="482568"/>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pPr algn="ctr">
              <a:lnSpc>
                <a:spcPct val="150000"/>
              </a:lnSpc>
            </a:pPr>
            <a:r>
              <a:rPr lang="en-US" altLang="zh-CN" sz="2400" b="1" dirty="0">
                <a:solidFill>
                  <a:srgbClr val="CE7532"/>
                </a:solidFill>
                <a:cs typeface="Calibri" panose="020F0502020204030204" pitchFamily="34" charset="0"/>
                <a:sym typeface="+mn-lt"/>
              </a:rPr>
              <a:t>Advantage and Disadvantages of Software Testing</a:t>
            </a:r>
          </a:p>
        </p:txBody>
      </p:sp>
    </p:spTree>
    <p:custDataLst>
      <p:tags r:id="rId1"/>
    </p:custDataLst>
    <p:extLst>
      <p:ext uri="{BB962C8B-B14F-4D97-AF65-F5344CB8AC3E}">
        <p14:creationId xmlns:p14="http://schemas.microsoft.com/office/powerpoint/2010/main" val="42451804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2549">
        <p15:prstTrans prst="pageCurlDoub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 calcmode="lin" valueType="num">
                                      <p:cBhvr>
                                        <p:cTn id="14" dur="500" fill="hold"/>
                                        <p:tgtEl>
                                          <p:spTgt spid="18"/>
                                        </p:tgtEl>
                                        <p:attrNameLst>
                                          <p:attrName>style.rotation</p:attrName>
                                        </p:attrNameLst>
                                      </p:cBhvr>
                                      <p:tavLst>
                                        <p:tav tm="0">
                                          <p:val>
                                            <p:fltVal val="360"/>
                                          </p:val>
                                        </p:tav>
                                        <p:tav tm="100000">
                                          <p:val>
                                            <p:fltVal val="0"/>
                                          </p:val>
                                        </p:tav>
                                      </p:tavLst>
                                    </p:anim>
                                    <p:animEffect transition="in" filter="fade">
                                      <p:cBhvr>
                                        <p:cTn id="15" dur="500"/>
                                        <p:tgtEl>
                                          <p:spTgt spid="18"/>
                                        </p:tgtEl>
                                      </p:cBhvr>
                                    </p:animEffect>
                                  </p:childTnLst>
                                </p:cTn>
                              </p:par>
                              <p:par>
                                <p:cTn id="16" presetID="49" presetClass="entr" presetSubtype="0" decel="10000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ppt_w</p:attrName>
                                        </p:attrNameLst>
                                      </p:cBhvr>
                                      <p:tavLst>
                                        <p:tav tm="0">
                                          <p:val>
                                            <p:fltVal val="0"/>
                                          </p:val>
                                        </p:tav>
                                        <p:tav tm="100000">
                                          <p:val>
                                            <p:strVal val="#ppt_w"/>
                                          </p:val>
                                        </p:tav>
                                      </p:tavLst>
                                    </p:anim>
                                    <p:anim calcmode="lin" valueType="num">
                                      <p:cBhvr>
                                        <p:cTn id="19" dur="500" fill="hold"/>
                                        <p:tgtEl>
                                          <p:spTgt spid="13"/>
                                        </p:tgtEl>
                                        <p:attrNameLst>
                                          <p:attrName>ppt_h</p:attrName>
                                        </p:attrNameLst>
                                      </p:cBhvr>
                                      <p:tavLst>
                                        <p:tav tm="0">
                                          <p:val>
                                            <p:fltVal val="0"/>
                                          </p:val>
                                        </p:tav>
                                        <p:tav tm="100000">
                                          <p:val>
                                            <p:strVal val="#ppt_h"/>
                                          </p:val>
                                        </p:tav>
                                      </p:tavLst>
                                    </p:anim>
                                    <p:anim calcmode="lin" valueType="num">
                                      <p:cBhvr>
                                        <p:cTn id="20" dur="500" fill="hold"/>
                                        <p:tgtEl>
                                          <p:spTgt spid="13"/>
                                        </p:tgtEl>
                                        <p:attrNameLst>
                                          <p:attrName>style.rotation</p:attrName>
                                        </p:attrNameLst>
                                      </p:cBhvr>
                                      <p:tavLst>
                                        <p:tav tm="0">
                                          <p:val>
                                            <p:fltVal val="360"/>
                                          </p:val>
                                        </p:tav>
                                        <p:tav tm="100000">
                                          <p:val>
                                            <p:fltVal val="0"/>
                                          </p:val>
                                        </p:tav>
                                      </p:tavLst>
                                    </p:anim>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p:cTn id="26" dur="500" fill="hold"/>
                                        <p:tgtEl>
                                          <p:spTgt spid="15"/>
                                        </p:tgtEl>
                                        <p:attrNameLst>
                                          <p:attrName>ppt_w</p:attrName>
                                        </p:attrNameLst>
                                      </p:cBhvr>
                                      <p:tavLst>
                                        <p:tav tm="0">
                                          <p:val>
                                            <p:fltVal val="0"/>
                                          </p:val>
                                        </p:tav>
                                        <p:tav tm="100000">
                                          <p:val>
                                            <p:strVal val="#ppt_w"/>
                                          </p:val>
                                        </p:tav>
                                      </p:tavLst>
                                    </p:anim>
                                    <p:anim calcmode="lin" valueType="num">
                                      <p:cBhvr>
                                        <p:cTn id="27" dur="500" fill="hold"/>
                                        <p:tgtEl>
                                          <p:spTgt spid="15"/>
                                        </p:tgtEl>
                                        <p:attrNameLst>
                                          <p:attrName>ppt_h</p:attrName>
                                        </p:attrNameLst>
                                      </p:cBhvr>
                                      <p:tavLst>
                                        <p:tav tm="0">
                                          <p:val>
                                            <p:fltVal val="0"/>
                                          </p:val>
                                        </p:tav>
                                        <p:tav tm="100000">
                                          <p:val>
                                            <p:strVal val="#ppt_h"/>
                                          </p:val>
                                        </p:tav>
                                      </p:tavLst>
                                    </p:anim>
                                    <p:animEffect transition="in" filter="fade">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anim calcmode="lin" valueType="num">
                                      <p:cBhvr>
                                        <p:cTn id="33" dur="500" fill="hold"/>
                                        <p:tgtEl>
                                          <p:spTgt spid="8">
                                            <p:txEl>
                                              <p:pRg st="0" end="0"/>
                                            </p:txEl>
                                          </p:spTgt>
                                        </p:tgtEl>
                                        <p:attrNameLst>
                                          <p:attrName>ppt_w</p:attrName>
                                        </p:attrNameLst>
                                      </p:cBhvr>
                                      <p:tavLst>
                                        <p:tav tm="0">
                                          <p:val>
                                            <p:fltVal val="0"/>
                                          </p:val>
                                        </p:tav>
                                        <p:tav tm="100000">
                                          <p:val>
                                            <p:strVal val="#ppt_w"/>
                                          </p:val>
                                        </p:tav>
                                      </p:tavLst>
                                    </p:anim>
                                    <p:anim calcmode="lin" valueType="num">
                                      <p:cBhvr>
                                        <p:cTn id="34" dur="5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35"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4" cstate="screen">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a:ext>
            </a:extLst>
          </a:blip>
          <a:srcRect/>
          <a:stretch>
            <a:fillRect/>
          </a:stretch>
        </p:blipFill>
        <p:spPr>
          <a:xfrm rot="8746489" flipH="1">
            <a:off x="120188" y="4372727"/>
            <a:ext cx="789243" cy="670370"/>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70" name="图片 12"/>
          <p:cNvPicPr>
            <a:picLocks noChangeAspect="1"/>
          </p:cNvPicPr>
          <p:nvPr/>
        </p:nvPicPr>
        <p:blipFill>
          <a:blip r:embed="rId6" cstate="screen">
            <a:extLst>
              <a:ext uri="{BEBA8EAE-BF5A-486C-A8C5-ECC9F3942E4B}">
                <a14:imgProps xmlns:a14="http://schemas.microsoft.com/office/drawing/2010/main">
                  <a14:imgLayer r:embed="rId7">
                    <a14:imgEffect>
                      <a14:artisticGlowEdges/>
                    </a14:imgEffect>
                  </a14:imgLayer>
                </a14:imgProps>
              </a:ext>
              <a:ext uri="{28A0092B-C50C-407E-A947-70E740481C1C}">
                <a14:useLocalDpi xmlns:a14="http://schemas.microsoft.com/office/drawing/2010/main"/>
              </a:ext>
            </a:extLst>
          </a:blip>
          <a:srcRect/>
          <a:stretch>
            <a:fillRect/>
          </a:stretch>
        </p:blipFill>
        <p:spPr>
          <a:xfrm rot="21351356" flipH="1">
            <a:off x="146286" y="-6008"/>
            <a:ext cx="1319882" cy="1121086"/>
          </a:xfrm>
          <a:custGeom>
            <a:avLst/>
            <a:gdLst>
              <a:gd name="connsiteX0" fmla="*/ 1865789 w 1865789"/>
              <a:gd name="connsiteY0" fmla="*/ 1584771 h 1584771"/>
              <a:gd name="connsiteX1" fmla="*/ 1865789 w 1865789"/>
              <a:gd name="connsiteY1" fmla="*/ 551885 h 1584771"/>
              <a:gd name="connsiteX2" fmla="*/ 878114 w 1865789"/>
              <a:gd name="connsiteY2" fmla="*/ 0 h 1584771"/>
              <a:gd name="connsiteX3" fmla="*/ 0 w 1865789"/>
              <a:gd name="connsiteY3" fmla="*/ 1571508 h 1584771"/>
              <a:gd name="connsiteX4" fmla="*/ 23737 w 1865789"/>
              <a:gd name="connsiteY4" fmla="*/ 1584771 h 1584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5789" h="1584771">
                <a:moveTo>
                  <a:pt x="1865789" y="1584771"/>
                </a:moveTo>
                <a:lnTo>
                  <a:pt x="1865789" y="551885"/>
                </a:lnTo>
                <a:lnTo>
                  <a:pt x="878114" y="0"/>
                </a:lnTo>
                <a:lnTo>
                  <a:pt x="0" y="1571508"/>
                </a:lnTo>
                <a:lnTo>
                  <a:pt x="23737" y="1584771"/>
                </a:lnTo>
                <a:close/>
              </a:path>
            </a:pathLst>
          </a:cu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40" name="TextBox 7">
            <a:extLst>
              <a:ext uri="{FF2B5EF4-FFF2-40B4-BE49-F238E27FC236}">
                <a16:creationId xmlns:a16="http://schemas.microsoft.com/office/drawing/2014/main" id="{F67A2238-1FD2-4CD6-BB78-E66DDA5EE689}"/>
              </a:ext>
            </a:extLst>
          </p:cNvPr>
          <p:cNvSpPr>
            <a:spLocks noChangeArrowheads="1"/>
          </p:cNvSpPr>
          <p:nvPr/>
        </p:nvSpPr>
        <p:spPr bwMode="auto">
          <a:xfrm>
            <a:off x="1979712" y="123478"/>
            <a:ext cx="6802633" cy="738664"/>
          </a:xfrm>
          <a:prstGeom prst="rect">
            <a:avLst/>
          </a:prstGeom>
          <a:noFill/>
          <a:ln>
            <a:noFill/>
            <a:headEnd/>
            <a:tailEnd/>
          </a:ln>
          <a:effectLst>
            <a:glow rad="101600">
              <a:srgbClr val="FF0000">
                <a:alpha val="40000"/>
              </a:srgbClr>
            </a:glow>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4"/>
          </a:lnRef>
          <a:fillRef idx="1">
            <a:schemeClr val="lt1"/>
          </a:fillRef>
          <a:effectRef idx="0">
            <a:schemeClr val="accent4"/>
          </a:effectRef>
          <a:fontRef idx="minor">
            <a:schemeClr val="dk1"/>
          </a:fontRef>
        </p:style>
        <p:txBody>
          <a:bodyPr wrap="square" lIns="0" tIns="0" rIns="0" bIns="0">
            <a:spAutoFit/>
          </a:bodyPr>
          <a:lstStyle/>
          <a:p>
            <a:r>
              <a:rPr lang="en-US" altLang="zh-CN" sz="2400" b="1" dirty="0">
                <a:solidFill>
                  <a:srgbClr val="CE7532"/>
                </a:solidFill>
                <a:cs typeface="Calibri" panose="020F0502020204030204" pitchFamily="34" charset="0"/>
                <a:sym typeface="+mn-lt"/>
              </a:rPr>
              <a:t> 06. Advantage and Disadvantages of Software Testing</a:t>
            </a:r>
          </a:p>
        </p:txBody>
      </p:sp>
      <p:sp>
        <p:nvSpPr>
          <p:cNvPr id="27" name="TextBox 7">
            <a:extLst>
              <a:ext uri="{FF2B5EF4-FFF2-40B4-BE49-F238E27FC236}">
                <a16:creationId xmlns:a16="http://schemas.microsoft.com/office/drawing/2014/main" id="{F67A2238-1FD2-4CD6-BB78-E66DDA5EE689}"/>
              </a:ext>
            </a:extLst>
          </p:cNvPr>
          <p:cNvSpPr>
            <a:spLocks noChangeArrowheads="1"/>
          </p:cNvSpPr>
          <p:nvPr/>
        </p:nvSpPr>
        <p:spPr bwMode="auto">
          <a:xfrm>
            <a:off x="1029620" y="1405527"/>
            <a:ext cx="6408712" cy="3231654"/>
          </a:xfrm>
          <a:prstGeom prst="rect">
            <a:avLst/>
          </a:prstGeom>
          <a:noFill/>
          <a:ln>
            <a:noFill/>
            <a:headEnd/>
            <a:tailEnd/>
          </a:ln>
          <a:effectLst>
            <a:glow rad="101600">
              <a:srgbClr val="FF0000">
                <a:alpha val="40000"/>
              </a:srgbClr>
            </a:glow>
          </a:effectLst>
          <a:scene3d>
            <a:camera prst="orthographicFront">
              <a:rot lat="0" lon="0" rev="0"/>
            </a:camera>
            <a:lightRig rig="contrasting" dir="t">
              <a:rot lat="0" lon="0" rev="7800000"/>
            </a:lightRig>
          </a:scene3d>
          <a:sp3d>
            <a:bevelT w="139700" h="139700"/>
          </a:sp3d>
        </p:spPr>
        <p:style>
          <a:lnRef idx="2">
            <a:schemeClr val="accent4"/>
          </a:lnRef>
          <a:fillRef idx="1">
            <a:schemeClr val="lt1"/>
          </a:fillRef>
          <a:effectRef idx="0">
            <a:schemeClr val="accent4"/>
          </a:effectRef>
          <a:fontRef idx="minor">
            <a:schemeClr val="dk1"/>
          </a:fontRef>
        </p:style>
        <p:txBody>
          <a:bodyPr wrap="square" lIns="0" tIns="0" rIns="0" bIns="0" numCol="2">
            <a:spAutoFit/>
          </a:bodyPr>
          <a:lstStyle/>
          <a:p>
            <a:r>
              <a:rPr lang="en-US" sz="1400" b="1" dirty="0">
                <a:solidFill>
                  <a:srgbClr val="CE7532"/>
                </a:solidFill>
                <a:latin typeface="Calibri" panose="020F0502020204030204" pitchFamily="34" charset="0"/>
                <a:cs typeface="Calibri" panose="020F0502020204030204" pitchFamily="34" charset="0"/>
              </a:rPr>
              <a:t>Advantages of Software Testing:</a:t>
            </a:r>
          </a:p>
          <a:p>
            <a:endParaRPr lang="en-US" sz="1400" b="1" dirty="0">
              <a:solidFill>
                <a:schemeClr val="accent1">
                  <a:lumMod val="50000"/>
                </a:schemeClr>
              </a:solidFill>
              <a:latin typeface="Calibri" panose="020F0502020204030204" pitchFamily="34" charset="0"/>
              <a:cs typeface="Calibri" panose="020F0502020204030204" pitchFamily="34" charset="0"/>
            </a:endParaRPr>
          </a:p>
          <a:p>
            <a:pPr marL="800100" lvl="1" indent="-342900">
              <a:buFont typeface="+mj-lt"/>
              <a:buAutoNum type="arabicPeriod"/>
            </a:pPr>
            <a:r>
              <a:rPr lang="en-US" sz="1400" dirty="0">
                <a:solidFill>
                  <a:schemeClr val="accent1">
                    <a:lumMod val="50000"/>
                  </a:schemeClr>
                </a:solidFill>
                <a:latin typeface="Calibri" panose="020F0502020204030204" pitchFamily="34" charset="0"/>
                <a:cs typeface="Calibri" panose="020F0502020204030204" pitchFamily="34" charset="0"/>
              </a:rPr>
              <a:t>Eliminates defects/Mistakes in software.</a:t>
            </a:r>
          </a:p>
          <a:p>
            <a:pPr marL="800100" lvl="1" indent="-342900">
              <a:buFont typeface="+mj-lt"/>
              <a:buAutoNum type="arabicPeriod"/>
            </a:pPr>
            <a:r>
              <a:rPr lang="en-US" sz="1400" dirty="0">
                <a:solidFill>
                  <a:schemeClr val="accent1">
                    <a:lumMod val="50000"/>
                  </a:schemeClr>
                </a:solidFill>
                <a:latin typeface="Calibri" panose="020F0502020204030204" pitchFamily="34" charset="0"/>
                <a:cs typeface="Calibri" panose="020F0502020204030204" pitchFamily="34" charset="0"/>
              </a:rPr>
              <a:t>Boosts software efficiency.</a:t>
            </a:r>
          </a:p>
          <a:p>
            <a:pPr marL="800100" lvl="1" indent="-342900">
              <a:buFont typeface="+mj-lt"/>
              <a:buAutoNum type="arabicPeriod"/>
            </a:pPr>
            <a:r>
              <a:rPr lang="en-US" sz="1400" dirty="0">
                <a:solidFill>
                  <a:schemeClr val="accent1">
                    <a:lumMod val="50000"/>
                  </a:schemeClr>
                </a:solidFill>
                <a:latin typeface="Calibri" panose="020F0502020204030204" pitchFamily="34" charset="0"/>
                <a:cs typeface="Calibri" panose="020F0502020204030204" pitchFamily="34" charset="0"/>
              </a:rPr>
              <a:t>Reduces repair needs.</a:t>
            </a:r>
          </a:p>
          <a:p>
            <a:pPr marL="800100" lvl="1" indent="-342900">
              <a:buFont typeface="+mj-lt"/>
              <a:buAutoNum type="arabicPeriod"/>
            </a:pPr>
            <a:r>
              <a:rPr lang="en-US" sz="1400" dirty="0">
                <a:solidFill>
                  <a:schemeClr val="accent1">
                    <a:lumMod val="50000"/>
                  </a:schemeClr>
                </a:solidFill>
                <a:latin typeface="Calibri" panose="020F0502020204030204" pitchFamily="34" charset="0"/>
                <a:cs typeface="Calibri" panose="020F0502020204030204" pitchFamily="34" charset="0"/>
              </a:rPr>
              <a:t>Enhances software quality.</a:t>
            </a:r>
          </a:p>
          <a:p>
            <a:pPr marL="800100" lvl="1" indent="-342900">
              <a:buFont typeface="+mj-lt"/>
              <a:buAutoNum type="arabicPeriod"/>
            </a:pPr>
            <a:r>
              <a:rPr lang="en-US" sz="1400" dirty="0">
                <a:solidFill>
                  <a:schemeClr val="accent1">
                    <a:lumMod val="50000"/>
                  </a:schemeClr>
                </a:solidFill>
                <a:latin typeface="Calibri" panose="020F0502020204030204" pitchFamily="34" charset="0"/>
                <a:cs typeface="Calibri" panose="020F0502020204030204" pitchFamily="34" charset="0"/>
              </a:rPr>
              <a:t>Helps developers find mistakes.</a:t>
            </a:r>
          </a:p>
          <a:p>
            <a:pPr marL="800100" lvl="1" indent="-342900">
              <a:buFont typeface="+mj-lt"/>
              <a:buAutoNum type="arabicPeriod"/>
            </a:pPr>
            <a:r>
              <a:rPr lang="en-US" sz="1400" dirty="0">
                <a:solidFill>
                  <a:schemeClr val="accent1">
                    <a:lumMod val="50000"/>
                  </a:schemeClr>
                </a:solidFill>
                <a:latin typeface="Calibri" panose="020F0502020204030204" pitchFamily="34" charset="0"/>
                <a:cs typeface="Calibri" panose="020F0502020204030204" pitchFamily="34" charset="0"/>
              </a:rPr>
              <a:t>Optimizes and cleans up code.</a:t>
            </a:r>
          </a:p>
          <a:p>
            <a:pPr marL="800100" lvl="1" indent="-342900">
              <a:buFont typeface="+mj-lt"/>
              <a:buAutoNum type="arabicPeriod"/>
            </a:pPr>
            <a:r>
              <a:rPr lang="en-US" sz="1400" dirty="0">
                <a:solidFill>
                  <a:schemeClr val="accent1">
                    <a:lumMod val="50000"/>
                  </a:schemeClr>
                </a:solidFill>
                <a:latin typeface="Calibri" panose="020F0502020204030204" pitchFamily="34" charset="0"/>
                <a:cs typeface="Calibri" panose="020F0502020204030204" pitchFamily="34" charset="0"/>
              </a:rPr>
              <a:t>Prevents future issues and crashes.</a:t>
            </a:r>
          </a:p>
          <a:p>
            <a:pPr marL="800100" lvl="1" indent="-342900">
              <a:buFont typeface="+mj-lt"/>
              <a:buAutoNum type="arabicPeriod"/>
            </a:pPr>
            <a:r>
              <a:rPr lang="en-US" sz="1400" dirty="0">
                <a:solidFill>
                  <a:schemeClr val="accent1">
                    <a:lumMod val="50000"/>
                  </a:schemeClr>
                </a:solidFill>
                <a:latin typeface="Calibri" panose="020F0502020204030204" pitchFamily="34" charset="0"/>
                <a:cs typeface="Calibri" panose="020F0502020204030204" pitchFamily="34" charset="0"/>
              </a:rPr>
              <a:t>Increases customer satisfaction.</a:t>
            </a:r>
          </a:p>
          <a:p>
            <a:pPr marL="342900" indent="-342900">
              <a:buFont typeface="+mj-lt"/>
              <a:buAutoNum type="arabicPeriod"/>
            </a:pPr>
            <a:endParaRPr lang="en-US" sz="1400" b="1" dirty="0">
              <a:solidFill>
                <a:schemeClr val="accent1">
                  <a:lumMod val="50000"/>
                </a:schemeClr>
              </a:solidFill>
              <a:latin typeface="Calibri" panose="020F0502020204030204" pitchFamily="34" charset="0"/>
              <a:cs typeface="Calibri" panose="020F0502020204030204" pitchFamily="34" charset="0"/>
            </a:endParaRPr>
          </a:p>
          <a:p>
            <a:pPr marL="800100" lvl="1" indent="-342900">
              <a:buFont typeface="+mj-lt"/>
              <a:buAutoNum type="arabicPeriod"/>
            </a:pPr>
            <a:endParaRPr lang="en-US" sz="1400" b="1" dirty="0">
              <a:solidFill>
                <a:schemeClr val="accent1">
                  <a:lumMod val="50000"/>
                </a:schemeClr>
              </a:solidFill>
              <a:latin typeface="Calibri" panose="020F0502020204030204" pitchFamily="34" charset="0"/>
              <a:cs typeface="Calibri" panose="020F0502020204030204" pitchFamily="34" charset="0"/>
            </a:endParaRPr>
          </a:p>
          <a:p>
            <a:pPr lvl="1"/>
            <a:endParaRPr lang="en-US" sz="1400" b="1" dirty="0">
              <a:solidFill>
                <a:schemeClr val="accent1">
                  <a:lumMod val="50000"/>
                </a:schemeClr>
              </a:solidFill>
              <a:latin typeface="Calibri" panose="020F0502020204030204" pitchFamily="34" charset="0"/>
              <a:cs typeface="Calibri" panose="020F0502020204030204" pitchFamily="34" charset="0"/>
            </a:endParaRPr>
          </a:p>
          <a:p>
            <a:pPr marL="800100" lvl="1" indent="-342900">
              <a:buFont typeface="+mj-lt"/>
              <a:buAutoNum type="arabicPeriod"/>
            </a:pPr>
            <a:endParaRPr lang="en-US" sz="1400" b="1" dirty="0">
              <a:solidFill>
                <a:schemeClr val="accent1">
                  <a:lumMod val="50000"/>
                </a:schemeClr>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F67A2238-1FD2-4CD6-BB78-E66DDA5EE689}"/>
              </a:ext>
            </a:extLst>
          </p:cNvPr>
          <p:cNvSpPr>
            <a:spLocks noChangeArrowheads="1"/>
          </p:cNvSpPr>
          <p:nvPr/>
        </p:nvSpPr>
        <p:spPr bwMode="auto">
          <a:xfrm>
            <a:off x="4644008" y="1405527"/>
            <a:ext cx="5364088" cy="2585323"/>
          </a:xfrm>
          <a:prstGeom prst="rect">
            <a:avLst/>
          </a:prstGeom>
          <a:noFill/>
          <a:ln>
            <a:noFill/>
            <a:headEnd/>
            <a:tailEnd/>
          </a:ln>
          <a:effectLst>
            <a:glow rad="101600">
              <a:srgbClr val="FF0000">
                <a:alpha val="40000"/>
              </a:srgbClr>
            </a:glow>
          </a:effectLst>
          <a:scene3d>
            <a:camera prst="orthographicFront">
              <a:rot lat="0" lon="0" rev="0"/>
            </a:camera>
            <a:lightRig rig="contrasting" dir="t">
              <a:rot lat="0" lon="0" rev="7800000"/>
            </a:lightRig>
          </a:scene3d>
          <a:sp3d>
            <a:bevelT w="139700" h="139700"/>
          </a:sp3d>
        </p:spPr>
        <p:style>
          <a:lnRef idx="2">
            <a:schemeClr val="accent4"/>
          </a:lnRef>
          <a:fillRef idx="1">
            <a:schemeClr val="lt1"/>
          </a:fillRef>
          <a:effectRef idx="0">
            <a:schemeClr val="accent4"/>
          </a:effectRef>
          <a:fontRef idx="minor">
            <a:schemeClr val="dk1"/>
          </a:fontRef>
        </p:style>
        <p:txBody>
          <a:bodyPr wrap="square" lIns="0" tIns="0" rIns="0" bIns="0" numCol="2">
            <a:spAutoFit/>
          </a:bodyPr>
          <a:lstStyle/>
          <a:p>
            <a:r>
              <a:rPr lang="en-US" sz="1400" b="1" dirty="0">
                <a:solidFill>
                  <a:srgbClr val="CE7532"/>
                </a:solidFill>
                <a:latin typeface="Calibri" panose="020F0502020204030204" pitchFamily="34" charset="0"/>
                <a:cs typeface="Calibri" panose="020F0502020204030204" pitchFamily="34" charset="0"/>
              </a:rPr>
              <a:t>Disadvantages of Software Testing:</a:t>
            </a:r>
          </a:p>
          <a:p>
            <a:endParaRPr lang="en-US" sz="1400" b="1" dirty="0">
              <a:solidFill>
                <a:schemeClr val="accent1">
                  <a:lumMod val="50000"/>
                </a:schemeClr>
              </a:solidFill>
              <a:latin typeface="Calibri" panose="020F0502020204030204" pitchFamily="34" charset="0"/>
              <a:cs typeface="Calibri" panose="020F0502020204030204" pitchFamily="34" charset="0"/>
            </a:endParaRPr>
          </a:p>
          <a:p>
            <a:pPr marL="800100" lvl="1" indent="-342900">
              <a:buFont typeface="+mj-lt"/>
              <a:buAutoNum type="arabicPeriod"/>
            </a:pPr>
            <a:r>
              <a:rPr lang="en-US" sz="1400" dirty="0">
                <a:solidFill>
                  <a:schemeClr val="accent1">
                    <a:lumMod val="50000"/>
                  </a:schemeClr>
                </a:solidFill>
                <a:latin typeface="Calibri" panose="020F0502020204030204" pitchFamily="34" charset="0"/>
                <a:cs typeface="Calibri" panose="020F0502020204030204" pitchFamily="34" charset="0"/>
              </a:rPr>
              <a:t>Most testing types are time-consuming.</a:t>
            </a:r>
          </a:p>
          <a:p>
            <a:pPr marL="800100" lvl="1" indent="-342900">
              <a:buFont typeface="+mj-lt"/>
              <a:buAutoNum type="arabicPeriod"/>
            </a:pPr>
            <a:r>
              <a:rPr lang="en-US" sz="1400" dirty="0">
                <a:solidFill>
                  <a:schemeClr val="accent1">
                    <a:lumMod val="50000"/>
                  </a:schemeClr>
                </a:solidFill>
                <a:latin typeface="Calibri" panose="020F0502020204030204" pitchFamily="34" charset="0"/>
                <a:cs typeface="Calibri" panose="020F0502020204030204" pitchFamily="34" charset="0"/>
              </a:rPr>
              <a:t>Increases the cost of the software and the budget.</a:t>
            </a:r>
          </a:p>
          <a:p>
            <a:pPr marL="800100" lvl="1" indent="-342900">
              <a:buFont typeface="+mj-lt"/>
              <a:buAutoNum type="arabicPeriod"/>
            </a:pPr>
            <a:r>
              <a:rPr lang="en-US" sz="1400" dirty="0">
                <a:solidFill>
                  <a:schemeClr val="accent1">
                    <a:lumMod val="50000"/>
                  </a:schemeClr>
                </a:solidFill>
                <a:latin typeface="Calibri" panose="020F0502020204030204" pitchFamily="34" charset="0"/>
                <a:cs typeface="Calibri" panose="020F0502020204030204" pitchFamily="34" charset="0"/>
              </a:rPr>
              <a:t>Needs skilled testers and tools.</a:t>
            </a:r>
          </a:p>
          <a:p>
            <a:pPr marL="342900" indent="-342900">
              <a:buFont typeface="+mj-lt"/>
              <a:buAutoNum type="arabicPeriod"/>
            </a:pPr>
            <a:endParaRPr lang="en-US" sz="1400" b="1" dirty="0">
              <a:solidFill>
                <a:schemeClr val="accent1">
                  <a:lumMod val="50000"/>
                </a:schemeClr>
              </a:solidFill>
              <a:latin typeface="Calibri" panose="020F0502020204030204" pitchFamily="34" charset="0"/>
              <a:cs typeface="Calibri" panose="020F0502020204030204" pitchFamily="34" charset="0"/>
            </a:endParaRPr>
          </a:p>
          <a:p>
            <a:pPr marL="800100" lvl="1" indent="-342900">
              <a:buFont typeface="+mj-lt"/>
              <a:buAutoNum type="arabicPeriod"/>
            </a:pPr>
            <a:endParaRPr lang="en-US" sz="1400" b="1" dirty="0">
              <a:solidFill>
                <a:schemeClr val="accent1">
                  <a:lumMod val="50000"/>
                </a:schemeClr>
              </a:solidFill>
              <a:latin typeface="Calibri" panose="020F0502020204030204" pitchFamily="34" charset="0"/>
              <a:cs typeface="Calibri" panose="020F0502020204030204" pitchFamily="34" charset="0"/>
            </a:endParaRPr>
          </a:p>
          <a:p>
            <a:pPr lvl="1"/>
            <a:endParaRPr lang="en-US" sz="1400" b="1" dirty="0">
              <a:solidFill>
                <a:schemeClr val="accent1">
                  <a:lumMod val="50000"/>
                </a:schemeClr>
              </a:solidFill>
              <a:latin typeface="Calibri" panose="020F0502020204030204" pitchFamily="34" charset="0"/>
              <a:cs typeface="Calibri" panose="020F0502020204030204" pitchFamily="34" charset="0"/>
            </a:endParaRPr>
          </a:p>
          <a:p>
            <a:pPr marL="800100" lvl="1" indent="-342900">
              <a:buFont typeface="+mj-lt"/>
              <a:buAutoNum type="arabicPeriod"/>
            </a:pPr>
            <a:endParaRPr lang="en-US" sz="1400" b="1" dirty="0">
              <a:solidFill>
                <a:schemeClr val="accent1">
                  <a:lumMod val="50000"/>
                </a:schemeClr>
              </a:solidFill>
              <a:latin typeface="Calibri" panose="020F0502020204030204" pitchFamily="34" charset="0"/>
              <a:cs typeface="Calibri" panose="020F0502020204030204" pitchFamily="34" charset="0"/>
            </a:endParaRPr>
          </a:p>
        </p:txBody>
      </p:sp>
    </p:spTree>
    <p:custDataLst>
      <p:tags r:id="rId1"/>
    </p:custDataLst>
    <p:extLst>
      <p:ext uri="{BB962C8B-B14F-4D97-AF65-F5344CB8AC3E}">
        <p14:creationId xmlns:p14="http://schemas.microsoft.com/office/powerpoint/2010/main" val="35256557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2724">
        <p15:prstTrans prst="pageCurlDoub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70"/>
                                        </p:tgtEl>
                                        <p:attrNameLst>
                                          <p:attrName>style.visibility</p:attrName>
                                        </p:attrNameLst>
                                      </p:cBhvr>
                                      <p:to>
                                        <p:strVal val="visible"/>
                                      </p:to>
                                    </p:set>
                                    <p:anim calcmode="lin" valueType="num">
                                      <p:cBhvr>
                                        <p:cTn id="13" dur="500" fill="hold"/>
                                        <p:tgtEl>
                                          <p:spTgt spid="70"/>
                                        </p:tgtEl>
                                        <p:attrNameLst>
                                          <p:attrName>ppt_w</p:attrName>
                                        </p:attrNameLst>
                                      </p:cBhvr>
                                      <p:tavLst>
                                        <p:tav tm="0">
                                          <p:val>
                                            <p:fltVal val="0"/>
                                          </p:val>
                                        </p:tav>
                                        <p:tav tm="100000">
                                          <p:val>
                                            <p:strVal val="#ppt_w"/>
                                          </p:val>
                                        </p:tav>
                                      </p:tavLst>
                                    </p:anim>
                                    <p:anim calcmode="lin" valueType="num">
                                      <p:cBhvr>
                                        <p:cTn id="14" dur="500" fill="hold"/>
                                        <p:tgtEl>
                                          <p:spTgt spid="70"/>
                                        </p:tgtEl>
                                        <p:attrNameLst>
                                          <p:attrName>ppt_h</p:attrName>
                                        </p:attrNameLst>
                                      </p:cBhvr>
                                      <p:tavLst>
                                        <p:tav tm="0">
                                          <p:val>
                                            <p:fltVal val="0"/>
                                          </p:val>
                                        </p:tav>
                                        <p:tav tm="100000">
                                          <p:val>
                                            <p:strVal val="#ppt_h"/>
                                          </p:val>
                                        </p:tav>
                                      </p:tavLst>
                                    </p:anim>
                                    <p:anim calcmode="lin" valueType="num">
                                      <p:cBhvr>
                                        <p:cTn id="15" dur="500" fill="hold"/>
                                        <p:tgtEl>
                                          <p:spTgt spid="70"/>
                                        </p:tgtEl>
                                        <p:attrNameLst>
                                          <p:attrName>style.rotation</p:attrName>
                                        </p:attrNameLst>
                                      </p:cBhvr>
                                      <p:tavLst>
                                        <p:tav tm="0">
                                          <p:val>
                                            <p:fltVal val="360"/>
                                          </p:val>
                                        </p:tav>
                                        <p:tav tm="100000">
                                          <p:val>
                                            <p:fltVal val="0"/>
                                          </p:val>
                                        </p:tav>
                                      </p:tavLst>
                                    </p:anim>
                                    <p:animEffect transition="in" filter="fade">
                                      <p:cBhvr>
                                        <p:cTn id="16" dur="500"/>
                                        <p:tgtEl>
                                          <p:spTgt spid="7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40">
                                            <p:txEl>
                                              <p:pRg st="0" end="0"/>
                                            </p:txEl>
                                          </p:spTgt>
                                        </p:tgtEl>
                                        <p:attrNameLst>
                                          <p:attrName>style.visibility</p:attrName>
                                        </p:attrNameLst>
                                      </p:cBhvr>
                                      <p:to>
                                        <p:strVal val="visible"/>
                                      </p:to>
                                    </p:set>
                                    <p:anim calcmode="lin" valueType="num">
                                      <p:cBhvr>
                                        <p:cTn id="21" dur="500" fill="hold"/>
                                        <p:tgtEl>
                                          <p:spTgt spid="140">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140">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140">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7">
                                            <p:txEl>
                                              <p:pRg st="0" end="0"/>
                                            </p:txEl>
                                          </p:spTgt>
                                        </p:tgtEl>
                                        <p:attrNameLst>
                                          <p:attrName>style.visibility</p:attrName>
                                        </p:attrNameLst>
                                      </p:cBhvr>
                                      <p:to>
                                        <p:strVal val="visible"/>
                                      </p:to>
                                    </p:set>
                                    <p:anim calcmode="lin" valueType="num">
                                      <p:cBhvr>
                                        <p:cTn id="28" dur="500" fill="hold"/>
                                        <p:tgtEl>
                                          <p:spTgt spid="27">
                                            <p:txEl>
                                              <p:pRg st="0" end="0"/>
                                            </p:txEl>
                                          </p:spTgt>
                                        </p:tgtEl>
                                        <p:attrNameLst>
                                          <p:attrName>ppt_w</p:attrName>
                                        </p:attrNameLst>
                                      </p:cBhvr>
                                      <p:tavLst>
                                        <p:tav tm="0">
                                          <p:val>
                                            <p:fltVal val="0"/>
                                          </p:val>
                                        </p:tav>
                                        <p:tav tm="100000">
                                          <p:val>
                                            <p:strVal val="#ppt_w"/>
                                          </p:val>
                                        </p:tav>
                                      </p:tavLst>
                                    </p:anim>
                                    <p:anim calcmode="lin" valueType="num">
                                      <p:cBhvr>
                                        <p:cTn id="29" dur="500" fill="hold"/>
                                        <p:tgtEl>
                                          <p:spTgt spid="27">
                                            <p:txEl>
                                              <p:pRg st="0" end="0"/>
                                            </p:txEl>
                                          </p:spTgt>
                                        </p:tgtEl>
                                        <p:attrNameLst>
                                          <p:attrName>ppt_h</p:attrName>
                                        </p:attrNameLst>
                                      </p:cBhvr>
                                      <p:tavLst>
                                        <p:tav tm="0">
                                          <p:val>
                                            <p:fltVal val="0"/>
                                          </p:val>
                                        </p:tav>
                                        <p:tav tm="100000">
                                          <p:val>
                                            <p:strVal val="#ppt_h"/>
                                          </p:val>
                                        </p:tav>
                                      </p:tavLst>
                                    </p:anim>
                                    <p:animEffect transition="in" filter="fade">
                                      <p:cBhvr>
                                        <p:cTn id="30" dur="500"/>
                                        <p:tgtEl>
                                          <p:spTgt spid="27">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27">
                                            <p:txEl>
                                              <p:pRg st="2" end="2"/>
                                            </p:txEl>
                                          </p:spTgt>
                                        </p:tgtEl>
                                        <p:attrNameLst>
                                          <p:attrName>style.visibility</p:attrName>
                                        </p:attrNameLst>
                                      </p:cBhvr>
                                      <p:to>
                                        <p:strVal val="visible"/>
                                      </p:to>
                                    </p:set>
                                    <p:anim calcmode="lin" valueType="num">
                                      <p:cBhvr>
                                        <p:cTn id="35" dur="500" fill="hold"/>
                                        <p:tgtEl>
                                          <p:spTgt spid="27">
                                            <p:txEl>
                                              <p:pRg st="2" end="2"/>
                                            </p:txEl>
                                          </p:spTgt>
                                        </p:tgtEl>
                                        <p:attrNameLst>
                                          <p:attrName>ppt_w</p:attrName>
                                        </p:attrNameLst>
                                      </p:cBhvr>
                                      <p:tavLst>
                                        <p:tav tm="0">
                                          <p:val>
                                            <p:fltVal val="0"/>
                                          </p:val>
                                        </p:tav>
                                        <p:tav tm="100000">
                                          <p:val>
                                            <p:strVal val="#ppt_w"/>
                                          </p:val>
                                        </p:tav>
                                      </p:tavLst>
                                    </p:anim>
                                    <p:anim calcmode="lin" valueType="num">
                                      <p:cBhvr>
                                        <p:cTn id="36" dur="500" fill="hold"/>
                                        <p:tgtEl>
                                          <p:spTgt spid="27">
                                            <p:txEl>
                                              <p:pRg st="2" end="2"/>
                                            </p:txEl>
                                          </p:spTgt>
                                        </p:tgtEl>
                                        <p:attrNameLst>
                                          <p:attrName>ppt_h</p:attrName>
                                        </p:attrNameLst>
                                      </p:cBhvr>
                                      <p:tavLst>
                                        <p:tav tm="0">
                                          <p:val>
                                            <p:fltVal val="0"/>
                                          </p:val>
                                        </p:tav>
                                        <p:tav tm="100000">
                                          <p:val>
                                            <p:strVal val="#ppt_h"/>
                                          </p:val>
                                        </p:tav>
                                      </p:tavLst>
                                    </p:anim>
                                    <p:animEffect transition="in" filter="fade">
                                      <p:cBhvr>
                                        <p:cTn id="37" dur="500"/>
                                        <p:tgtEl>
                                          <p:spTgt spid="27">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27">
                                            <p:txEl>
                                              <p:pRg st="3" end="3"/>
                                            </p:txEl>
                                          </p:spTgt>
                                        </p:tgtEl>
                                        <p:attrNameLst>
                                          <p:attrName>style.visibility</p:attrName>
                                        </p:attrNameLst>
                                      </p:cBhvr>
                                      <p:to>
                                        <p:strVal val="visible"/>
                                      </p:to>
                                    </p:set>
                                    <p:anim calcmode="lin" valueType="num">
                                      <p:cBhvr>
                                        <p:cTn id="42" dur="500" fill="hold"/>
                                        <p:tgtEl>
                                          <p:spTgt spid="27">
                                            <p:txEl>
                                              <p:pRg st="3" end="3"/>
                                            </p:txEl>
                                          </p:spTgt>
                                        </p:tgtEl>
                                        <p:attrNameLst>
                                          <p:attrName>ppt_w</p:attrName>
                                        </p:attrNameLst>
                                      </p:cBhvr>
                                      <p:tavLst>
                                        <p:tav tm="0">
                                          <p:val>
                                            <p:fltVal val="0"/>
                                          </p:val>
                                        </p:tav>
                                        <p:tav tm="100000">
                                          <p:val>
                                            <p:strVal val="#ppt_w"/>
                                          </p:val>
                                        </p:tav>
                                      </p:tavLst>
                                    </p:anim>
                                    <p:anim calcmode="lin" valueType="num">
                                      <p:cBhvr>
                                        <p:cTn id="43" dur="500" fill="hold"/>
                                        <p:tgtEl>
                                          <p:spTgt spid="27">
                                            <p:txEl>
                                              <p:pRg st="3" end="3"/>
                                            </p:txEl>
                                          </p:spTgt>
                                        </p:tgtEl>
                                        <p:attrNameLst>
                                          <p:attrName>ppt_h</p:attrName>
                                        </p:attrNameLst>
                                      </p:cBhvr>
                                      <p:tavLst>
                                        <p:tav tm="0">
                                          <p:val>
                                            <p:fltVal val="0"/>
                                          </p:val>
                                        </p:tav>
                                        <p:tav tm="100000">
                                          <p:val>
                                            <p:strVal val="#ppt_h"/>
                                          </p:val>
                                        </p:tav>
                                      </p:tavLst>
                                    </p:anim>
                                    <p:animEffect transition="in" filter="fade">
                                      <p:cBhvr>
                                        <p:cTn id="44" dur="500"/>
                                        <p:tgtEl>
                                          <p:spTgt spid="27">
                                            <p:txEl>
                                              <p:pRg st="3" end="3"/>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27">
                                            <p:txEl>
                                              <p:pRg st="4" end="4"/>
                                            </p:txEl>
                                          </p:spTgt>
                                        </p:tgtEl>
                                        <p:attrNameLst>
                                          <p:attrName>style.visibility</p:attrName>
                                        </p:attrNameLst>
                                      </p:cBhvr>
                                      <p:to>
                                        <p:strVal val="visible"/>
                                      </p:to>
                                    </p:set>
                                    <p:anim calcmode="lin" valueType="num">
                                      <p:cBhvr>
                                        <p:cTn id="49" dur="500" fill="hold"/>
                                        <p:tgtEl>
                                          <p:spTgt spid="27">
                                            <p:txEl>
                                              <p:pRg st="4" end="4"/>
                                            </p:txEl>
                                          </p:spTgt>
                                        </p:tgtEl>
                                        <p:attrNameLst>
                                          <p:attrName>ppt_w</p:attrName>
                                        </p:attrNameLst>
                                      </p:cBhvr>
                                      <p:tavLst>
                                        <p:tav tm="0">
                                          <p:val>
                                            <p:fltVal val="0"/>
                                          </p:val>
                                        </p:tav>
                                        <p:tav tm="100000">
                                          <p:val>
                                            <p:strVal val="#ppt_w"/>
                                          </p:val>
                                        </p:tav>
                                      </p:tavLst>
                                    </p:anim>
                                    <p:anim calcmode="lin" valueType="num">
                                      <p:cBhvr>
                                        <p:cTn id="50" dur="500" fill="hold"/>
                                        <p:tgtEl>
                                          <p:spTgt spid="27">
                                            <p:txEl>
                                              <p:pRg st="4" end="4"/>
                                            </p:txEl>
                                          </p:spTgt>
                                        </p:tgtEl>
                                        <p:attrNameLst>
                                          <p:attrName>ppt_h</p:attrName>
                                        </p:attrNameLst>
                                      </p:cBhvr>
                                      <p:tavLst>
                                        <p:tav tm="0">
                                          <p:val>
                                            <p:fltVal val="0"/>
                                          </p:val>
                                        </p:tav>
                                        <p:tav tm="100000">
                                          <p:val>
                                            <p:strVal val="#ppt_h"/>
                                          </p:val>
                                        </p:tav>
                                      </p:tavLst>
                                    </p:anim>
                                    <p:animEffect transition="in" filter="fade">
                                      <p:cBhvr>
                                        <p:cTn id="51" dur="500"/>
                                        <p:tgtEl>
                                          <p:spTgt spid="27">
                                            <p:txEl>
                                              <p:pRg st="4" end="4"/>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27">
                                            <p:txEl>
                                              <p:pRg st="5" end="5"/>
                                            </p:txEl>
                                          </p:spTgt>
                                        </p:tgtEl>
                                        <p:attrNameLst>
                                          <p:attrName>style.visibility</p:attrName>
                                        </p:attrNameLst>
                                      </p:cBhvr>
                                      <p:to>
                                        <p:strVal val="visible"/>
                                      </p:to>
                                    </p:set>
                                    <p:anim calcmode="lin" valueType="num">
                                      <p:cBhvr>
                                        <p:cTn id="56" dur="500" fill="hold"/>
                                        <p:tgtEl>
                                          <p:spTgt spid="27">
                                            <p:txEl>
                                              <p:pRg st="5" end="5"/>
                                            </p:txEl>
                                          </p:spTgt>
                                        </p:tgtEl>
                                        <p:attrNameLst>
                                          <p:attrName>ppt_w</p:attrName>
                                        </p:attrNameLst>
                                      </p:cBhvr>
                                      <p:tavLst>
                                        <p:tav tm="0">
                                          <p:val>
                                            <p:fltVal val="0"/>
                                          </p:val>
                                        </p:tav>
                                        <p:tav tm="100000">
                                          <p:val>
                                            <p:strVal val="#ppt_w"/>
                                          </p:val>
                                        </p:tav>
                                      </p:tavLst>
                                    </p:anim>
                                    <p:anim calcmode="lin" valueType="num">
                                      <p:cBhvr>
                                        <p:cTn id="57" dur="500" fill="hold"/>
                                        <p:tgtEl>
                                          <p:spTgt spid="27">
                                            <p:txEl>
                                              <p:pRg st="5" end="5"/>
                                            </p:txEl>
                                          </p:spTgt>
                                        </p:tgtEl>
                                        <p:attrNameLst>
                                          <p:attrName>ppt_h</p:attrName>
                                        </p:attrNameLst>
                                      </p:cBhvr>
                                      <p:tavLst>
                                        <p:tav tm="0">
                                          <p:val>
                                            <p:fltVal val="0"/>
                                          </p:val>
                                        </p:tav>
                                        <p:tav tm="100000">
                                          <p:val>
                                            <p:strVal val="#ppt_h"/>
                                          </p:val>
                                        </p:tav>
                                      </p:tavLst>
                                    </p:anim>
                                    <p:animEffect transition="in" filter="fade">
                                      <p:cBhvr>
                                        <p:cTn id="58" dur="500"/>
                                        <p:tgtEl>
                                          <p:spTgt spid="27">
                                            <p:txEl>
                                              <p:pRg st="5" end="5"/>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27">
                                            <p:txEl>
                                              <p:pRg st="6" end="6"/>
                                            </p:txEl>
                                          </p:spTgt>
                                        </p:tgtEl>
                                        <p:attrNameLst>
                                          <p:attrName>style.visibility</p:attrName>
                                        </p:attrNameLst>
                                      </p:cBhvr>
                                      <p:to>
                                        <p:strVal val="visible"/>
                                      </p:to>
                                    </p:set>
                                    <p:anim calcmode="lin" valueType="num">
                                      <p:cBhvr>
                                        <p:cTn id="63" dur="500" fill="hold"/>
                                        <p:tgtEl>
                                          <p:spTgt spid="27">
                                            <p:txEl>
                                              <p:pRg st="6" end="6"/>
                                            </p:txEl>
                                          </p:spTgt>
                                        </p:tgtEl>
                                        <p:attrNameLst>
                                          <p:attrName>ppt_w</p:attrName>
                                        </p:attrNameLst>
                                      </p:cBhvr>
                                      <p:tavLst>
                                        <p:tav tm="0">
                                          <p:val>
                                            <p:fltVal val="0"/>
                                          </p:val>
                                        </p:tav>
                                        <p:tav tm="100000">
                                          <p:val>
                                            <p:strVal val="#ppt_w"/>
                                          </p:val>
                                        </p:tav>
                                      </p:tavLst>
                                    </p:anim>
                                    <p:anim calcmode="lin" valueType="num">
                                      <p:cBhvr>
                                        <p:cTn id="64" dur="500" fill="hold"/>
                                        <p:tgtEl>
                                          <p:spTgt spid="27">
                                            <p:txEl>
                                              <p:pRg st="6" end="6"/>
                                            </p:txEl>
                                          </p:spTgt>
                                        </p:tgtEl>
                                        <p:attrNameLst>
                                          <p:attrName>ppt_h</p:attrName>
                                        </p:attrNameLst>
                                      </p:cBhvr>
                                      <p:tavLst>
                                        <p:tav tm="0">
                                          <p:val>
                                            <p:fltVal val="0"/>
                                          </p:val>
                                        </p:tav>
                                        <p:tav tm="100000">
                                          <p:val>
                                            <p:strVal val="#ppt_h"/>
                                          </p:val>
                                        </p:tav>
                                      </p:tavLst>
                                    </p:anim>
                                    <p:animEffect transition="in" filter="fade">
                                      <p:cBhvr>
                                        <p:cTn id="65" dur="500"/>
                                        <p:tgtEl>
                                          <p:spTgt spid="27">
                                            <p:txEl>
                                              <p:pRg st="6" end="6"/>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nodeType="clickEffect">
                                  <p:stCondLst>
                                    <p:cond delay="0"/>
                                  </p:stCondLst>
                                  <p:childTnLst>
                                    <p:set>
                                      <p:cBhvr>
                                        <p:cTn id="69" dur="1" fill="hold">
                                          <p:stCondLst>
                                            <p:cond delay="0"/>
                                          </p:stCondLst>
                                        </p:cTn>
                                        <p:tgtEl>
                                          <p:spTgt spid="27">
                                            <p:txEl>
                                              <p:pRg st="7" end="7"/>
                                            </p:txEl>
                                          </p:spTgt>
                                        </p:tgtEl>
                                        <p:attrNameLst>
                                          <p:attrName>style.visibility</p:attrName>
                                        </p:attrNameLst>
                                      </p:cBhvr>
                                      <p:to>
                                        <p:strVal val="visible"/>
                                      </p:to>
                                    </p:set>
                                    <p:anim calcmode="lin" valueType="num">
                                      <p:cBhvr>
                                        <p:cTn id="70" dur="500" fill="hold"/>
                                        <p:tgtEl>
                                          <p:spTgt spid="27">
                                            <p:txEl>
                                              <p:pRg st="7" end="7"/>
                                            </p:txEl>
                                          </p:spTgt>
                                        </p:tgtEl>
                                        <p:attrNameLst>
                                          <p:attrName>ppt_w</p:attrName>
                                        </p:attrNameLst>
                                      </p:cBhvr>
                                      <p:tavLst>
                                        <p:tav tm="0">
                                          <p:val>
                                            <p:fltVal val="0"/>
                                          </p:val>
                                        </p:tav>
                                        <p:tav tm="100000">
                                          <p:val>
                                            <p:strVal val="#ppt_w"/>
                                          </p:val>
                                        </p:tav>
                                      </p:tavLst>
                                    </p:anim>
                                    <p:anim calcmode="lin" valueType="num">
                                      <p:cBhvr>
                                        <p:cTn id="71" dur="500" fill="hold"/>
                                        <p:tgtEl>
                                          <p:spTgt spid="27">
                                            <p:txEl>
                                              <p:pRg st="7" end="7"/>
                                            </p:txEl>
                                          </p:spTgt>
                                        </p:tgtEl>
                                        <p:attrNameLst>
                                          <p:attrName>ppt_h</p:attrName>
                                        </p:attrNameLst>
                                      </p:cBhvr>
                                      <p:tavLst>
                                        <p:tav tm="0">
                                          <p:val>
                                            <p:fltVal val="0"/>
                                          </p:val>
                                        </p:tav>
                                        <p:tav tm="100000">
                                          <p:val>
                                            <p:strVal val="#ppt_h"/>
                                          </p:val>
                                        </p:tav>
                                      </p:tavLst>
                                    </p:anim>
                                    <p:animEffect transition="in" filter="fade">
                                      <p:cBhvr>
                                        <p:cTn id="72" dur="500"/>
                                        <p:tgtEl>
                                          <p:spTgt spid="27">
                                            <p:txEl>
                                              <p:pRg st="7" end="7"/>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nodeType="clickEffect">
                                  <p:stCondLst>
                                    <p:cond delay="0"/>
                                  </p:stCondLst>
                                  <p:childTnLst>
                                    <p:set>
                                      <p:cBhvr>
                                        <p:cTn id="76" dur="1" fill="hold">
                                          <p:stCondLst>
                                            <p:cond delay="0"/>
                                          </p:stCondLst>
                                        </p:cTn>
                                        <p:tgtEl>
                                          <p:spTgt spid="27">
                                            <p:txEl>
                                              <p:pRg st="8" end="8"/>
                                            </p:txEl>
                                          </p:spTgt>
                                        </p:tgtEl>
                                        <p:attrNameLst>
                                          <p:attrName>style.visibility</p:attrName>
                                        </p:attrNameLst>
                                      </p:cBhvr>
                                      <p:to>
                                        <p:strVal val="visible"/>
                                      </p:to>
                                    </p:set>
                                    <p:anim calcmode="lin" valueType="num">
                                      <p:cBhvr>
                                        <p:cTn id="77" dur="500" fill="hold"/>
                                        <p:tgtEl>
                                          <p:spTgt spid="27">
                                            <p:txEl>
                                              <p:pRg st="8" end="8"/>
                                            </p:txEl>
                                          </p:spTgt>
                                        </p:tgtEl>
                                        <p:attrNameLst>
                                          <p:attrName>ppt_w</p:attrName>
                                        </p:attrNameLst>
                                      </p:cBhvr>
                                      <p:tavLst>
                                        <p:tav tm="0">
                                          <p:val>
                                            <p:fltVal val="0"/>
                                          </p:val>
                                        </p:tav>
                                        <p:tav tm="100000">
                                          <p:val>
                                            <p:strVal val="#ppt_w"/>
                                          </p:val>
                                        </p:tav>
                                      </p:tavLst>
                                    </p:anim>
                                    <p:anim calcmode="lin" valueType="num">
                                      <p:cBhvr>
                                        <p:cTn id="78" dur="500" fill="hold"/>
                                        <p:tgtEl>
                                          <p:spTgt spid="27">
                                            <p:txEl>
                                              <p:pRg st="8" end="8"/>
                                            </p:txEl>
                                          </p:spTgt>
                                        </p:tgtEl>
                                        <p:attrNameLst>
                                          <p:attrName>ppt_h</p:attrName>
                                        </p:attrNameLst>
                                      </p:cBhvr>
                                      <p:tavLst>
                                        <p:tav tm="0">
                                          <p:val>
                                            <p:fltVal val="0"/>
                                          </p:val>
                                        </p:tav>
                                        <p:tav tm="100000">
                                          <p:val>
                                            <p:strVal val="#ppt_h"/>
                                          </p:val>
                                        </p:tav>
                                      </p:tavLst>
                                    </p:anim>
                                    <p:animEffect transition="in" filter="fade">
                                      <p:cBhvr>
                                        <p:cTn id="79" dur="500"/>
                                        <p:tgtEl>
                                          <p:spTgt spid="27">
                                            <p:txEl>
                                              <p:pRg st="8" end="8"/>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nodeType="clickEffect">
                                  <p:stCondLst>
                                    <p:cond delay="0"/>
                                  </p:stCondLst>
                                  <p:childTnLst>
                                    <p:set>
                                      <p:cBhvr>
                                        <p:cTn id="83" dur="1" fill="hold">
                                          <p:stCondLst>
                                            <p:cond delay="0"/>
                                          </p:stCondLst>
                                        </p:cTn>
                                        <p:tgtEl>
                                          <p:spTgt spid="27">
                                            <p:txEl>
                                              <p:pRg st="9" end="9"/>
                                            </p:txEl>
                                          </p:spTgt>
                                        </p:tgtEl>
                                        <p:attrNameLst>
                                          <p:attrName>style.visibility</p:attrName>
                                        </p:attrNameLst>
                                      </p:cBhvr>
                                      <p:to>
                                        <p:strVal val="visible"/>
                                      </p:to>
                                    </p:set>
                                    <p:anim calcmode="lin" valueType="num">
                                      <p:cBhvr>
                                        <p:cTn id="84" dur="500" fill="hold"/>
                                        <p:tgtEl>
                                          <p:spTgt spid="27">
                                            <p:txEl>
                                              <p:pRg st="9" end="9"/>
                                            </p:txEl>
                                          </p:spTgt>
                                        </p:tgtEl>
                                        <p:attrNameLst>
                                          <p:attrName>ppt_w</p:attrName>
                                        </p:attrNameLst>
                                      </p:cBhvr>
                                      <p:tavLst>
                                        <p:tav tm="0">
                                          <p:val>
                                            <p:fltVal val="0"/>
                                          </p:val>
                                        </p:tav>
                                        <p:tav tm="100000">
                                          <p:val>
                                            <p:strVal val="#ppt_w"/>
                                          </p:val>
                                        </p:tav>
                                      </p:tavLst>
                                    </p:anim>
                                    <p:anim calcmode="lin" valueType="num">
                                      <p:cBhvr>
                                        <p:cTn id="85" dur="500" fill="hold"/>
                                        <p:tgtEl>
                                          <p:spTgt spid="27">
                                            <p:txEl>
                                              <p:pRg st="9" end="9"/>
                                            </p:txEl>
                                          </p:spTgt>
                                        </p:tgtEl>
                                        <p:attrNameLst>
                                          <p:attrName>ppt_h</p:attrName>
                                        </p:attrNameLst>
                                      </p:cBhvr>
                                      <p:tavLst>
                                        <p:tav tm="0">
                                          <p:val>
                                            <p:fltVal val="0"/>
                                          </p:val>
                                        </p:tav>
                                        <p:tav tm="100000">
                                          <p:val>
                                            <p:strVal val="#ppt_h"/>
                                          </p:val>
                                        </p:tav>
                                      </p:tavLst>
                                    </p:anim>
                                    <p:animEffect transition="in" filter="fade">
                                      <p:cBhvr>
                                        <p:cTn id="86" dur="500"/>
                                        <p:tgtEl>
                                          <p:spTgt spid="27">
                                            <p:txEl>
                                              <p:pRg st="9" end="9"/>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53" presetClass="entr" presetSubtype="16" fill="hold" nodeType="clickEffect">
                                  <p:stCondLst>
                                    <p:cond delay="0"/>
                                  </p:stCondLst>
                                  <p:childTnLst>
                                    <p:set>
                                      <p:cBhvr>
                                        <p:cTn id="90" dur="1" fill="hold">
                                          <p:stCondLst>
                                            <p:cond delay="0"/>
                                          </p:stCondLst>
                                        </p:cTn>
                                        <p:tgtEl>
                                          <p:spTgt spid="8">
                                            <p:txEl>
                                              <p:pRg st="0" end="0"/>
                                            </p:txEl>
                                          </p:spTgt>
                                        </p:tgtEl>
                                        <p:attrNameLst>
                                          <p:attrName>style.visibility</p:attrName>
                                        </p:attrNameLst>
                                      </p:cBhvr>
                                      <p:to>
                                        <p:strVal val="visible"/>
                                      </p:to>
                                    </p:set>
                                    <p:anim calcmode="lin" valueType="num">
                                      <p:cBhvr>
                                        <p:cTn id="91" dur="500" fill="hold"/>
                                        <p:tgtEl>
                                          <p:spTgt spid="8">
                                            <p:txEl>
                                              <p:pRg st="0" end="0"/>
                                            </p:txEl>
                                          </p:spTgt>
                                        </p:tgtEl>
                                        <p:attrNameLst>
                                          <p:attrName>ppt_w</p:attrName>
                                        </p:attrNameLst>
                                      </p:cBhvr>
                                      <p:tavLst>
                                        <p:tav tm="0">
                                          <p:val>
                                            <p:fltVal val="0"/>
                                          </p:val>
                                        </p:tav>
                                        <p:tav tm="100000">
                                          <p:val>
                                            <p:strVal val="#ppt_w"/>
                                          </p:val>
                                        </p:tav>
                                      </p:tavLst>
                                    </p:anim>
                                    <p:anim calcmode="lin" valueType="num">
                                      <p:cBhvr>
                                        <p:cTn id="92" dur="5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93" dur="500"/>
                                        <p:tgtEl>
                                          <p:spTgt spid="8">
                                            <p:txEl>
                                              <p:pRg st="0" end="0"/>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53" presetClass="entr" presetSubtype="16" fill="hold" nodeType="clickEffect">
                                  <p:stCondLst>
                                    <p:cond delay="0"/>
                                  </p:stCondLst>
                                  <p:childTnLst>
                                    <p:set>
                                      <p:cBhvr>
                                        <p:cTn id="97" dur="1" fill="hold">
                                          <p:stCondLst>
                                            <p:cond delay="0"/>
                                          </p:stCondLst>
                                        </p:cTn>
                                        <p:tgtEl>
                                          <p:spTgt spid="8">
                                            <p:txEl>
                                              <p:pRg st="2" end="2"/>
                                            </p:txEl>
                                          </p:spTgt>
                                        </p:tgtEl>
                                        <p:attrNameLst>
                                          <p:attrName>style.visibility</p:attrName>
                                        </p:attrNameLst>
                                      </p:cBhvr>
                                      <p:to>
                                        <p:strVal val="visible"/>
                                      </p:to>
                                    </p:set>
                                    <p:anim calcmode="lin" valueType="num">
                                      <p:cBhvr>
                                        <p:cTn id="98" dur="500" fill="hold"/>
                                        <p:tgtEl>
                                          <p:spTgt spid="8">
                                            <p:txEl>
                                              <p:pRg st="2" end="2"/>
                                            </p:txEl>
                                          </p:spTgt>
                                        </p:tgtEl>
                                        <p:attrNameLst>
                                          <p:attrName>ppt_w</p:attrName>
                                        </p:attrNameLst>
                                      </p:cBhvr>
                                      <p:tavLst>
                                        <p:tav tm="0">
                                          <p:val>
                                            <p:fltVal val="0"/>
                                          </p:val>
                                        </p:tav>
                                        <p:tav tm="100000">
                                          <p:val>
                                            <p:strVal val="#ppt_w"/>
                                          </p:val>
                                        </p:tav>
                                      </p:tavLst>
                                    </p:anim>
                                    <p:anim calcmode="lin" valueType="num">
                                      <p:cBhvr>
                                        <p:cTn id="99" dur="500" fill="hold"/>
                                        <p:tgtEl>
                                          <p:spTgt spid="8">
                                            <p:txEl>
                                              <p:pRg st="2" end="2"/>
                                            </p:txEl>
                                          </p:spTgt>
                                        </p:tgtEl>
                                        <p:attrNameLst>
                                          <p:attrName>ppt_h</p:attrName>
                                        </p:attrNameLst>
                                      </p:cBhvr>
                                      <p:tavLst>
                                        <p:tav tm="0">
                                          <p:val>
                                            <p:fltVal val="0"/>
                                          </p:val>
                                        </p:tav>
                                        <p:tav tm="100000">
                                          <p:val>
                                            <p:strVal val="#ppt_h"/>
                                          </p:val>
                                        </p:tav>
                                      </p:tavLst>
                                    </p:anim>
                                    <p:animEffect transition="in" filter="fade">
                                      <p:cBhvr>
                                        <p:cTn id="100" dur="500"/>
                                        <p:tgtEl>
                                          <p:spTgt spid="8">
                                            <p:txEl>
                                              <p:pRg st="2" end="2"/>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53" presetClass="entr" presetSubtype="16" fill="hold" nodeType="clickEffect">
                                  <p:stCondLst>
                                    <p:cond delay="0"/>
                                  </p:stCondLst>
                                  <p:childTnLst>
                                    <p:set>
                                      <p:cBhvr>
                                        <p:cTn id="104" dur="1" fill="hold">
                                          <p:stCondLst>
                                            <p:cond delay="0"/>
                                          </p:stCondLst>
                                        </p:cTn>
                                        <p:tgtEl>
                                          <p:spTgt spid="8">
                                            <p:txEl>
                                              <p:pRg st="3" end="3"/>
                                            </p:txEl>
                                          </p:spTgt>
                                        </p:tgtEl>
                                        <p:attrNameLst>
                                          <p:attrName>style.visibility</p:attrName>
                                        </p:attrNameLst>
                                      </p:cBhvr>
                                      <p:to>
                                        <p:strVal val="visible"/>
                                      </p:to>
                                    </p:set>
                                    <p:anim calcmode="lin" valueType="num">
                                      <p:cBhvr>
                                        <p:cTn id="105" dur="500" fill="hold"/>
                                        <p:tgtEl>
                                          <p:spTgt spid="8">
                                            <p:txEl>
                                              <p:pRg st="3" end="3"/>
                                            </p:txEl>
                                          </p:spTgt>
                                        </p:tgtEl>
                                        <p:attrNameLst>
                                          <p:attrName>ppt_w</p:attrName>
                                        </p:attrNameLst>
                                      </p:cBhvr>
                                      <p:tavLst>
                                        <p:tav tm="0">
                                          <p:val>
                                            <p:fltVal val="0"/>
                                          </p:val>
                                        </p:tav>
                                        <p:tav tm="100000">
                                          <p:val>
                                            <p:strVal val="#ppt_w"/>
                                          </p:val>
                                        </p:tav>
                                      </p:tavLst>
                                    </p:anim>
                                    <p:anim calcmode="lin" valueType="num">
                                      <p:cBhvr>
                                        <p:cTn id="106" dur="500" fill="hold"/>
                                        <p:tgtEl>
                                          <p:spTgt spid="8">
                                            <p:txEl>
                                              <p:pRg st="3" end="3"/>
                                            </p:txEl>
                                          </p:spTgt>
                                        </p:tgtEl>
                                        <p:attrNameLst>
                                          <p:attrName>ppt_h</p:attrName>
                                        </p:attrNameLst>
                                      </p:cBhvr>
                                      <p:tavLst>
                                        <p:tav tm="0">
                                          <p:val>
                                            <p:fltVal val="0"/>
                                          </p:val>
                                        </p:tav>
                                        <p:tav tm="100000">
                                          <p:val>
                                            <p:strVal val="#ppt_h"/>
                                          </p:val>
                                        </p:tav>
                                      </p:tavLst>
                                    </p:anim>
                                    <p:animEffect transition="in" filter="fade">
                                      <p:cBhvr>
                                        <p:cTn id="107" dur="500"/>
                                        <p:tgtEl>
                                          <p:spTgt spid="8">
                                            <p:txEl>
                                              <p:pRg st="3" end="3"/>
                                            </p:txEl>
                                          </p:spTgt>
                                        </p:tgtEl>
                                      </p:cBhvr>
                                    </p:animEffect>
                                  </p:childTnLst>
                                </p:cTn>
                              </p:par>
                              <p:par>
                                <p:cTn id="108" presetID="53" presetClass="entr" presetSubtype="16" fill="hold" nodeType="withEffect">
                                  <p:stCondLst>
                                    <p:cond delay="0"/>
                                  </p:stCondLst>
                                  <p:childTnLst>
                                    <p:set>
                                      <p:cBhvr>
                                        <p:cTn id="109" dur="1" fill="hold">
                                          <p:stCondLst>
                                            <p:cond delay="0"/>
                                          </p:stCondLst>
                                        </p:cTn>
                                        <p:tgtEl>
                                          <p:spTgt spid="8">
                                            <p:txEl>
                                              <p:pRg st="4" end="4"/>
                                            </p:txEl>
                                          </p:spTgt>
                                        </p:tgtEl>
                                        <p:attrNameLst>
                                          <p:attrName>style.visibility</p:attrName>
                                        </p:attrNameLst>
                                      </p:cBhvr>
                                      <p:to>
                                        <p:strVal val="visible"/>
                                      </p:to>
                                    </p:set>
                                    <p:anim calcmode="lin" valueType="num">
                                      <p:cBhvr>
                                        <p:cTn id="110" dur="500" fill="hold"/>
                                        <p:tgtEl>
                                          <p:spTgt spid="8">
                                            <p:txEl>
                                              <p:pRg st="4" end="4"/>
                                            </p:txEl>
                                          </p:spTgt>
                                        </p:tgtEl>
                                        <p:attrNameLst>
                                          <p:attrName>ppt_w</p:attrName>
                                        </p:attrNameLst>
                                      </p:cBhvr>
                                      <p:tavLst>
                                        <p:tav tm="0">
                                          <p:val>
                                            <p:fltVal val="0"/>
                                          </p:val>
                                        </p:tav>
                                        <p:tav tm="100000">
                                          <p:val>
                                            <p:strVal val="#ppt_w"/>
                                          </p:val>
                                        </p:tav>
                                      </p:tavLst>
                                    </p:anim>
                                    <p:anim calcmode="lin" valueType="num">
                                      <p:cBhvr>
                                        <p:cTn id="111" dur="500" fill="hold"/>
                                        <p:tgtEl>
                                          <p:spTgt spid="8">
                                            <p:txEl>
                                              <p:pRg st="4" end="4"/>
                                            </p:txEl>
                                          </p:spTgt>
                                        </p:tgtEl>
                                        <p:attrNameLst>
                                          <p:attrName>ppt_h</p:attrName>
                                        </p:attrNameLst>
                                      </p:cBhvr>
                                      <p:tavLst>
                                        <p:tav tm="0">
                                          <p:val>
                                            <p:fltVal val="0"/>
                                          </p:val>
                                        </p:tav>
                                        <p:tav tm="100000">
                                          <p:val>
                                            <p:strVal val="#ppt_h"/>
                                          </p:val>
                                        </p:tav>
                                      </p:tavLst>
                                    </p:anim>
                                    <p:animEffect transition="in" filter="fade">
                                      <p:cBhvr>
                                        <p:cTn id="112"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7">
            <a:extLst>
              <a:ext uri="{FF2B5EF4-FFF2-40B4-BE49-F238E27FC236}">
                <a16:creationId xmlns:a16="http://schemas.microsoft.com/office/drawing/2014/main" id="{F6EB67AF-726D-40B6-BB29-CEA468E3B97A}"/>
              </a:ext>
            </a:extLst>
          </p:cNvPr>
          <p:cNvSpPr>
            <a:spLocks noChangeArrowheads="1"/>
          </p:cNvSpPr>
          <p:nvPr/>
        </p:nvSpPr>
        <p:spPr bwMode="auto">
          <a:xfrm>
            <a:off x="-41754" y="153236"/>
            <a:ext cx="9227507" cy="2031325"/>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lvl="1" algn="ctr">
              <a:defRPr/>
            </a:pPr>
            <a:r>
              <a:rPr lang="en-US" sz="4400" b="1" dirty="0">
                <a:solidFill>
                  <a:srgbClr val="002060"/>
                </a:solidFill>
                <a:effectLst>
                  <a:glow rad="25400">
                    <a:srgbClr val="BD582C">
                      <a:satMod val="175000"/>
                      <a:alpha val="40000"/>
                    </a:srgbClr>
                  </a:glow>
                </a:effectLst>
                <a:latin typeface="Agency FB" panose="020B0503020202020204" pitchFamily="34" charset="0"/>
              </a:rPr>
              <a:t>Credence IT Professional </a:t>
            </a:r>
          </a:p>
          <a:p>
            <a:pPr marL="0" lvl="1" algn="ctr">
              <a:defRPr/>
            </a:pPr>
            <a:r>
              <a:rPr lang="en-US" sz="4400" b="1" dirty="0">
                <a:solidFill>
                  <a:srgbClr val="002060"/>
                </a:solidFill>
                <a:effectLst>
                  <a:glow rad="25400">
                    <a:srgbClr val="BD582C">
                      <a:satMod val="175000"/>
                      <a:alpha val="40000"/>
                    </a:srgbClr>
                  </a:glow>
                </a:effectLst>
                <a:latin typeface="Agency FB" panose="020B0503020202020204" pitchFamily="34" charset="0"/>
              </a:rPr>
              <a:t>Training Institute</a:t>
            </a:r>
            <a:endParaRPr lang="en-US" sz="4400" dirty="0">
              <a:solidFill>
                <a:srgbClr val="002060"/>
              </a:solidFill>
              <a:latin typeface="Agency FB" panose="020B0503020202020204" pitchFamily="34" charset="0"/>
            </a:endParaRPr>
          </a:p>
          <a:p>
            <a:pPr algn="ctr">
              <a:defRPr/>
            </a:pPr>
            <a:endParaRPr lang="zh-CN" altLang="en-US" sz="4400" b="1" dirty="0">
              <a:solidFill>
                <a:srgbClr val="227AB4"/>
              </a:solidFill>
              <a:effectLst>
                <a:outerShdw blurRad="38100" dist="38100" dir="2700000" algn="tl">
                  <a:srgbClr val="000000">
                    <a:alpha val="43137"/>
                  </a:srgbClr>
                </a:outerShdw>
              </a:effectLst>
              <a:latin typeface="Agency FB" panose="020B0503020202020204" pitchFamily="34" charset="0"/>
              <a:ea typeface="+mn-ea"/>
              <a:cs typeface="+mn-ea"/>
              <a:sym typeface="+mn-lt"/>
            </a:endParaRPr>
          </a:p>
        </p:txBody>
      </p:sp>
      <p:sp>
        <p:nvSpPr>
          <p:cNvPr id="24" name="TextBox 7">
            <a:extLst>
              <a:ext uri="{FF2B5EF4-FFF2-40B4-BE49-F238E27FC236}">
                <a16:creationId xmlns:a16="http://schemas.microsoft.com/office/drawing/2014/main" id="{3C56E54E-B744-42A0-A510-712309CC54D8}"/>
              </a:ext>
            </a:extLst>
          </p:cNvPr>
          <p:cNvSpPr>
            <a:spLocks noChangeArrowheads="1"/>
          </p:cNvSpPr>
          <p:nvPr/>
        </p:nvSpPr>
        <p:spPr bwMode="auto">
          <a:xfrm>
            <a:off x="874782" y="3453473"/>
            <a:ext cx="8191826" cy="1338828"/>
          </a:xfrm>
          <a:prstGeom prst="rect">
            <a:avLst/>
          </a:prstGeom>
          <a:noFill/>
          <a:ln>
            <a:noFill/>
          </a:ln>
          <a:effectLst/>
          <a:scene3d>
            <a:camera prst="orthographicFront">
              <a:rot lat="0" lon="0" rev="0"/>
            </a:camera>
            <a:lightRig rig="contrasting" dir="t">
              <a:rot lat="0" lon="0" rev="7800000"/>
            </a:lightRig>
          </a:scene3d>
          <a:sp3d>
            <a:bevelT w="139700" h="1397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1">
              <a:defRPr/>
            </a:pPr>
            <a:r>
              <a:rPr lang="en-US" altLang="zh-CN" sz="1100" dirty="0">
                <a:solidFill>
                  <a:schemeClr val="accent3">
                    <a:lumMod val="50000"/>
                  </a:schemeClr>
                </a:solidFill>
                <a:latin typeface="Arial Black" panose="020B0A04020102020204" pitchFamily="34" charset="0"/>
                <a:ea typeface="+mn-ea"/>
                <a:cs typeface="+mn-ea"/>
                <a:sym typeface="+mn-lt"/>
              </a:rPr>
              <a:t>Software Testing  </a:t>
            </a:r>
          </a:p>
          <a:p>
            <a:pPr lvl="1">
              <a:defRPr/>
            </a:pPr>
            <a:r>
              <a:rPr lang="en-US" altLang="zh-CN" sz="1000" dirty="0">
                <a:solidFill>
                  <a:srgbClr val="CE7532"/>
                </a:solidFill>
                <a:latin typeface="Arial Black" panose="020B0A04020102020204" pitchFamily="34" charset="0"/>
                <a:ea typeface="+mn-ea"/>
                <a:cs typeface="+mn-ea"/>
                <a:sym typeface="+mn-lt"/>
              </a:rPr>
              <a:t>By Tushar Kathalkar</a:t>
            </a:r>
          </a:p>
          <a:p>
            <a:pPr lvl="1">
              <a:defRPr/>
            </a:pPr>
            <a:r>
              <a:rPr lang="en-US" altLang="zh-CN" sz="1000" dirty="0">
                <a:solidFill>
                  <a:srgbClr val="CE7532"/>
                </a:solidFill>
                <a:latin typeface="Arial Black" panose="020B0A04020102020204" pitchFamily="34" charset="0"/>
                <a:ea typeface="+mn-ea"/>
                <a:cs typeface="+mn-ea"/>
                <a:sym typeface="+mn-lt"/>
              </a:rPr>
              <a:t>Contact No </a:t>
            </a:r>
            <a:r>
              <a:rPr lang="en-US" altLang="zh-CN" sz="1100" dirty="0">
                <a:solidFill>
                  <a:srgbClr val="FFC000"/>
                </a:solidFill>
                <a:latin typeface="Arial Black" panose="020B0A04020102020204" pitchFamily="34" charset="0"/>
                <a:ea typeface="+mn-ea"/>
                <a:cs typeface="+mn-ea"/>
                <a:sym typeface="+mn-lt"/>
              </a:rPr>
              <a:t>:</a:t>
            </a:r>
            <a:r>
              <a:rPr lang="en-US" altLang="zh-CN" sz="1100" dirty="0">
                <a:solidFill>
                  <a:schemeClr val="accent5">
                    <a:lumMod val="50000"/>
                  </a:schemeClr>
                </a:solidFill>
                <a:latin typeface="Arial Black" panose="020B0A04020102020204" pitchFamily="34" charset="0"/>
                <a:ea typeface="+mn-ea"/>
                <a:cs typeface="+mn-ea"/>
                <a:sym typeface="+mn-lt"/>
              </a:rPr>
              <a:t> </a:t>
            </a:r>
          </a:p>
          <a:p>
            <a:pPr lvl="1">
              <a:defRPr/>
            </a:pPr>
            <a:r>
              <a:rPr lang="en-US" altLang="zh-CN" sz="1100" dirty="0">
                <a:solidFill>
                  <a:schemeClr val="accent5">
                    <a:lumMod val="50000"/>
                  </a:schemeClr>
                </a:solidFill>
                <a:latin typeface="Arial Black" panose="020B0A04020102020204" pitchFamily="34" charset="0"/>
                <a:ea typeface="+mn-ea"/>
                <a:cs typeface="+mn-ea"/>
                <a:sym typeface="+mn-lt"/>
              </a:rPr>
              <a:t>	</a:t>
            </a:r>
            <a:r>
              <a:rPr lang="zh-CN" altLang="en-US" sz="1000" dirty="0">
                <a:solidFill>
                  <a:schemeClr val="accent5">
                    <a:lumMod val="50000"/>
                  </a:schemeClr>
                </a:solidFill>
                <a:latin typeface="Arial Black" panose="020B0A04020102020204" pitchFamily="34" charset="0"/>
                <a:ea typeface="+mn-ea"/>
                <a:cs typeface="+mn-ea"/>
                <a:sym typeface="+mn-lt"/>
              </a:rPr>
              <a:t>📞 </a:t>
            </a:r>
            <a:r>
              <a:rPr lang="en-US" altLang="zh-CN" sz="1000" dirty="0">
                <a:solidFill>
                  <a:schemeClr val="accent5">
                    <a:lumMod val="50000"/>
                  </a:schemeClr>
                </a:solidFill>
                <a:latin typeface="Arial Black" panose="020B0A04020102020204" pitchFamily="34" charset="0"/>
                <a:ea typeface="+mn-ea"/>
                <a:cs typeface="+mn-ea"/>
                <a:sym typeface="+mn-lt"/>
              </a:rPr>
              <a:t>+91 8237916162  </a:t>
            </a:r>
          </a:p>
          <a:p>
            <a:pPr lvl="1">
              <a:defRPr/>
            </a:pPr>
            <a:r>
              <a:rPr lang="en-US" altLang="zh-CN" sz="1000" dirty="0">
                <a:solidFill>
                  <a:schemeClr val="accent5">
                    <a:lumMod val="50000"/>
                  </a:schemeClr>
                </a:solidFill>
                <a:latin typeface="Arial Black" panose="020B0A04020102020204" pitchFamily="34" charset="0"/>
                <a:ea typeface="+mn-ea"/>
                <a:cs typeface="+mn-ea"/>
                <a:sym typeface="+mn-lt"/>
              </a:rPr>
              <a:t>	</a:t>
            </a:r>
            <a:r>
              <a:rPr lang="zh-CN" altLang="en-US" sz="1000" dirty="0">
                <a:solidFill>
                  <a:schemeClr val="accent5">
                    <a:lumMod val="50000"/>
                  </a:schemeClr>
                </a:solidFill>
                <a:latin typeface="Arial Black" panose="020B0A04020102020204" pitchFamily="34" charset="0"/>
                <a:ea typeface="+mn-ea"/>
                <a:cs typeface="+mn-ea"/>
                <a:sym typeface="+mn-lt"/>
              </a:rPr>
              <a:t>📞 </a:t>
            </a:r>
            <a:r>
              <a:rPr lang="en-US" altLang="zh-CN" sz="1000" dirty="0">
                <a:solidFill>
                  <a:schemeClr val="accent5">
                    <a:lumMod val="50000"/>
                  </a:schemeClr>
                </a:solidFill>
                <a:latin typeface="Arial Black" panose="020B0A04020102020204" pitchFamily="34" charset="0"/>
                <a:ea typeface="+mn-ea"/>
                <a:cs typeface="+mn-ea"/>
                <a:sym typeface="+mn-lt"/>
              </a:rPr>
              <a:t>+91 7391053250</a:t>
            </a:r>
          </a:p>
          <a:p>
            <a:pPr lvl="1">
              <a:defRPr/>
            </a:pPr>
            <a:r>
              <a:rPr lang="en-US" altLang="zh-CN" sz="1000" dirty="0">
                <a:solidFill>
                  <a:schemeClr val="accent5">
                    <a:lumMod val="50000"/>
                  </a:schemeClr>
                </a:solidFill>
                <a:latin typeface="Arial Black" panose="020B0A04020102020204" pitchFamily="34" charset="0"/>
                <a:ea typeface="+mn-ea"/>
                <a:cs typeface="+mn-ea"/>
                <a:sym typeface="+mn-lt"/>
              </a:rPr>
              <a:t>	</a:t>
            </a:r>
            <a:r>
              <a:rPr lang="zh-CN" altLang="en-US" sz="1000" dirty="0">
                <a:solidFill>
                  <a:schemeClr val="accent5">
                    <a:lumMod val="50000"/>
                  </a:schemeClr>
                </a:solidFill>
                <a:latin typeface="Arial Black" panose="020B0A04020102020204" pitchFamily="34" charset="0"/>
                <a:ea typeface="+mn-ea"/>
                <a:cs typeface="+mn-ea"/>
                <a:sym typeface="+mn-lt"/>
              </a:rPr>
              <a:t>📞 </a:t>
            </a:r>
            <a:r>
              <a:rPr lang="en-US" altLang="zh-CN" sz="1000" dirty="0">
                <a:solidFill>
                  <a:schemeClr val="accent5">
                    <a:lumMod val="50000"/>
                  </a:schemeClr>
                </a:solidFill>
                <a:latin typeface="Arial Black" panose="020B0A04020102020204" pitchFamily="34" charset="0"/>
                <a:ea typeface="+mn-ea"/>
                <a:cs typeface="+mn-ea"/>
                <a:sym typeface="+mn-lt"/>
              </a:rPr>
              <a:t>+91 9579064658  </a:t>
            </a:r>
          </a:p>
          <a:p>
            <a:pPr lvl="1">
              <a:defRPr/>
            </a:pPr>
            <a:r>
              <a:rPr lang="en-US" altLang="zh-CN" sz="1000" dirty="0">
                <a:solidFill>
                  <a:schemeClr val="accent5">
                    <a:lumMod val="50000"/>
                  </a:schemeClr>
                </a:solidFill>
                <a:latin typeface="Arial Black" panose="020B0A04020102020204" pitchFamily="34" charset="0"/>
                <a:ea typeface="+mn-ea"/>
                <a:cs typeface="+mn-ea"/>
                <a:sym typeface="+mn-lt"/>
              </a:rPr>
              <a:t>	</a:t>
            </a:r>
            <a:r>
              <a:rPr lang="zh-CN" altLang="en-US" sz="1000" dirty="0">
                <a:solidFill>
                  <a:schemeClr val="accent5">
                    <a:lumMod val="50000"/>
                  </a:schemeClr>
                </a:solidFill>
                <a:latin typeface="Arial Black" panose="020B0A04020102020204" pitchFamily="34" charset="0"/>
                <a:cs typeface="+mn-ea"/>
                <a:sym typeface="+mn-lt"/>
              </a:rPr>
              <a:t>📞 </a:t>
            </a:r>
            <a:r>
              <a:rPr lang="en-US" altLang="zh-CN" sz="1000" dirty="0">
                <a:solidFill>
                  <a:schemeClr val="accent5">
                    <a:lumMod val="50000"/>
                  </a:schemeClr>
                </a:solidFill>
                <a:latin typeface="Arial Black" panose="020B0A04020102020204" pitchFamily="34" charset="0"/>
                <a:cs typeface="+mn-ea"/>
                <a:sym typeface="+mn-lt"/>
              </a:rPr>
              <a:t>+91 9091929355</a:t>
            </a:r>
          </a:p>
          <a:p>
            <a:pPr lvl="1">
              <a:defRPr/>
            </a:pPr>
            <a:endParaRPr lang="en-US" altLang="zh-CN" sz="1100" dirty="0">
              <a:solidFill>
                <a:schemeClr val="accent5">
                  <a:lumMod val="50000"/>
                </a:schemeClr>
              </a:solidFill>
              <a:latin typeface="Arial Black" panose="020B0A04020102020204" pitchFamily="34" charset="0"/>
              <a:ea typeface="+mn-ea"/>
              <a:cs typeface="+mn-ea"/>
              <a:sym typeface="+mn-lt"/>
            </a:endParaRPr>
          </a:p>
        </p:txBody>
      </p:sp>
      <p:sp>
        <p:nvSpPr>
          <p:cNvPr id="29" name="TextBox 7">
            <a:extLst>
              <a:ext uri="{FF2B5EF4-FFF2-40B4-BE49-F238E27FC236}">
                <a16:creationId xmlns:a16="http://schemas.microsoft.com/office/drawing/2014/main" id="{3C56E54E-B744-42A0-A510-712309CC54D8}"/>
              </a:ext>
            </a:extLst>
          </p:cNvPr>
          <p:cNvSpPr>
            <a:spLocks noChangeArrowheads="1"/>
          </p:cNvSpPr>
          <p:nvPr/>
        </p:nvSpPr>
        <p:spPr bwMode="auto">
          <a:xfrm>
            <a:off x="-108520" y="2120831"/>
            <a:ext cx="9144000" cy="923330"/>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lvl="1" algn="ctr">
              <a:defRPr/>
            </a:pPr>
            <a:r>
              <a:rPr lang="en-US" sz="6000" b="1" dirty="0">
                <a:solidFill>
                  <a:srgbClr val="CE7532"/>
                </a:solidFill>
                <a:effectLst>
                  <a:glow rad="25400">
                    <a:srgbClr val="BD582C">
                      <a:satMod val="175000"/>
                      <a:alpha val="40000"/>
                    </a:srgbClr>
                  </a:glow>
                </a:effectLst>
                <a:latin typeface="Agency FB" panose="020B0503020202020204" pitchFamily="34" charset="0"/>
              </a:rPr>
              <a:t>Thank You !!</a:t>
            </a:r>
          </a:p>
        </p:txBody>
      </p:sp>
      <p:sp>
        <p:nvSpPr>
          <p:cNvPr id="30" name="等腰三角形 29"/>
          <p:cNvSpPr/>
          <p:nvPr/>
        </p:nvSpPr>
        <p:spPr>
          <a:xfrm flipH="1">
            <a:off x="7551887" y="1793436"/>
            <a:ext cx="501859" cy="357034"/>
          </a:xfrm>
          <a:prstGeom prst="triangle">
            <a:avLst>
              <a:gd name="adj" fmla="val 13076"/>
            </a:avLst>
          </a:prstGeom>
          <a:solidFill>
            <a:schemeClr val="accent3">
              <a:lumMod val="50000"/>
            </a:schemeClr>
          </a:solidFill>
          <a:ln w="635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a:solidFill>
                <a:prstClr val="white"/>
              </a:solidFill>
              <a:cs typeface="+mn-ea"/>
              <a:sym typeface="+mn-lt"/>
            </a:endParaRPr>
          </a:p>
        </p:txBody>
      </p:sp>
      <p:sp>
        <p:nvSpPr>
          <p:cNvPr id="32" name="等腰三角形 31"/>
          <p:cNvSpPr/>
          <p:nvPr/>
        </p:nvSpPr>
        <p:spPr>
          <a:xfrm rot="3691486" flipH="1">
            <a:off x="8069168" y="3115619"/>
            <a:ext cx="339331" cy="237068"/>
          </a:xfrm>
          <a:prstGeom prst="triangle">
            <a:avLst>
              <a:gd name="adj" fmla="val 13076"/>
            </a:avLst>
          </a:prstGeom>
          <a:solidFill>
            <a:schemeClr val="accent3">
              <a:lumMod val="50000"/>
            </a:schemeClr>
          </a:solidFill>
          <a:ln w="635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a:solidFill>
                <a:prstClr val="white"/>
              </a:solidFill>
              <a:cs typeface="+mn-ea"/>
              <a:sym typeface="+mn-lt"/>
            </a:endParaRPr>
          </a:p>
        </p:txBody>
      </p:sp>
      <p:sp>
        <p:nvSpPr>
          <p:cNvPr id="33" name="等腰三角形 32"/>
          <p:cNvSpPr/>
          <p:nvPr/>
        </p:nvSpPr>
        <p:spPr>
          <a:xfrm rot="16458961" flipH="1">
            <a:off x="269493" y="1821800"/>
            <a:ext cx="501859" cy="357034"/>
          </a:xfrm>
          <a:prstGeom prst="triangle">
            <a:avLst>
              <a:gd name="adj" fmla="val 13076"/>
            </a:avLst>
          </a:prstGeom>
          <a:solidFill>
            <a:schemeClr val="accent3">
              <a:lumMod val="50000"/>
            </a:schemeClr>
          </a:solidFill>
          <a:ln w="635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a:solidFill>
                <a:prstClr val="white"/>
              </a:solidFill>
              <a:cs typeface="+mn-ea"/>
              <a:sym typeface="+mn-lt"/>
            </a:endParaRPr>
          </a:p>
        </p:txBody>
      </p:sp>
      <p:sp>
        <p:nvSpPr>
          <p:cNvPr id="34" name="等腰三角形 33"/>
          <p:cNvSpPr/>
          <p:nvPr/>
        </p:nvSpPr>
        <p:spPr>
          <a:xfrm rot="15912447" flipH="1">
            <a:off x="556632" y="2939972"/>
            <a:ext cx="339331" cy="237068"/>
          </a:xfrm>
          <a:prstGeom prst="triangle">
            <a:avLst>
              <a:gd name="adj" fmla="val 13076"/>
            </a:avLst>
          </a:prstGeom>
          <a:solidFill>
            <a:schemeClr val="accent3">
              <a:lumMod val="50000"/>
            </a:schemeClr>
          </a:solidFill>
          <a:ln w="635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a:solidFill>
                <a:prstClr val="white"/>
              </a:solidFill>
              <a:cs typeface="+mn-ea"/>
              <a:sym typeface="+mn-lt"/>
            </a:endParaRPr>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75" y="30758"/>
            <a:ext cx="1648464" cy="1447432"/>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6" name="TextBox 7">
            <a:extLst>
              <a:ext uri="{FF2B5EF4-FFF2-40B4-BE49-F238E27FC236}">
                <a16:creationId xmlns:a16="http://schemas.microsoft.com/office/drawing/2014/main" id="{3C56E54E-B744-42A0-A510-712309CC54D8}"/>
              </a:ext>
            </a:extLst>
          </p:cNvPr>
          <p:cNvSpPr>
            <a:spLocks noChangeArrowheads="1"/>
          </p:cNvSpPr>
          <p:nvPr/>
        </p:nvSpPr>
        <p:spPr bwMode="auto">
          <a:xfrm>
            <a:off x="4067944" y="3618013"/>
            <a:ext cx="4355976" cy="615553"/>
          </a:xfrm>
          <a:prstGeom prst="rect">
            <a:avLst/>
          </a:prstGeom>
          <a:noFill/>
          <a:ln>
            <a:noFill/>
          </a:ln>
          <a:effectLst/>
          <a:scene3d>
            <a:camera prst="orthographicFront">
              <a:rot lat="0" lon="0" rev="0"/>
            </a:camera>
            <a:lightRig rig="contrasting" dir="t">
              <a:rot lat="0" lon="0" rev="7800000"/>
            </a:lightRig>
          </a:scene3d>
          <a:sp3d>
            <a:bevelT w="139700" h="1397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1">
              <a:defRPr/>
            </a:pPr>
            <a:r>
              <a:rPr lang="en-US" altLang="zh-CN" sz="1000" dirty="0">
                <a:solidFill>
                  <a:srgbClr val="CE7532"/>
                </a:solidFill>
                <a:latin typeface="Arial Black" panose="020B0A04020102020204" pitchFamily="34" charset="0"/>
                <a:cs typeface="+mn-ea"/>
                <a:sym typeface="+mn-lt"/>
              </a:rPr>
              <a:t>Email : </a:t>
            </a:r>
            <a:r>
              <a:rPr lang="zh-CN" altLang="en-US" sz="1000" dirty="0">
                <a:solidFill>
                  <a:schemeClr val="accent5">
                    <a:lumMod val="50000"/>
                  </a:schemeClr>
                </a:solidFill>
                <a:latin typeface="Arial Black" panose="020B0A04020102020204" pitchFamily="34" charset="0"/>
                <a:cs typeface="+mn-ea"/>
                <a:sym typeface="+mn-lt"/>
              </a:rPr>
              <a:t>📧 </a:t>
            </a:r>
            <a:r>
              <a:rPr lang="en-US" altLang="zh-CN" sz="1000" dirty="0">
                <a:solidFill>
                  <a:schemeClr val="accent5">
                    <a:lumMod val="50000"/>
                  </a:schemeClr>
                </a:solidFill>
                <a:latin typeface="Arial Black" panose="020B0A04020102020204" pitchFamily="34" charset="0"/>
                <a:cs typeface="+mn-ea"/>
                <a:sym typeface="+mn-lt"/>
              </a:rPr>
              <a:t>info@credence.in </a:t>
            </a:r>
          </a:p>
          <a:p>
            <a:pPr lvl="1">
              <a:defRPr/>
            </a:pPr>
            <a:r>
              <a:rPr lang="en-US" altLang="zh-CN" sz="1000" dirty="0">
                <a:solidFill>
                  <a:srgbClr val="CE7532"/>
                </a:solidFill>
                <a:latin typeface="Arial Black" panose="020B0A04020102020204" pitchFamily="34" charset="0"/>
                <a:cs typeface="+mn-ea"/>
                <a:sym typeface="+mn-lt"/>
              </a:rPr>
              <a:t>Web Site : </a:t>
            </a:r>
            <a:r>
              <a:rPr lang="zh-CN" altLang="en-US" sz="1000" dirty="0">
                <a:solidFill>
                  <a:schemeClr val="accent5">
                    <a:lumMod val="50000"/>
                  </a:schemeClr>
                </a:solidFill>
                <a:latin typeface="Arial Black" panose="020B0A04020102020204" pitchFamily="34" charset="0"/>
                <a:cs typeface="+mn-ea"/>
                <a:sym typeface="+mn-lt"/>
              </a:rPr>
              <a:t>🌐 </a:t>
            </a:r>
            <a:r>
              <a:rPr lang="en-US" altLang="zh-CN" sz="1000" dirty="0">
                <a:solidFill>
                  <a:schemeClr val="accent1">
                    <a:lumMod val="50000"/>
                  </a:schemeClr>
                </a:solidFill>
                <a:latin typeface="Arial Black" panose="020B0A04020102020204" pitchFamily="34" charset="0"/>
                <a:cs typeface="+mn-ea"/>
                <a:sym typeface="+mn-lt"/>
                <a:hlinkClick r:id="rId5"/>
              </a:rPr>
              <a:t>www.credence.in</a:t>
            </a:r>
            <a:endParaRPr lang="en-US" altLang="zh-CN" sz="1000" dirty="0">
              <a:solidFill>
                <a:schemeClr val="accent1">
                  <a:lumMod val="50000"/>
                </a:schemeClr>
              </a:solidFill>
              <a:latin typeface="Arial Black" panose="020B0A04020102020204" pitchFamily="34" charset="0"/>
              <a:cs typeface="+mn-ea"/>
              <a:sym typeface="+mn-lt"/>
            </a:endParaRPr>
          </a:p>
          <a:p>
            <a:pPr lvl="1">
              <a:defRPr/>
            </a:pPr>
            <a:endParaRPr lang="en-US" altLang="zh-CN" sz="1000" dirty="0">
              <a:solidFill>
                <a:schemeClr val="accent5">
                  <a:lumMod val="50000"/>
                </a:schemeClr>
              </a:solidFill>
              <a:latin typeface="Arial Black" panose="020B0A04020102020204" pitchFamily="34" charset="0"/>
              <a:cs typeface="+mn-ea"/>
              <a:sym typeface="+mn-lt"/>
            </a:endParaRPr>
          </a:p>
          <a:p>
            <a:pPr lvl="1">
              <a:defRPr/>
            </a:pPr>
            <a:endParaRPr lang="en-US" altLang="zh-CN" sz="1000" dirty="0">
              <a:solidFill>
                <a:schemeClr val="accent5">
                  <a:lumMod val="50000"/>
                </a:schemeClr>
              </a:solidFill>
              <a:latin typeface="Arial Black" panose="020B0A04020102020204" pitchFamily="34" charset="0"/>
              <a:ea typeface="+mn-ea"/>
              <a:cs typeface="+mn-ea"/>
              <a:sym typeface="+mn-lt"/>
            </a:endParaRPr>
          </a:p>
        </p:txBody>
      </p:sp>
      <p:sp>
        <p:nvSpPr>
          <p:cNvPr id="18" name="TextBox 7">
            <a:extLst>
              <a:ext uri="{FF2B5EF4-FFF2-40B4-BE49-F238E27FC236}">
                <a16:creationId xmlns:a16="http://schemas.microsoft.com/office/drawing/2014/main" id="{3C56E54E-B744-42A0-A510-712309CC54D8}"/>
              </a:ext>
            </a:extLst>
          </p:cNvPr>
          <p:cNvSpPr>
            <a:spLocks noChangeArrowheads="1"/>
          </p:cNvSpPr>
          <p:nvPr/>
        </p:nvSpPr>
        <p:spPr bwMode="auto">
          <a:xfrm>
            <a:off x="-252536" y="4589975"/>
            <a:ext cx="8191826" cy="646331"/>
          </a:xfrm>
          <a:prstGeom prst="rect">
            <a:avLst/>
          </a:prstGeom>
          <a:noFill/>
          <a:ln>
            <a:noFill/>
          </a:ln>
          <a:effectLst/>
          <a:scene3d>
            <a:camera prst="orthographicFront">
              <a:rot lat="0" lon="0" rev="0"/>
            </a:camera>
            <a:lightRig rig="contrasting" dir="t">
              <a:rot lat="0" lon="0" rev="7800000"/>
            </a:lightRig>
          </a:scene3d>
          <a:sp3d>
            <a:bevelT w="139700" h="1397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lvl="1">
              <a:defRPr/>
            </a:pPr>
            <a:endParaRPr lang="en-US" altLang="zh-CN" sz="1000" b="1" dirty="0">
              <a:solidFill>
                <a:srgbClr val="CE7532"/>
              </a:solidFill>
              <a:latin typeface="Arial Black" panose="020B0A04020102020204" pitchFamily="34" charset="0"/>
              <a:cs typeface="+mn-ea"/>
              <a:sym typeface="+mn-lt"/>
            </a:endParaRPr>
          </a:p>
          <a:p>
            <a:pPr lvl="1">
              <a:defRPr/>
            </a:pPr>
            <a:r>
              <a:rPr lang="en-US" altLang="zh-CN" sz="1000" b="1" dirty="0">
                <a:solidFill>
                  <a:srgbClr val="CE7532"/>
                </a:solidFill>
                <a:latin typeface="Arial Black" panose="020B0A04020102020204" pitchFamily="34" charset="0"/>
                <a:cs typeface="+mn-ea"/>
                <a:sym typeface="+mn-lt"/>
              </a:rPr>
              <a:t>Office Address :  </a:t>
            </a:r>
            <a:r>
              <a:rPr lang="en-US" altLang="zh-CN" sz="900" dirty="0">
                <a:solidFill>
                  <a:schemeClr val="accent5">
                    <a:lumMod val="50000"/>
                  </a:schemeClr>
                </a:solidFill>
                <a:latin typeface="Arial Black" panose="020B0A04020102020204" pitchFamily="34" charset="0"/>
                <a:cs typeface="+mn-ea"/>
                <a:sym typeface="+mn-lt"/>
              </a:rPr>
              <a:t>I</a:t>
            </a:r>
            <a:r>
              <a:rPr lang="en-US" altLang="zh-CN" sz="1000" dirty="0">
                <a:solidFill>
                  <a:schemeClr val="accent5">
                    <a:lumMod val="50000"/>
                  </a:schemeClr>
                </a:solidFill>
                <a:latin typeface="Arial Black" panose="020B0A04020102020204" pitchFamily="34" charset="0"/>
                <a:cs typeface="+mn-ea"/>
                <a:sym typeface="+mn-lt"/>
              </a:rPr>
              <a:t>ndira Heights, Survey no. 34/5,Mohan Nagar, Dhankawadi, Pune, Maharashtra 411043</a:t>
            </a:r>
            <a:endParaRPr lang="zh-CN" altLang="en-US" sz="1000" dirty="0">
              <a:solidFill>
                <a:schemeClr val="accent5">
                  <a:lumMod val="50000"/>
                </a:schemeClr>
              </a:solidFill>
              <a:latin typeface="Arial Black" panose="020B0A04020102020204" pitchFamily="34" charset="0"/>
              <a:cs typeface="+mn-ea"/>
              <a:sym typeface="+mn-lt"/>
            </a:endParaRPr>
          </a:p>
          <a:p>
            <a:pPr lvl="1">
              <a:defRPr/>
            </a:pPr>
            <a:endParaRPr lang="en-US" altLang="zh-CN" sz="1100" dirty="0">
              <a:solidFill>
                <a:schemeClr val="accent5">
                  <a:lumMod val="50000"/>
                </a:schemeClr>
              </a:solidFill>
              <a:latin typeface="Arial Black" panose="020B0A04020102020204" pitchFamily="34" charset="0"/>
              <a:cs typeface="+mn-ea"/>
              <a:sym typeface="+mn-lt"/>
            </a:endParaRPr>
          </a:p>
          <a:p>
            <a:pPr lvl="1">
              <a:defRPr/>
            </a:pPr>
            <a:endParaRPr lang="en-US" altLang="zh-CN" sz="1100" dirty="0">
              <a:solidFill>
                <a:schemeClr val="accent5">
                  <a:lumMod val="50000"/>
                </a:schemeClr>
              </a:solidFill>
              <a:latin typeface="Arial Black" panose="020B0A04020102020204" pitchFamily="34" charset="0"/>
              <a:ea typeface="+mn-ea"/>
              <a:cs typeface="+mn-ea"/>
              <a:sym typeface="+mn-lt"/>
            </a:endParaRPr>
          </a:p>
        </p:txBody>
      </p:sp>
    </p:spTree>
    <p:custDataLst>
      <p:tags r:id="rId1"/>
    </p:custDataLst>
    <p:extLst>
      <p:ext uri="{BB962C8B-B14F-4D97-AF65-F5344CB8AC3E}">
        <p14:creationId xmlns:p14="http://schemas.microsoft.com/office/powerpoint/2010/main" val="29901263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advTm="2119">
        <p15:prstTrans prst="pageCurlDoub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ppt_x</p:attrName>
                                        </p:attrNameLst>
                                      </p:cBhvr>
                                      <p:tavLst>
                                        <p:tav tm="0">
                                          <p:val>
                                            <p:strVal val="#ppt_x"/>
                                          </p:val>
                                        </p:tav>
                                        <p:tav tm="100000">
                                          <p:val>
                                            <p:strVal val="#ppt_x"/>
                                          </p:val>
                                        </p:tav>
                                      </p:tavLst>
                                    </p:anim>
                                    <p:anim calcmode="lin" valueType="num">
                                      <p:cBhvr>
                                        <p:cTn id="9" dur="2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4" presetClass="emph" presetSubtype="0" fill="hold" grpId="0" nodeType="clickEffect">
                                  <p:stCondLst>
                                    <p:cond delay="0"/>
                                  </p:stCondLst>
                                  <p:iterate type="lt">
                                    <p:tmPct val="10000"/>
                                  </p:iterate>
                                  <p:childTnLst>
                                    <p:animMotion origin="layout" path="M 0 -4.93827E-7 L 0 -0.07222 " pathEditMode="relative" rAng="0" ptsTypes="AA">
                                      <p:cBhvr>
                                        <p:cTn id="13" dur="250" accel="50000" decel="50000" autoRev="1" fill="hold">
                                          <p:stCondLst>
                                            <p:cond delay="0"/>
                                          </p:stCondLst>
                                        </p:cTn>
                                        <p:tgtEl>
                                          <p:spTgt spid="22"/>
                                        </p:tgtEl>
                                        <p:attrNameLst>
                                          <p:attrName>ppt_x</p:attrName>
                                          <p:attrName>ppt_y</p:attrName>
                                        </p:attrNameLst>
                                      </p:cBhvr>
                                      <p:rCtr x="0" y="-3611"/>
                                    </p:animMotion>
                                    <p:animRot by="1500000">
                                      <p:cBhvr>
                                        <p:cTn id="14" dur="125" fill="hold">
                                          <p:stCondLst>
                                            <p:cond delay="0"/>
                                          </p:stCondLst>
                                        </p:cTn>
                                        <p:tgtEl>
                                          <p:spTgt spid="22"/>
                                        </p:tgtEl>
                                        <p:attrNameLst>
                                          <p:attrName>r</p:attrName>
                                        </p:attrNameLst>
                                      </p:cBhvr>
                                    </p:animRot>
                                    <p:animRot by="-1500000">
                                      <p:cBhvr>
                                        <p:cTn id="15" dur="125" fill="hold">
                                          <p:stCondLst>
                                            <p:cond delay="125"/>
                                          </p:stCondLst>
                                        </p:cTn>
                                        <p:tgtEl>
                                          <p:spTgt spid="22"/>
                                        </p:tgtEl>
                                        <p:attrNameLst>
                                          <p:attrName>r</p:attrName>
                                        </p:attrNameLst>
                                      </p:cBhvr>
                                    </p:animRot>
                                    <p:animRot by="-1500000">
                                      <p:cBhvr>
                                        <p:cTn id="16" dur="125" fill="hold">
                                          <p:stCondLst>
                                            <p:cond delay="250"/>
                                          </p:stCondLst>
                                        </p:cTn>
                                        <p:tgtEl>
                                          <p:spTgt spid="22"/>
                                        </p:tgtEl>
                                        <p:attrNameLst>
                                          <p:attrName>r</p:attrName>
                                        </p:attrNameLst>
                                      </p:cBhvr>
                                    </p:animRot>
                                    <p:animRot by="1500000">
                                      <p:cBhvr>
                                        <p:cTn id="17" dur="125" fill="hold">
                                          <p:stCondLst>
                                            <p:cond delay="375"/>
                                          </p:stCondLst>
                                        </p:cTn>
                                        <p:tgtEl>
                                          <p:spTgt spid="22"/>
                                        </p:tgtEl>
                                        <p:attrNameLst>
                                          <p:attrName>r</p:attrName>
                                        </p:attrNameLst>
                                      </p:cBhvr>
                                    </p:animRo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down)">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down)">
                                      <p:cBhvr>
                                        <p:cTn id="27" dur="500"/>
                                        <p:tgtEl>
                                          <p:spTgt spid="24"/>
                                        </p:tgtEl>
                                      </p:cBhvr>
                                    </p:animEffect>
                                  </p:childTnLst>
                                </p:cTn>
                              </p:par>
                            </p:childTnLst>
                          </p:cTn>
                        </p:par>
                        <p:par>
                          <p:cTn id="28" fill="hold">
                            <p:stCondLst>
                              <p:cond delay="500"/>
                            </p:stCondLst>
                            <p:childTnLst>
                              <p:par>
                                <p:cTn id="29" presetID="22" presetClass="entr" presetSubtype="4"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down)">
                                      <p:cBhvr>
                                        <p:cTn id="31" dur="500"/>
                                        <p:tgtEl>
                                          <p:spTgt spid="16"/>
                                        </p:tgtEl>
                                      </p:cBhvr>
                                    </p:animEffect>
                                  </p:childTnLst>
                                </p:cTn>
                              </p:par>
                            </p:childTnLst>
                          </p:cTn>
                        </p:par>
                        <p:par>
                          <p:cTn id="32" fill="hold">
                            <p:stCondLst>
                              <p:cond delay="1000"/>
                            </p:stCondLst>
                            <p:childTnLst>
                              <p:par>
                                <p:cTn id="33" presetID="49" presetClass="entr" presetSubtype="0" decel="100000"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 calcmode="lin" valueType="num">
                                      <p:cBhvr>
                                        <p:cTn id="35" dur="500" fill="hold"/>
                                        <p:tgtEl>
                                          <p:spTgt spid="30"/>
                                        </p:tgtEl>
                                        <p:attrNameLst>
                                          <p:attrName>ppt_w</p:attrName>
                                        </p:attrNameLst>
                                      </p:cBhvr>
                                      <p:tavLst>
                                        <p:tav tm="0">
                                          <p:val>
                                            <p:fltVal val="0"/>
                                          </p:val>
                                        </p:tav>
                                        <p:tav tm="100000">
                                          <p:val>
                                            <p:strVal val="#ppt_w"/>
                                          </p:val>
                                        </p:tav>
                                      </p:tavLst>
                                    </p:anim>
                                    <p:anim calcmode="lin" valueType="num">
                                      <p:cBhvr>
                                        <p:cTn id="36" dur="500" fill="hold"/>
                                        <p:tgtEl>
                                          <p:spTgt spid="30"/>
                                        </p:tgtEl>
                                        <p:attrNameLst>
                                          <p:attrName>ppt_h</p:attrName>
                                        </p:attrNameLst>
                                      </p:cBhvr>
                                      <p:tavLst>
                                        <p:tav tm="0">
                                          <p:val>
                                            <p:fltVal val="0"/>
                                          </p:val>
                                        </p:tav>
                                        <p:tav tm="100000">
                                          <p:val>
                                            <p:strVal val="#ppt_h"/>
                                          </p:val>
                                        </p:tav>
                                      </p:tavLst>
                                    </p:anim>
                                    <p:anim calcmode="lin" valueType="num">
                                      <p:cBhvr>
                                        <p:cTn id="37" dur="500" fill="hold"/>
                                        <p:tgtEl>
                                          <p:spTgt spid="30"/>
                                        </p:tgtEl>
                                        <p:attrNameLst>
                                          <p:attrName>style.rotation</p:attrName>
                                        </p:attrNameLst>
                                      </p:cBhvr>
                                      <p:tavLst>
                                        <p:tav tm="0">
                                          <p:val>
                                            <p:fltVal val="360"/>
                                          </p:val>
                                        </p:tav>
                                        <p:tav tm="100000">
                                          <p:val>
                                            <p:fltVal val="0"/>
                                          </p:val>
                                        </p:tav>
                                      </p:tavLst>
                                    </p:anim>
                                    <p:animEffect transition="in" filter="fade">
                                      <p:cBhvr>
                                        <p:cTn id="38" dur="500"/>
                                        <p:tgtEl>
                                          <p:spTgt spid="30"/>
                                        </p:tgtEl>
                                      </p:cBhvr>
                                    </p:animEffect>
                                  </p:childTnLst>
                                </p:cTn>
                              </p:par>
                            </p:childTnLst>
                          </p:cTn>
                        </p:par>
                        <p:par>
                          <p:cTn id="39" fill="hold">
                            <p:stCondLst>
                              <p:cond delay="1500"/>
                            </p:stCondLst>
                            <p:childTnLst>
                              <p:par>
                                <p:cTn id="40" presetID="49" presetClass="entr" presetSubtype="0" decel="100000" fill="hold" grpId="0" nodeType="afterEffect">
                                  <p:stCondLst>
                                    <p:cond delay="0"/>
                                  </p:stCondLst>
                                  <p:childTnLst>
                                    <p:set>
                                      <p:cBhvr>
                                        <p:cTn id="41" dur="1" fill="hold">
                                          <p:stCondLst>
                                            <p:cond delay="0"/>
                                          </p:stCondLst>
                                        </p:cTn>
                                        <p:tgtEl>
                                          <p:spTgt spid="32"/>
                                        </p:tgtEl>
                                        <p:attrNameLst>
                                          <p:attrName>style.visibility</p:attrName>
                                        </p:attrNameLst>
                                      </p:cBhvr>
                                      <p:to>
                                        <p:strVal val="visible"/>
                                      </p:to>
                                    </p:set>
                                    <p:anim calcmode="lin" valueType="num">
                                      <p:cBhvr>
                                        <p:cTn id="42" dur="500" fill="hold"/>
                                        <p:tgtEl>
                                          <p:spTgt spid="32"/>
                                        </p:tgtEl>
                                        <p:attrNameLst>
                                          <p:attrName>ppt_w</p:attrName>
                                        </p:attrNameLst>
                                      </p:cBhvr>
                                      <p:tavLst>
                                        <p:tav tm="0">
                                          <p:val>
                                            <p:fltVal val="0"/>
                                          </p:val>
                                        </p:tav>
                                        <p:tav tm="100000">
                                          <p:val>
                                            <p:strVal val="#ppt_w"/>
                                          </p:val>
                                        </p:tav>
                                      </p:tavLst>
                                    </p:anim>
                                    <p:anim calcmode="lin" valueType="num">
                                      <p:cBhvr>
                                        <p:cTn id="43" dur="500" fill="hold"/>
                                        <p:tgtEl>
                                          <p:spTgt spid="32"/>
                                        </p:tgtEl>
                                        <p:attrNameLst>
                                          <p:attrName>ppt_h</p:attrName>
                                        </p:attrNameLst>
                                      </p:cBhvr>
                                      <p:tavLst>
                                        <p:tav tm="0">
                                          <p:val>
                                            <p:fltVal val="0"/>
                                          </p:val>
                                        </p:tav>
                                        <p:tav tm="100000">
                                          <p:val>
                                            <p:strVal val="#ppt_h"/>
                                          </p:val>
                                        </p:tav>
                                      </p:tavLst>
                                    </p:anim>
                                    <p:anim calcmode="lin" valueType="num">
                                      <p:cBhvr>
                                        <p:cTn id="44" dur="500" fill="hold"/>
                                        <p:tgtEl>
                                          <p:spTgt spid="32"/>
                                        </p:tgtEl>
                                        <p:attrNameLst>
                                          <p:attrName>style.rotation</p:attrName>
                                        </p:attrNameLst>
                                      </p:cBhvr>
                                      <p:tavLst>
                                        <p:tav tm="0">
                                          <p:val>
                                            <p:fltVal val="360"/>
                                          </p:val>
                                        </p:tav>
                                        <p:tav tm="100000">
                                          <p:val>
                                            <p:fltVal val="0"/>
                                          </p:val>
                                        </p:tav>
                                      </p:tavLst>
                                    </p:anim>
                                    <p:animEffect transition="in" filter="fade">
                                      <p:cBhvr>
                                        <p:cTn id="45" dur="500"/>
                                        <p:tgtEl>
                                          <p:spTgt spid="32"/>
                                        </p:tgtEl>
                                      </p:cBhvr>
                                    </p:animEffect>
                                  </p:childTnLst>
                                </p:cTn>
                              </p:par>
                            </p:childTnLst>
                          </p:cTn>
                        </p:par>
                        <p:par>
                          <p:cTn id="46" fill="hold">
                            <p:stCondLst>
                              <p:cond delay="2000"/>
                            </p:stCondLst>
                            <p:childTnLst>
                              <p:par>
                                <p:cTn id="47" presetID="49" presetClass="entr" presetSubtype="0" decel="100000" fill="hold" grpId="0" nodeType="afterEffect">
                                  <p:stCondLst>
                                    <p:cond delay="0"/>
                                  </p:stCondLst>
                                  <p:childTnLst>
                                    <p:set>
                                      <p:cBhvr>
                                        <p:cTn id="48" dur="1" fill="hold">
                                          <p:stCondLst>
                                            <p:cond delay="0"/>
                                          </p:stCondLst>
                                        </p:cTn>
                                        <p:tgtEl>
                                          <p:spTgt spid="33"/>
                                        </p:tgtEl>
                                        <p:attrNameLst>
                                          <p:attrName>style.visibility</p:attrName>
                                        </p:attrNameLst>
                                      </p:cBhvr>
                                      <p:to>
                                        <p:strVal val="visible"/>
                                      </p:to>
                                    </p:set>
                                    <p:anim calcmode="lin" valueType="num">
                                      <p:cBhvr>
                                        <p:cTn id="49" dur="500" fill="hold"/>
                                        <p:tgtEl>
                                          <p:spTgt spid="33"/>
                                        </p:tgtEl>
                                        <p:attrNameLst>
                                          <p:attrName>ppt_w</p:attrName>
                                        </p:attrNameLst>
                                      </p:cBhvr>
                                      <p:tavLst>
                                        <p:tav tm="0">
                                          <p:val>
                                            <p:fltVal val="0"/>
                                          </p:val>
                                        </p:tav>
                                        <p:tav tm="100000">
                                          <p:val>
                                            <p:strVal val="#ppt_w"/>
                                          </p:val>
                                        </p:tav>
                                      </p:tavLst>
                                    </p:anim>
                                    <p:anim calcmode="lin" valueType="num">
                                      <p:cBhvr>
                                        <p:cTn id="50" dur="500" fill="hold"/>
                                        <p:tgtEl>
                                          <p:spTgt spid="33"/>
                                        </p:tgtEl>
                                        <p:attrNameLst>
                                          <p:attrName>ppt_h</p:attrName>
                                        </p:attrNameLst>
                                      </p:cBhvr>
                                      <p:tavLst>
                                        <p:tav tm="0">
                                          <p:val>
                                            <p:fltVal val="0"/>
                                          </p:val>
                                        </p:tav>
                                        <p:tav tm="100000">
                                          <p:val>
                                            <p:strVal val="#ppt_h"/>
                                          </p:val>
                                        </p:tav>
                                      </p:tavLst>
                                    </p:anim>
                                    <p:anim calcmode="lin" valueType="num">
                                      <p:cBhvr>
                                        <p:cTn id="51" dur="500" fill="hold"/>
                                        <p:tgtEl>
                                          <p:spTgt spid="33"/>
                                        </p:tgtEl>
                                        <p:attrNameLst>
                                          <p:attrName>style.rotation</p:attrName>
                                        </p:attrNameLst>
                                      </p:cBhvr>
                                      <p:tavLst>
                                        <p:tav tm="0">
                                          <p:val>
                                            <p:fltVal val="360"/>
                                          </p:val>
                                        </p:tav>
                                        <p:tav tm="100000">
                                          <p:val>
                                            <p:fltVal val="0"/>
                                          </p:val>
                                        </p:tav>
                                      </p:tavLst>
                                    </p:anim>
                                    <p:animEffect transition="in" filter="fade">
                                      <p:cBhvr>
                                        <p:cTn id="52" dur="500"/>
                                        <p:tgtEl>
                                          <p:spTgt spid="33"/>
                                        </p:tgtEl>
                                      </p:cBhvr>
                                    </p:animEffect>
                                  </p:childTnLst>
                                </p:cTn>
                              </p:par>
                            </p:childTnLst>
                          </p:cTn>
                        </p:par>
                        <p:par>
                          <p:cTn id="53" fill="hold">
                            <p:stCondLst>
                              <p:cond delay="2500"/>
                            </p:stCondLst>
                            <p:childTnLst>
                              <p:par>
                                <p:cTn id="54" presetID="49" presetClass="entr" presetSubtype="0" decel="100000" fill="hold" grpId="0" nodeType="afterEffect">
                                  <p:stCondLst>
                                    <p:cond delay="0"/>
                                  </p:stCondLst>
                                  <p:childTnLst>
                                    <p:set>
                                      <p:cBhvr>
                                        <p:cTn id="55" dur="1" fill="hold">
                                          <p:stCondLst>
                                            <p:cond delay="0"/>
                                          </p:stCondLst>
                                        </p:cTn>
                                        <p:tgtEl>
                                          <p:spTgt spid="34"/>
                                        </p:tgtEl>
                                        <p:attrNameLst>
                                          <p:attrName>style.visibility</p:attrName>
                                        </p:attrNameLst>
                                      </p:cBhvr>
                                      <p:to>
                                        <p:strVal val="visible"/>
                                      </p:to>
                                    </p:set>
                                    <p:anim calcmode="lin" valueType="num">
                                      <p:cBhvr>
                                        <p:cTn id="56" dur="500" fill="hold"/>
                                        <p:tgtEl>
                                          <p:spTgt spid="34"/>
                                        </p:tgtEl>
                                        <p:attrNameLst>
                                          <p:attrName>ppt_w</p:attrName>
                                        </p:attrNameLst>
                                      </p:cBhvr>
                                      <p:tavLst>
                                        <p:tav tm="0">
                                          <p:val>
                                            <p:fltVal val="0"/>
                                          </p:val>
                                        </p:tav>
                                        <p:tav tm="100000">
                                          <p:val>
                                            <p:strVal val="#ppt_w"/>
                                          </p:val>
                                        </p:tav>
                                      </p:tavLst>
                                    </p:anim>
                                    <p:anim calcmode="lin" valueType="num">
                                      <p:cBhvr>
                                        <p:cTn id="57" dur="500" fill="hold"/>
                                        <p:tgtEl>
                                          <p:spTgt spid="34"/>
                                        </p:tgtEl>
                                        <p:attrNameLst>
                                          <p:attrName>ppt_h</p:attrName>
                                        </p:attrNameLst>
                                      </p:cBhvr>
                                      <p:tavLst>
                                        <p:tav tm="0">
                                          <p:val>
                                            <p:fltVal val="0"/>
                                          </p:val>
                                        </p:tav>
                                        <p:tav tm="100000">
                                          <p:val>
                                            <p:strVal val="#ppt_h"/>
                                          </p:val>
                                        </p:tav>
                                      </p:tavLst>
                                    </p:anim>
                                    <p:anim calcmode="lin" valueType="num">
                                      <p:cBhvr>
                                        <p:cTn id="58" dur="500" fill="hold"/>
                                        <p:tgtEl>
                                          <p:spTgt spid="34"/>
                                        </p:tgtEl>
                                        <p:attrNameLst>
                                          <p:attrName>style.rotation</p:attrName>
                                        </p:attrNameLst>
                                      </p:cBhvr>
                                      <p:tavLst>
                                        <p:tav tm="0">
                                          <p:val>
                                            <p:fltVal val="360"/>
                                          </p:val>
                                        </p:tav>
                                        <p:tav tm="100000">
                                          <p:val>
                                            <p:fltVal val="0"/>
                                          </p:val>
                                        </p:tav>
                                      </p:tavLst>
                                    </p:anim>
                                    <p:animEffect transition="in" filter="fade">
                                      <p:cBhvr>
                                        <p:cTn id="59" dur="500"/>
                                        <p:tgtEl>
                                          <p:spTgt spid="34"/>
                                        </p:tgtEl>
                                      </p:cBhvr>
                                    </p:animEffect>
                                  </p:childTnLst>
                                </p:cTn>
                              </p:par>
                            </p:childTnLst>
                          </p:cTn>
                        </p:par>
                      </p:childTnLst>
                    </p:cTn>
                  </p:par>
                  <p:par>
                    <p:cTn id="60" fill="hold">
                      <p:stCondLst>
                        <p:cond delay="indefinite"/>
                      </p:stCondLst>
                      <p:childTnLst>
                        <p:par>
                          <p:cTn id="61" fill="hold">
                            <p:stCondLst>
                              <p:cond delay="0"/>
                            </p:stCondLst>
                            <p:childTnLst>
                              <p:par>
                                <p:cTn id="62" presetID="18" presetClass="emph" presetSubtype="0" fill="hold" grpId="0" nodeType="clickEffect">
                                  <p:stCondLst>
                                    <p:cond delay="0"/>
                                  </p:stCondLst>
                                  <p:iterate type="lt">
                                    <p:tmPct val="4000"/>
                                  </p:iterate>
                                  <p:childTnLst>
                                    <p:set>
                                      <p:cBhvr override="childStyle">
                                        <p:cTn id="63" dur="1000" fill="hold"/>
                                        <p:tgtEl>
                                          <p:spTgt spid="29"/>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P spid="29" grpId="0"/>
      <p:bldP spid="30" grpId="0" animBg="1"/>
      <p:bldP spid="32" grpId="0" animBg="1"/>
      <p:bldP spid="33" grpId="0" animBg="1"/>
      <p:bldP spid="34" grpId="0" animBg="1"/>
      <p:bldP spid="16" grpId="0"/>
      <p:bldP spid="18"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9bf32b21c57e606988ab10ec694d2e32676a8b"/>
  <p:tag name="ISPRING_PRESENTATION_TITLE" val="PowerPoint 演示文稿"/>
</p:tagLst>
</file>

<file path=ppt/tags/tag2.xml><?xml version="1.0" encoding="utf-8"?>
<p:tagLst xmlns:a="http://schemas.openxmlformats.org/drawingml/2006/main" xmlns:r="http://schemas.openxmlformats.org/officeDocument/2006/relationships" xmlns:p="http://schemas.openxmlformats.org/presentationml/2006/main">
  <p:tag name="TIMING" val="|0|0.2|0.1|0.1|0.2|0.1|0.4"/>
</p:tagLst>
</file>

<file path=ppt/tags/tag3.xml><?xml version="1.0" encoding="utf-8"?>
<p:tagLst xmlns:a="http://schemas.openxmlformats.org/drawingml/2006/main" xmlns:r="http://schemas.openxmlformats.org/officeDocument/2006/relationships" xmlns:p="http://schemas.openxmlformats.org/presentationml/2006/main">
  <p:tag name="TIMING" val="|0.1|0.4|0.8|0.3|0.3"/>
</p:tagLst>
</file>

<file path=ppt/tags/tag4.xml><?xml version="1.0" encoding="utf-8"?>
<p:tagLst xmlns:a="http://schemas.openxmlformats.org/drawingml/2006/main" xmlns:r="http://schemas.openxmlformats.org/officeDocument/2006/relationships" xmlns:p="http://schemas.openxmlformats.org/presentationml/2006/main">
  <p:tag name="TIMING" val="|0.2|0.2|0.3|0.2"/>
</p:tagLst>
</file>

<file path=ppt/tags/tag5.xml><?xml version="1.0" encoding="utf-8"?>
<p:tagLst xmlns:a="http://schemas.openxmlformats.org/drawingml/2006/main" xmlns:r="http://schemas.openxmlformats.org/officeDocument/2006/relationships" xmlns:p="http://schemas.openxmlformats.org/presentationml/2006/main">
  <p:tag name="TIMING" val="|0.6|0.6|0.5|0.4"/>
</p:tagLst>
</file>

<file path=ppt/tags/tag6.xml><?xml version="1.0" encoding="utf-8"?>
<p:tagLst xmlns:a="http://schemas.openxmlformats.org/drawingml/2006/main" xmlns:r="http://schemas.openxmlformats.org/officeDocument/2006/relationships" xmlns:p="http://schemas.openxmlformats.org/presentationml/2006/main">
  <p:tag name="TIMING" val="|0.2|0.2|0.3|0.2"/>
</p:tagLst>
</file>

<file path=ppt/tags/tag7.xml><?xml version="1.0" encoding="utf-8"?>
<p:tagLst xmlns:a="http://schemas.openxmlformats.org/drawingml/2006/main" xmlns:r="http://schemas.openxmlformats.org/officeDocument/2006/relationships" xmlns:p="http://schemas.openxmlformats.org/presentationml/2006/main">
  <p:tag name="TIMING" val="|0.6|0.6|0.5|0.4"/>
</p:tagLst>
</file>

<file path=ppt/tags/tag8.xml><?xml version="1.0" encoding="utf-8"?>
<p:tagLst xmlns:a="http://schemas.openxmlformats.org/drawingml/2006/main" xmlns:r="http://schemas.openxmlformats.org/officeDocument/2006/relationships" xmlns:p="http://schemas.openxmlformats.org/presentationml/2006/main">
  <p:tag name="TIMING" val="|0.6|0.4|0.3|0.5"/>
</p:tagLst>
</file>

<file path=ppt/tags/tag9.xml><?xml version="1.0" encoding="utf-8"?>
<p:tagLst xmlns:a="http://schemas.openxmlformats.org/drawingml/2006/main" xmlns:r="http://schemas.openxmlformats.org/officeDocument/2006/relationships" xmlns:p="http://schemas.openxmlformats.org/presentationml/2006/main">
  <p:tag name="TIMING" val="|0.6|0.6|0.5|0.4"/>
</p:tagLst>
</file>

<file path=ppt/tags/tag10.xml><?xml version="1.0" encoding="utf-8"?>
<p:tagLst xmlns:a="http://schemas.openxmlformats.org/drawingml/2006/main" xmlns:r="http://schemas.openxmlformats.org/officeDocument/2006/relationships" xmlns:p="http://schemas.openxmlformats.org/presentationml/2006/main">
  <p:tag name="TIMING" val="|0.6|0.4|0.3|0.5"/>
</p:tagLst>
</file>

<file path=ppt/tags/tag11.xml><?xml version="1.0" encoding="utf-8"?>
<p:tagLst xmlns:a="http://schemas.openxmlformats.org/drawingml/2006/main" xmlns:r="http://schemas.openxmlformats.org/officeDocument/2006/relationships" xmlns:p="http://schemas.openxmlformats.org/presentationml/2006/main">
  <p:tag name="TIMING" val="|0.6|0.6|0.5|0.4"/>
</p:tagLst>
</file>

<file path=ppt/tags/tag12.xml><?xml version="1.0" encoding="utf-8"?>
<p:tagLst xmlns:a="http://schemas.openxmlformats.org/drawingml/2006/main" xmlns:r="http://schemas.openxmlformats.org/officeDocument/2006/relationships" xmlns:p="http://schemas.openxmlformats.org/presentationml/2006/main">
  <p:tag name="TIMING" val="|0.6|0.4|0.3|0.5"/>
</p:tagLst>
</file>

<file path=ppt/tags/tag13.xml><?xml version="1.0" encoding="utf-8"?>
<p:tagLst xmlns:a="http://schemas.openxmlformats.org/drawingml/2006/main" xmlns:r="http://schemas.openxmlformats.org/officeDocument/2006/relationships" xmlns:p="http://schemas.openxmlformats.org/presentationml/2006/main">
  <p:tag name="TIMING" val="|0.6|0.6|0.5|0.4"/>
</p:tagLst>
</file>

<file path=ppt/tags/tag14.xml><?xml version="1.0" encoding="utf-8"?>
<p:tagLst xmlns:a="http://schemas.openxmlformats.org/drawingml/2006/main" xmlns:r="http://schemas.openxmlformats.org/officeDocument/2006/relationships" xmlns:p="http://schemas.openxmlformats.org/presentationml/2006/main">
  <p:tag name="TIMING" val="|0.6|0.4|0.3|0.5"/>
</p:tagLst>
</file>

<file path=ppt/tags/tag15.xml><?xml version="1.0" encoding="utf-8"?>
<p:tagLst xmlns:a="http://schemas.openxmlformats.org/drawingml/2006/main" xmlns:r="http://schemas.openxmlformats.org/officeDocument/2006/relationships" xmlns:p="http://schemas.openxmlformats.org/presentationml/2006/main">
  <p:tag name="TIMING" val="|0.6|0.6|0.5|0.4"/>
</p:tagLst>
</file>

<file path=ppt/tags/tag16.xml><?xml version="1.0" encoding="utf-8"?>
<p:tagLst xmlns:a="http://schemas.openxmlformats.org/drawingml/2006/main" xmlns:r="http://schemas.openxmlformats.org/officeDocument/2006/relationships" xmlns:p="http://schemas.openxmlformats.org/presentationml/2006/main">
  <p:tag name="TIMING" val="|0.6|0.4|0.3|0.5"/>
</p:tagLst>
</file>

<file path=ppt/tags/tag17.xml><?xml version="1.0" encoding="utf-8"?>
<p:tagLst xmlns:a="http://schemas.openxmlformats.org/drawingml/2006/main" xmlns:r="http://schemas.openxmlformats.org/officeDocument/2006/relationships" xmlns:p="http://schemas.openxmlformats.org/presentationml/2006/main">
  <p:tag name="TIMING" val="|0.6|0.6|0.5|0.4"/>
</p:tagLst>
</file>

<file path=ppt/tags/tag18.xml><?xml version="1.0" encoding="utf-8"?>
<p:tagLst xmlns:a="http://schemas.openxmlformats.org/drawingml/2006/main" xmlns:r="http://schemas.openxmlformats.org/officeDocument/2006/relationships" xmlns:p="http://schemas.openxmlformats.org/presentationml/2006/main">
  <p:tag name="TIMING" val="|0|0.2|0.1|0.1|0.2|0.1|0.4"/>
</p:tagLst>
</file>

<file path=ppt/theme/_rels/theme1.xml.rels><?xml version="1.0" encoding="UTF-8" standalone="yes"?>
<Relationships xmlns="http://schemas.openxmlformats.org/package/2006/relationships"><Relationship Id="rId1" Type="http://schemas.openxmlformats.org/officeDocument/2006/relationships/image" Target="../media/image1.jpg"/></Relationships>
</file>

<file path=ppt/theme/theme1.xml><?xml version="1.0" encoding="utf-8"?>
<a:theme xmlns:a="http://schemas.openxmlformats.org/drawingml/2006/main" name="Cube Blue 3D Slides，Freepptbackgrounds.net">
  <a:themeElements>
    <a:clrScheme name="自定义 2">
      <a:dk1>
        <a:srgbClr val="000000"/>
      </a:dk1>
      <a:lt1>
        <a:srgbClr val="FFFFFF"/>
      </a:lt1>
      <a:dk2>
        <a:srgbClr val="FFFFFF"/>
      </a:dk2>
      <a:lt2>
        <a:srgbClr val="FFFFFF"/>
      </a:lt2>
      <a:accent1>
        <a:srgbClr val="1368AA"/>
      </a:accent1>
      <a:accent2>
        <a:srgbClr val="00ACCB"/>
      </a:accent2>
      <a:accent3>
        <a:srgbClr val="1368AA"/>
      </a:accent3>
      <a:accent4>
        <a:srgbClr val="00ACCB"/>
      </a:accent4>
      <a:accent5>
        <a:srgbClr val="1368AA"/>
      </a:accent5>
      <a:accent6>
        <a:srgbClr val="00ACCB"/>
      </a:accent6>
      <a:hlink>
        <a:srgbClr val="326E84"/>
      </a:hlink>
      <a:folHlink>
        <a:srgbClr val="5B9DBB"/>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a:blip xmlns:r="http://schemas.openxmlformats.org/officeDocument/2006/relationships" r:embed="rId1"/>
          <a:stretch>
            <a:fillRect/>
          </a:stretch>
        </a:blipFill>
        <a:ln>
          <a:noFill/>
        </a:ln>
      </a:spPr>
      <a:bodyPr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defRPr sz="1600" b="1" dirty="0" smtClean="0">
            <a:solidFill>
              <a:schemeClr val="accent6"/>
            </a:solidFill>
            <a:latin typeface="微软雅黑" pitchFamily="34" charset="-122"/>
            <a:ea typeface="微软雅黑" pitchFamily="34" charset="-122"/>
          </a:defRPr>
        </a:defPPr>
      </a:lstStyle>
    </a:tx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2">
    <a:dk1>
      <a:srgbClr val="000000"/>
    </a:dk1>
    <a:lt1>
      <a:srgbClr val="FFFFFF"/>
    </a:lt1>
    <a:dk2>
      <a:srgbClr val="FFFFFF"/>
    </a:dk2>
    <a:lt2>
      <a:srgbClr val="FFFFFF"/>
    </a:lt2>
    <a:accent1>
      <a:srgbClr val="1368AA"/>
    </a:accent1>
    <a:accent2>
      <a:srgbClr val="00ACCB"/>
    </a:accent2>
    <a:accent3>
      <a:srgbClr val="1368AA"/>
    </a:accent3>
    <a:accent4>
      <a:srgbClr val="00ACCB"/>
    </a:accent4>
    <a:accent5>
      <a:srgbClr val="1368AA"/>
    </a:accent5>
    <a:accent6>
      <a:srgbClr val="00ACCB"/>
    </a:accent6>
    <a:hlink>
      <a:srgbClr val="326E84"/>
    </a:hlink>
    <a:folHlink>
      <a:srgbClr val="5B9DBB"/>
    </a:folHlink>
  </a:clrScheme>
</a:themeOverride>
</file>

<file path=ppt/theme/themeOverride2.xml><?xml version="1.0" encoding="utf-8"?>
<a:themeOverride xmlns:a="http://schemas.openxmlformats.org/drawingml/2006/main">
  <a:clrScheme name="自定义 2">
    <a:dk1>
      <a:srgbClr val="000000"/>
    </a:dk1>
    <a:lt1>
      <a:srgbClr val="FFFFFF"/>
    </a:lt1>
    <a:dk2>
      <a:srgbClr val="FFFFFF"/>
    </a:dk2>
    <a:lt2>
      <a:srgbClr val="FFFFFF"/>
    </a:lt2>
    <a:accent1>
      <a:srgbClr val="1368AA"/>
    </a:accent1>
    <a:accent2>
      <a:srgbClr val="00ACCB"/>
    </a:accent2>
    <a:accent3>
      <a:srgbClr val="1368AA"/>
    </a:accent3>
    <a:accent4>
      <a:srgbClr val="00ACCB"/>
    </a:accent4>
    <a:accent5>
      <a:srgbClr val="1368AA"/>
    </a:accent5>
    <a:accent6>
      <a:srgbClr val="00ACCB"/>
    </a:accent6>
    <a:hlink>
      <a:srgbClr val="326E84"/>
    </a:hlink>
    <a:folHlink>
      <a:srgbClr val="5B9DBB"/>
    </a:folHlink>
  </a:clrScheme>
</a:themeOverride>
</file>

<file path=docProps/app.xml><?xml version="1.0" encoding="utf-8"?>
<Properties xmlns="http://schemas.openxmlformats.org/officeDocument/2006/extended-properties" xmlns:vt="http://schemas.openxmlformats.org/officeDocument/2006/docPropsVTypes">
  <TotalTime>14127</TotalTime>
  <Words>1021</Words>
  <Application>Microsoft Office PowerPoint</Application>
  <PresentationFormat>On-screen Show (16:9)</PresentationFormat>
  <Paragraphs>157</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Agency FB</vt:lpstr>
      <vt:lpstr>Arial</vt:lpstr>
      <vt:lpstr>Arial Black</vt:lpstr>
      <vt:lpstr>Calibri</vt:lpstr>
      <vt:lpstr>Century Gothic</vt:lpstr>
      <vt:lpstr>Cube Blue 3D Slides，Freepptbackgrounds.net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Freepptbackgrounds.net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Cube Blue 3D Slides</dc:title>
  <dc:subject>Powerpoint Template</dc:subject>
  <dc:creator>Freepptbackgrounds.net</dc:creator>
  <cp:keywords>Cube Blue 3D Slides</cp:keywords>
  <dc:description>Cube Blue 3D Slides_x000d_
www.freepptbackgrounds.net</dc:description>
  <cp:lastModifiedBy>Tushar Kathalkar</cp:lastModifiedBy>
  <cp:revision>1140</cp:revision>
  <dcterms:created xsi:type="dcterms:W3CDTF">2015-04-24T01:01:13Z</dcterms:created>
  <dcterms:modified xsi:type="dcterms:W3CDTF">2025-03-25T03:26:08Z</dcterms:modified>
</cp:coreProperties>
</file>